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7.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9.xml" ContentType="application/vnd.openxmlformats-officedocument.them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10.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11.xml" ContentType="application/vnd.openxmlformats-officedocument.them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2.xml" ContentType="application/vnd.openxmlformats-officedocument.theme+xml"/>
  <Override PartName="/ppt/tags/tag56.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3.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14.xml" ContentType="application/vnd.openxmlformats-officedocument.them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theme/theme15.xml" ContentType="application/vnd.openxmlformats-officedocument.them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theme/theme16.xml" ContentType="application/vnd.openxmlformats-officedocument.them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theme/theme17.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theme/theme18.xml" ContentType="application/vnd.openxmlformats-officedocument.them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heme/theme19.xml" ContentType="application/vnd.openxmlformats-officedocument.theme+xml"/>
  <Override PartName="/ppt/tags/tag186.xml" ContentType="application/vnd.openxmlformats-officedocument.presentationml.tags+xml"/>
  <Override PartName="/ppt/tags/tag187.xml" ContentType="application/vnd.openxmlformats-officedocument.presentationml.tags+xml"/>
  <Override PartName="/ppt/notesSlides/notesSlide1.xml" ContentType="application/vnd.openxmlformats-officedocument.presentationml.notesSlide+xml"/>
  <Override PartName="/ppt/tags/tag188.xml" ContentType="application/vnd.openxmlformats-officedocument.presentationml.tags+xml"/>
  <Override PartName="/ppt/notesSlides/notesSlide2.xml" ContentType="application/vnd.openxmlformats-officedocument.presentationml.notesSlide+xml"/>
  <Override PartName="/ppt/tags/tag189.xml" ContentType="application/vnd.openxmlformats-officedocument.presentationml.tags+xml"/>
  <Override PartName="/ppt/notesSlides/notesSlide3.xml" ContentType="application/vnd.openxmlformats-officedocument.presentationml.notesSlide+xml"/>
  <Override PartName="/ppt/tags/tag190.xml" ContentType="application/vnd.openxmlformats-officedocument.presentationml.tags+xml"/>
  <Override PartName="/ppt/notesSlides/notesSlide4.xml" ContentType="application/vnd.openxmlformats-officedocument.presentationml.notesSlide+xml"/>
  <Override PartName="/ppt/tags/tag191.xml" ContentType="application/vnd.openxmlformats-officedocument.presentationml.tags+xml"/>
  <Override PartName="/ppt/notesSlides/notesSlide5.xml" ContentType="application/vnd.openxmlformats-officedocument.presentationml.notesSlide+xml"/>
  <Override PartName="/ppt/tags/tag192.xml" ContentType="application/vnd.openxmlformats-officedocument.presentationml.tags+xml"/>
  <Override PartName="/ppt/notesSlides/notesSlide6.xml" ContentType="application/vnd.openxmlformats-officedocument.presentationml.notesSlide+xml"/>
  <Override PartName="/ppt/tags/tag193.xml" ContentType="application/vnd.openxmlformats-officedocument.presentationml.tags+xml"/>
  <Override PartName="/ppt/notesSlides/notesSlide7.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3" r:id="rId2"/>
    <p:sldMasterId id="2147483668" r:id="rId3"/>
    <p:sldMasterId id="2147483672" r:id="rId4"/>
    <p:sldMasterId id="2147483676" r:id="rId5"/>
    <p:sldMasterId id="2147483679" r:id="rId6"/>
    <p:sldMasterId id="2147483697" r:id="rId7"/>
    <p:sldMasterId id="2147483700" r:id="rId8"/>
    <p:sldMasterId id="2147483704" r:id="rId9"/>
    <p:sldMasterId id="2147483707" r:id="rId10"/>
    <p:sldMasterId id="2147483710" r:id="rId11"/>
    <p:sldMasterId id="2147483716" r:id="rId12"/>
    <p:sldMasterId id="2147483734" r:id="rId13"/>
    <p:sldMasterId id="2147483799" r:id="rId14"/>
    <p:sldMasterId id="2147483930" r:id="rId15"/>
    <p:sldMasterId id="2147483995" r:id="rId16"/>
    <p:sldMasterId id="2147484061" r:id="rId17"/>
    <p:sldMasterId id="2147484129" r:id="rId18"/>
  </p:sldMasterIdLst>
  <p:notesMasterIdLst>
    <p:notesMasterId r:id="rId44"/>
  </p:notesMasterIdLst>
  <p:sldIdLst>
    <p:sldId id="256" r:id="rId19"/>
    <p:sldId id="2147470165" r:id="rId20"/>
    <p:sldId id="2147470150" r:id="rId21"/>
    <p:sldId id="2147470151" r:id="rId22"/>
    <p:sldId id="2147470153" r:id="rId23"/>
    <p:sldId id="2147470154" r:id="rId24"/>
    <p:sldId id="2147470155" r:id="rId25"/>
    <p:sldId id="2147470174" r:id="rId26"/>
    <p:sldId id="2147470175" r:id="rId27"/>
    <p:sldId id="2147470163" r:id="rId28"/>
    <p:sldId id="2147470164" r:id="rId29"/>
    <p:sldId id="2147470176" r:id="rId30"/>
    <p:sldId id="2147470177" r:id="rId31"/>
    <p:sldId id="2147470178" r:id="rId32"/>
    <p:sldId id="3006" r:id="rId33"/>
    <p:sldId id="2147470183" r:id="rId34"/>
    <p:sldId id="2147470179" r:id="rId35"/>
    <p:sldId id="2147470184" r:id="rId36"/>
    <p:sldId id="2147470185" r:id="rId37"/>
    <p:sldId id="2147470180" r:id="rId38"/>
    <p:sldId id="2147470181" r:id="rId39"/>
    <p:sldId id="2147470182" r:id="rId40"/>
    <p:sldId id="2147470186" r:id="rId41"/>
    <p:sldId id="2147470187" r:id="rId42"/>
    <p:sldId id="2147470188" r:id="rId43"/>
  </p:sldIdLst>
  <p:sldSz cx="9144000" cy="5143500" type="screen16x9"/>
  <p:notesSz cx="6858000" cy="9144000"/>
  <p:embeddedFontLst>
    <p:embeddedFont>
      <p:font typeface="Poppins" panose="020B0604020202020204" charset="0"/>
      <p:regular r:id="rId45"/>
      <p:bold r:id="rId46"/>
      <p:italic r:id="rId47"/>
      <p:boldItalic r:id="rId48"/>
    </p:embeddedFont>
    <p:embeddedFont>
      <p:font typeface="Source Sans Pro" panose="020B0604020202020204" charset="0"/>
      <p:regular r:id="rId49"/>
      <p:bold r:id="rId50"/>
      <p:italic r:id="rId51"/>
      <p:boldItalic r:id="rId52"/>
    </p:embeddedFont>
    <p:embeddedFont>
      <p:font typeface="Tahoma" panose="020B0604030504040204" pitchFamily="34" charset="0"/>
      <p:regular r:id="rId53"/>
      <p:bold r:id="rId54"/>
    </p:embeddedFont>
    <p:embeddedFont>
      <p:font typeface="Calibri" panose="020F0502020204030204" pitchFamily="34" charset="0"/>
      <p:regular r:id="rId55"/>
      <p:bold r:id="rId56"/>
      <p:italic r:id="rId57"/>
      <p:boldItalic r:id="rId58"/>
    </p:embeddedFont>
    <p:embeddedFont>
      <p:font typeface="Cambria Math" panose="02040503050406030204" pitchFamily="18" charset="0"/>
      <p:regular r:id="rId59"/>
    </p:embeddedFont>
    <p:embeddedFont>
      <p:font typeface="Arial Black" panose="020B0A04020102020204" pitchFamily="34" charset="0"/>
      <p:bold r:id="rId60"/>
    </p:embeddedFont>
    <p:embeddedFont>
      <p:font typeface="Arial Rounded MT Bold" panose="020F0704030504030204" pitchFamily="34" charset="0"/>
      <p:regular r:id="rId61"/>
    </p:embeddedFont>
    <p:embeddedFont>
      <p:font typeface="Helvetica" panose="020B0604020202020204" pitchFamily="34" charset="0"/>
      <p:regular r:id="rId62"/>
      <p:bold r:id="rId63"/>
      <p:italic r:id="rId64"/>
      <p:boldItalic r:id="rId65"/>
    </p:embeddedFont>
    <p:embeddedFont>
      <p:font typeface="DaunPenh" panose="020B0604020202020204" charset="0"/>
      <p:regular r:id="rId66"/>
    </p:embeddedFont>
    <p:embeddedFont>
      <p:font typeface="Rockwell Condensed" panose="02060603050405020104" pitchFamily="18" charset="0"/>
      <p:regular r:id="rId67"/>
      <p:bold r:id="rId68"/>
    </p:embeddedFont>
    <p:embeddedFont>
      <p:font typeface="Lato" panose="020B0604020202020204" charset="0"/>
      <p:regular r:id="rId69"/>
      <p:bold r:id="rId70"/>
      <p:italic r:id="rId71"/>
      <p:boldItalic r:id="rId72"/>
    </p:embeddedFont>
    <p:embeddedFont>
      <p:font typeface="Century Gothic" panose="020B0502020202020204" pitchFamily="34" charset="0"/>
      <p:regular r:id="rId73"/>
      <p:bold r:id="rId74"/>
      <p:italic r:id="rId75"/>
      <p:boldItalic r:id="rId76"/>
    </p:embeddedFont>
    <p:embeddedFont>
      <p:font typeface="Trebuchet MS" panose="020B0603020202020204" pitchFamily="34"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42C58B-BEE7-13A1-FAA6-5BB44E6F3EEE}" name="Jalal BENABDOUH" initials="JB" userId="102f8bac178cb620"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alal BENABDOUH" initials="JB" lastIdx="1" clrIdx="0">
    <p:extLst>
      <p:ext uri="{19B8F6BF-5375-455C-9EA6-DF929625EA0E}">
        <p15:presenceInfo xmlns:p15="http://schemas.microsoft.com/office/powerpoint/2012/main" userId="102f8bac178cb6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EF9A"/>
    <a:srgbClr val="C3B154"/>
    <a:srgbClr val="159BBB"/>
    <a:srgbClr val="FDF4C8"/>
    <a:srgbClr val="DDCC29"/>
    <a:srgbClr val="FFD700"/>
    <a:srgbClr val="F2F2F2"/>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44" autoAdjust="0"/>
    <p:restoredTop sz="96405" autoAdjust="0"/>
  </p:normalViewPr>
  <p:slideViewPr>
    <p:cSldViewPr>
      <p:cViewPr varScale="1">
        <p:scale>
          <a:sx n="91" d="100"/>
          <a:sy n="91" d="100"/>
        </p:scale>
        <p:origin x="768" y="7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8.xml"/><Relationship Id="rId21" Type="http://schemas.openxmlformats.org/officeDocument/2006/relationships/slide" Target="slides/slide3.xml"/><Relationship Id="rId42" Type="http://schemas.openxmlformats.org/officeDocument/2006/relationships/slide" Target="slides/slide24.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84" Type="http://schemas.openxmlformats.org/officeDocument/2006/relationships/theme" Target="theme/theme1.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4.xml"/><Relationship Id="rId37" Type="http://schemas.openxmlformats.org/officeDocument/2006/relationships/slide" Target="slides/slide19.xml"/><Relationship Id="rId53" Type="http://schemas.openxmlformats.org/officeDocument/2006/relationships/font" Target="fonts/font9.fntdata"/><Relationship Id="rId58" Type="http://schemas.openxmlformats.org/officeDocument/2006/relationships/font" Target="fonts/font14.fntdata"/><Relationship Id="rId74" Type="http://schemas.openxmlformats.org/officeDocument/2006/relationships/font" Target="fonts/font30.fntdata"/><Relationship Id="rId79" Type="http://schemas.openxmlformats.org/officeDocument/2006/relationships/font" Target="fonts/font35.fntdata"/><Relationship Id="rId5" Type="http://schemas.openxmlformats.org/officeDocument/2006/relationships/slideMaster" Target="slideMasters/slideMaster5.xml"/><Relationship Id="rId19" Type="http://schemas.openxmlformats.org/officeDocument/2006/relationships/slide" Target="slides/slide1.xml"/><Relationship Id="rId14" Type="http://schemas.openxmlformats.org/officeDocument/2006/relationships/slideMaster" Target="slideMasters/slideMaster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77" Type="http://schemas.openxmlformats.org/officeDocument/2006/relationships/font" Target="fonts/font33.fntdata"/><Relationship Id="rId8" Type="http://schemas.openxmlformats.org/officeDocument/2006/relationships/slideMaster" Target="slideMasters/slideMaster8.xml"/><Relationship Id="rId51" Type="http://schemas.openxmlformats.org/officeDocument/2006/relationships/font" Target="fonts/font7.fntdata"/><Relationship Id="rId72" Type="http://schemas.openxmlformats.org/officeDocument/2006/relationships/font" Target="fonts/font28.fntdata"/><Relationship Id="rId80" Type="http://schemas.openxmlformats.org/officeDocument/2006/relationships/font" Target="fonts/font36.fntdata"/><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font" Target="fonts/font26.fntdata"/><Relationship Id="rId75" Type="http://schemas.openxmlformats.org/officeDocument/2006/relationships/font" Target="fonts/font31.fntdata"/><Relationship Id="rId83" Type="http://schemas.openxmlformats.org/officeDocument/2006/relationships/viewProps" Target="viewProps.xml"/><Relationship Id="rId9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Master" Target="slideMasters/slideMaster10.xml"/><Relationship Id="rId31" Type="http://schemas.openxmlformats.org/officeDocument/2006/relationships/slide" Target="slides/slide13.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font" Target="fonts/font29.fntdata"/><Relationship Id="rId78" Type="http://schemas.openxmlformats.org/officeDocument/2006/relationships/font" Target="fonts/font34.fntdata"/><Relationship Id="rId8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21.xml"/><Relationship Id="rId34" Type="http://schemas.openxmlformats.org/officeDocument/2006/relationships/slide" Target="slides/slide16.xml"/><Relationship Id="rId50" Type="http://schemas.openxmlformats.org/officeDocument/2006/relationships/font" Target="fonts/font6.fntdata"/><Relationship Id="rId55" Type="http://schemas.openxmlformats.org/officeDocument/2006/relationships/font" Target="fonts/font11.fntdata"/><Relationship Id="rId76" Type="http://schemas.openxmlformats.org/officeDocument/2006/relationships/font" Target="fonts/font32.fntdata"/><Relationship Id="rId7" Type="http://schemas.openxmlformats.org/officeDocument/2006/relationships/slideMaster" Target="slideMasters/slideMaster7.xml"/><Relationship Id="rId71" Type="http://schemas.openxmlformats.org/officeDocument/2006/relationships/font" Target="fonts/font27.fntdata"/><Relationship Id="rId2" Type="http://schemas.openxmlformats.org/officeDocument/2006/relationships/slideMaster" Target="slideMasters/slideMaster2.xml"/><Relationship Id="rId29" Type="http://schemas.openxmlformats.org/officeDocument/2006/relationships/slide" Target="slides/slide11.xml"/><Relationship Id="rId24" Type="http://schemas.openxmlformats.org/officeDocument/2006/relationships/slide" Target="slides/slide6.xml"/><Relationship Id="rId40" Type="http://schemas.openxmlformats.org/officeDocument/2006/relationships/slide" Target="slides/slide22.xml"/><Relationship Id="rId45" Type="http://schemas.openxmlformats.org/officeDocument/2006/relationships/font" Target="fonts/font1.fntdata"/><Relationship Id="rId66" Type="http://schemas.openxmlformats.org/officeDocument/2006/relationships/font" Target="fonts/font22.fntdata"/><Relationship Id="rId61" Type="http://schemas.openxmlformats.org/officeDocument/2006/relationships/font" Target="fonts/font17.fntdata"/><Relationship Id="rId82" Type="http://schemas.openxmlformats.org/officeDocument/2006/relationships/presProps" Target="presProps.xml"/></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5.vml.rels><?xml version="1.0" encoding="UTF-8" standalone="yes"?>
<Relationships xmlns="http://schemas.openxmlformats.org/package/2006/relationships"><Relationship Id="rId1" Type="http://schemas.openxmlformats.org/officeDocument/2006/relationships/image" Target="NULL"/></Relationships>
</file>

<file path=ppt/drawings/_rels/vmlDrawing44.vml.rels><?xml version="1.0" encoding="UTF-8" standalone="yes"?>
<Relationships xmlns="http://schemas.openxmlformats.org/package/2006/relationships"><Relationship Id="rId1" Type="http://schemas.openxmlformats.org/officeDocument/2006/relationships/image" Target="NULL"/></Relationships>
</file>

<file path=ppt/drawings/_rels/vmlDrawing45.vml.rels><?xml version="1.0" encoding="UTF-8" standalone="yes"?>
<Relationships xmlns="http://schemas.openxmlformats.org/package/2006/relationships"><Relationship Id="rId1" Type="http://schemas.openxmlformats.org/officeDocument/2006/relationships/image" Target="NULL"/></Relationships>
</file>

<file path=ppt/drawings/_rels/vmlDrawing46.vml.rels><?xml version="1.0" encoding="UTF-8" standalone="yes"?>
<Relationships xmlns="http://schemas.openxmlformats.org/package/2006/relationships"><Relationship Id="rId1" Type="http://schemas.openxmlformats.org/officeDocument/2006/relationships/image" Target="NULL"/></Relationships>
</file>

<file path=ppt/drawings/_rels/vmlDrawing47.vml.rels><?xml version="1.0" encoding="UTF-8" standalone="yes"?>
<Relationships xmlns="http://schemas.openxmlformats.org/package/2006/relationships"><Relationship Id="rId1" Type="http://schemas.openxmlformats.org/officeDocument/2006/relationships/image" Target="NULL"/></Relationships>
</file>

<file path=ppt/drawings/_rels/vmlDrawing48.vml.rels><?xml version="1.0" encoding="UTF-8" standalone="yes"?>
<Relationships xmlns="http://schemas.openxmlformats.org/package/2006/relationships"><Relationship Id="rId1" Type="http://schemas.openxmlformats.org/officeDocument/2006/relationships/image" Target="NULL"/></Relationships>
</file>

<file path=ppt/drawings/_rels/vmlDrawing49.vml.rels><?xml version="1.0" encoding="UTF-8" standalone="yes"?>
<Relationships xmlns="http://schemas.openxmlformats.org/package/2006/relationships"><Relationship Id="rId1" Type="http://schemas.openxmlformats.org/officeDocument/2006/relationships/image" Target="NULL"/></Relationships>
</file>

<file path=ppt/drawings/_rels/vmlDrawing50.vml.rels><?xml version="1.0" encoding="UTF-8" standalone="yes"?>
<Relationships xmlns="http://schemas.openxmlformats.org/package/2006/relationships"><Relationship Id="rId1" Type="http://schemas.openxmlformats.org/officeDocument/2006/relationships/image" Target="NULL"/></Relationships>
</file>

<file path=ppt/drawings/_rels/vmlDrawing51.vml.rels><?xml version="1.0" encoding="UTF-8" standalone="yes"?>
<Relationships xmlns="http://schemas.openxmlformats.org/package/2006/relationships"><Relationship Id="rId1" Type="http://schemas.openxmlformats.org/officeDocument/2006/relationships/image" Target="NULL"/></Relationships>
</file>

<file path=ppt/drawings/_rels/vmlDrawing52.vml.rels><?xml version="1.0" encoding="UTF-8" standalone="yes"?>
<Relationships xmlns="http://schemas.openxmlformats.org/package/2006/relationships"><Relationship Id="rId1" Type="http://schemas.openxmlformats.org/officeDocument/2006/relationships/image" Target="NULL"/></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9.vml.rels><?xml version="1.0" encoding="UTF-8" standalone="yes"?>
<Relationships xmlns="http://schemas.openxmlformats.org/package/2006/relationships"><Relationship Id="rId1" Type="http://schemas.openxmlformats.org/officeDocument/2006/relationships/image" Target="NULL"/></Relationships>
</file>

<file path=ppt/drawings/_rels/vmlDrawing118.vml.rels><?xml version="1.0" encoding="UTF-8" standalone="yes"?>
<Relationships xmlns="http://schemas.openxmlformats.org/package/2006/relationships"><Relationship Id="rId1" Type="http://schemas.openxmlformats.org/officeDocument/2006/relationships/image" Target="NULL"/></Relationships>
</file>

<file path=ppt/drawings/_rels/vmlDrawing119.vml.rels><?xml version="1.0" encoding="UTF-8" standalone="yes"?>
<Relationships xmlns="http://schemas.openxmlformats.org/package/2006/relationships"><Relationship Id="rId1" Type="http://schemas.openxmlformats.org/officeDocument/2006/relationships/image" Target="NULL"/></Relationships>
</file>

<file path=ppt/drawings/_rels/vmlDrawing120.vml.rels><?xml version="1.0" encoding="UTF-8" standalone="yes"?>
<Relationships xmlns="http://schemas.openxmlformats.org/package/2006/relationships"><Relationship Id="rId1" Type="http://schemas.openxmlformats.org/officeDocument/2006/relationships/image" Target="NULL"/></Relationships>
</file>

<file path=ppt/drawings/_rels/vmlDrawing121.vml.rels><?xml version="1.0" encoding="UTF-8" standalone="yes"?>
<Relationships xmlns="http://schemas.openxmlformats.org/package/2006/relationships"><Relationship Id="rId1" Type="http://schemas.openxmlformats.org/officeDocument/2006/relationships/image" Target="NULL"/></Relationships>
</file>

<file path=ppt/drawings/_rels/vmlDrawing122.vml.rels><?xml version="1.0" encoding="UTF-8" standalone="yes"?>
<Relationships xmlns="http://schemas.openxmlformats.org/package/2006/relationships"><Relationship Id="rId1" Type="http://schemas.openxmlformats.org/officeDocument/2006/relationships/image" Target="NULL"/></Relationships>
</file>

<file path=ppt/drawings/_rels/vmlDrawing123.vml.rels><?xml version="1.0" encoding="UTF-8" standalone="yes"?>
<Relationships xmlns="http://schemas.openxmlformats.org/package/2006/relationships"><Relationship Id="rId1" Type="http://schemas.openxmlformats.org/officeDocument/2006/relationships/image" Target="NULL"/></Relationships>
</file>

<file path=ppt/drawings/_rels/vmlDrawing124.vml.rels><?xml version="1.0" encoding="UTF-8" standalone="yes"?>
<Relationships xmlns="http://schemas.openxmlformats.org/package/2006/relationships"><Relationship Id="rId1" Type="http://schemas.openxmlformats.org/officeDocument/2006/relationships/image" Target="NULL"/></Relationships>
</file>

<file path=ppt/drawings/_rels/vmlDrawing125.vml.rels><?xml version="1.0" encoding="UTF-8" standalone="yes"?>
<Relationships xmlns="http://schemas.openxmlformats.org/package/2006/relationships"><Relationship Id="rId1" Type="http://schemas.openxmlformats.org/officeDocument/2006/relationships/image" Target="NULL"/></Relationships>
</file>

<file path=ppt/drawings/_rels/vmlDrawing126.vml.rels><?xml version="1.0" encoding="UTF-8" standalone="yes"?>
<Relationships xmlns="http://schemas.openxmlformats.org/package/2006/relationships"><Relationship Id="rId1" Type="http://schemas.openxmlformats.org/officeDocument/2006/relationships/image" Target="NULL"/></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8555281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6E6F73"/>
                </a:solidFill>
                <a:effectLst/>
                <a:uLnTx/>
                <a:uFillTx/>
                <a:latin typeface="Trebuchet MS"/>
                <a:ea typeface="+mn-ea"/>
                <a:cs typeface="Arial"/>
                <a:sym typeface="Arial"/>
              </a:rPr>
              <a:t>Notes view: </a:t>
            </a:r>
            <a:fld id="{128CEAFE-FA94-43E5-B0FF-D47E1CCDD1B4}" type="slidenum">
              <a:rPr kumimoji="0" lang="fr-FR" sz="1400" b="0" i="0" u="none" strike="noStrike" kern="1200" cap="none" spc="0" normalizeH="0" baseline="0" noProof="0" smtClean="0">
                <a:ln>
                  <a:noFill/>
                </a:ln>
                <a:solidFill>
                  <a:srgbClr val="6E6F73"/>
                </a:solidFill>
                <a:effectLst/>
                <a:uLnTx/>
                <a:uFillTx/>
                <a:latin typeface="Trebuchet MS"/>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400" b="0" i="0" u="none" strike="noStrike" kern="1200" cap="none" spc="0" normalizeH="0" baseline="0" noProof="0" dirty="0">
              <a:ln>
                <a:noFill/>
              </a:ln>
              <a:solidFill>
                <a:srgbClr val="6E6F73"/>
              </a:solidFill>
              <a:effectLst/>
              <a:uLnTx/>
              <a:uFillTx/>
              <a:latin typeface="Trebuchet MS"/>
              <a:ea typeface="+mn-ea"/>
              <a:cs typeface="Arial"/>
              <a:sym typeface="Arial"/>
            </a:endParaRPr>
          </a:p>
        </p:txBody>
      </p:sp>
    </p:spTree>
    <p:extLst>
      <p:ext uri="{BB962C8B-B14F-4D97-AF65-F5344CB8AC3E}">
        <p14:creationId xmlns:p14="http://schemas.microsoft.com/office/powerpoint/2010/main" val="2851818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985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3F676-1F38-1751-BC63-41A1F30AD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037D2-496F-D77C-51C9-E8FB68D36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96B28-545D-E63A-BDF8-3D3F2E47C6C3}"/>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4E7D4CDA-F2FC-856A-7FA7-F46195EEA9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737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F0FD5-72BD-AA06-CC03-63A19E204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A7C09-6C45-CE43-0F0A-0F2EB4F3E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6A429-449A-C70F-EA75-E0352E335F38}"/>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D7B19DD5-1567-363B-FA42-5FBD71977D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8728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3F9C9-DB36-7CD8-BD30-7ACA00723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8D176-7F84-EC37-AC5A-68D30CC91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713FB-174D-FD34-F32C-56AE3F095BBD}"/>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B4D61D01-C6BA-70F6-1E14-114CB0EA34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9735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75204-E69E-1F9B-DADE-E67820BC8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22156-7775-B138-F941-5889F1C77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CA160-02E0-993A-D73C-5B4E9B9F247F}"/>
              </a:ext>
            </a:extLst>
          </p:cNvPr>
          <p:cNvSpPr>
            <a:spLocks noGrp="1"/>
          </p:cNvSpPr>
          <p:nvPr>
            <p:ph type="body" idx="1"/>
          </p:nvPr>
        </p:nvSpPr>
        <p:spPr/>
        <p:txBody>
          <a:bodyPr>
            <a:normAutofit/>
          </a:bodyPr>
          <a:lstStyle/>
          <a:p>
            <a:endParaRPr lang="en-US" dirty="0"/>
          </a:p>
        </p:txBody>
      </p:sp>
      <p:sp>
        <p:nvSpPr>
          <p:cNvPr id="6" name="Slide Number Placeholder 5">
            <a:extLst>
              <a:ext uri="{FF2B5EF4-FFF2-40B4-BE49-F238E27FC236}">
                <a16:creationId xmlns:a16="http://schemas.microsoft.com/office/drawing/2014/main" id="{F6612EE7-6E80-ED4A-7B5C-7BA4DB02B20A}"/>
              </a:ext>
            </a:extLst>
          </p:cNvPr>
          <p:cNvSpPr>
            <a:spLocks noGrp="1"/>
          </p:cNvSpPr>
          <p:nvPr>
            <p:ph type="sldNum" sz="quarter" idx="12"/>
          </p:nvPr>
        </p:nvSpPr>
        <p:spPr/>
        <p:txBody>
          <a:bodyPr/>
          <a:lstStyle/>
          <a:p>
            <a:pPr marL="0" marR="0" lvl="0" indent="0" algn="r" defTabSz="982550" rtl="0" eaLnBrk="1" fontAlgn="auto" latinLnBrk="0" hangingPunct="1">
              <a:lnSpc>
                <a:spcPct val="100000"/>
              </a:lnSpc>
              <a:spcBef>
                <a:spcPts val="0"/>
              </a:spcBef>
              <a:spcAft>
                <a:spcPts val="0"/>
              </a:spcAft>
              <a:buClrTx/>
              <a:buSzTx/>
              <a:buFontTx/>
              <a:buNone/>
              <a:tabLst/>
              <a:defRPr/>
            </a:pPr>
            <a:fld id="{B849F58B-522D-43AE-9196-6FF1A84B551E}" type="slidenum">
              <a:rPr kumimoji="0" lang="en-GB" sz="1300" b="0" i="0" u="none" strike="noStrike" kern="1200" cap="none" spc="0" normalizeH="0" baseline="0" noProof="0">
                <a:ln>
                  <a:noFill/>
                </a:ln>
                <a:solidFill>
                  <a:prstClr val="black"/>
                </a:solidFill>
                <a:effectLst/>
                <a:uLnTx/>
                <a:uFillTx/>
                <a:latin typeface="Calibri"/>
                <a:ea typeface="+mn-ea"/>
                <a:cs typeface="+mn-cs"/>
              </a:rPr>
              <a:pPr marL="0" marR="0" lvl="0" indent="0" algn="r" defTabSz="982550" rtl="0" eaLnBrk="1" fontAlgn="auto" latinLnBrk="0" hangingPunct="1">
                <a:lnSpc>
                  <a:spcPct val="100000"/>
                </a:lnSpc>
                <a:spcBef>
                  <a:spcPts val="0"/>
                </a:spcBef>
                <a:spcAft>
                  <a:spcPts val="0"/>
                </a:spcAft>
                <a:buClrTx/>
                <a:buSzTx/>
                <a:buFontTx/>
                <a:buNone/>
                <a:tabLst/>
                <a:defRPr/>
              </a:pPr>
              <a:t>8</a:t>
            </a:fld>
            <a:endParaRPr kumimoji="0" lang="en-GB"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7721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247F3-C4B0-60B2-EEE0-9CF3C2FBE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C35B1-1649-7A8B-0F81-F3FB097D6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980EA-8214-A9B7-1FC7-951FBB1F527C}"/>
              </a:ext>
            </a:extLst>
          </p:cNvPr>
          <p:cNvSpPr>
            <a:spLocks noGrp="1"/>
          </p:cNvSpPr>
          <p:nvPr>
            <p:ph type="body" idx="1"/>
          </p:nvPr>
        </p:nvSpPr>
        <p:spPr/>
        <p:txBody>
          <a:bodyPr>
            <a:normAutofit/>
          </a:bodyPr>
          <a:lstStyle/>
          <a:p>
            <a:endParaRPr lang="en-US" dirty="0"/>
          </a:p>
        </p:txBody>
      </p:sp>
      <p:sp>
        <p:nvSpPr>
          <p:cNvPr id="6" name="Slide Number Placeholder 5">
            <a:extLst>
              <a:ext uri="{FF2B5EF4-FFF2-40B4-BE49-F238E27FC236}">
                <a16:creationId xmlns:a16="http://schemas.microsoft.com/office/drawing/2014/main" id="{1FEF5FB0-7D04-FD9D-E804-5181D441120B}"/>
              </a:ext>
            </a:extLst>
          </p:cNvPr>
          <p:cNvSpPr>
            <a:spLocks noGrp="1"/>
          </p:cNvSpPr>
          <p:nvPr>
            <p:ph type="sldNum" sz="quarter" idx="12"/>
          </p:nvPr>
        </p:nvSpPr>
        <p:spPr/>
        <p:txBody>
          <a:bodyPr/>
          <a:lstStyle/>
          <a:p>
            <a:pPr marL="0" marR="0" lvl="0" indent="0" algn="r" defTabSz="982550" rtl="0" eaLnBrk="1" fontAlgn="auto" latinLnBrk="0" hangingPunct="1">
              <a:lnSpc>
                <a:spcPct val="100000"/>
              </a:lnSpc>
              <a:spcBef>
                <a:spcPts val="0"/>
              </a:spcBef>
              <a:spcAft>
                <a:spcPts val="0"/>
              </a:spcAft>
              <a:buClrTx/>
              <a:buSzTx/>
              <a:buFontTx/>
              <a:buNone/>
              <a:tabLst/>
              <a:defRPr/>
            </a:pPr>
            <a:fld id="{B849F58B-522D-43AE-9196-6FF1A84B551E}" type="slidenum">
              <a:rPr kumimoji="0" lang="en-GB" sz="1300" b="0" i="0" u="none" strike="noStrike" kern="1200" cap="none" spc="0" normalizeH="0" baseline="0" noProof="0">
                <a:ln>
                  <a:noFill/>
                </a:ln>
                <a:solidFill>
                  <a:prstClr val="black"/>
                </a:solidFill>
                <a:effectLst/>
                <a:uLnTx/>
                <a:uFillTx/>
                <a:latin typeface="Calibri"/>
                <a:ea typeface="+mn-ea"/>
                <a:cs typeface="+mn-cs"/>
              </a:rPr>
              <a:pPr marL="0" marR="0" lvl="0" indent="0" algn="r" defTabSz="982550" rtl="0" eaLnBrk="1" fontAlgn="auto" latinLnBrk="0" hangingPunct="1">
                <a:lnSpc>
                  <a:spcPct val="100000"/>
                </a:lnSpc>
                <a:spcBef>
                  <a:spcPts val="0"/>
                </a:spcBef>
                <a:spcAft>
                  <a:spcPts val="0"/>
                </a:spcAft>
                <a:buClrTx/>
                <a:buSzTx/>
                <a:buFontTx/>
                <a:buNone/>
                <a:tabLst/>
                <a:defRPr/>
              </a:pPr>
              <a:t>9</a:t>
            </a:fld>
            <a:endParaRPr kumimoji="0" lang="en-GB"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593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D2B27-609D-7C25-288A-37C5677241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98C11E-1662-222A-6E92-297AE7A14C36}"/>
              </a:ext>
            </a:extLst>
          </p:cNvPr>
          <p:cNvSpPr>
            <a:spLocks noGrp="1" noRot="1" noChangeAspect="1"/>
          </p:cNvSpPr>
          <p:nvPr>
            <p:ph type="sldImg"/>
          </p:nvPr>
        </p:nvSpPr>
        <p:spPr>
          <a:xfrm>
            <a:off x="93663" y="757238"/>
            <a:ext cx="6864350" cy="3862387"/>
          </a:xfrm>
        </p:spPr>
      </p:sp>
      <p:sp>
        <p:nvSpPr>
          <p:cNvPr id="3" name="Espace réservé des commentaires 2">
            <a:extLst>
              <a:ext uri="{FF2B5EF4-FFF2-40B4-BE49-F238E27FC236}">
                <a16:creationId xmlns:a16="http://schemas.microsoft.com/office/drawing/2014/main" id="{FCFE6E27-EC20-F3D6-9238-D5DD61C6CAC1}"/>
              </a:ext>
            </a:extLst>
          </p:cNvPr>
          <p:cNvSpPr>
            <a:spLocks noGrp="1"/>
          </p:cNvSpPr>
          <p:nvPr>
            <p:ph type="body" idx="1"/>
          </p:nvPr>
        </p:nvSpPr>
        <p:spPr/>
        <p:txBody>
          <a:bodyPr>
            <a:normAutofit/>
          </a:bodyPr>
          <a:lstStyle/>
          <a:p>
            <a:pPr marL="457200" indent="-317500"/>
            <a:endParaRPr lang="fr-FR" dirty="0"/>
          </a:p>
        </p:txBody>
      </p:sp>
      <p:sp>
        <p:nvSpPr>
          <p:cNvPr id="4" name="Espace réservé du numéro de diapositive 3">
            <a:extLst>
              <a:ext uri="{FF2B5EF4-FFF2-40B4-BE49-F238E27FC236}">
                <a16:creationId xmlns:a16="http://schemas.microsoft.com/office/drawing/2014/main" id="{FA8DE4B7-1518-70B7-910E-132AA8DDE5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207E6BE2-1B7A-40CA-9C7E-1B6652052ECD}" type="slidenum">
              <a:rPr kumimoji="0" lang="en-GB" sz="1400" b="0" i="0" u="none" strike="noStrike" kern="0" cap="none" spc="0" normalizeH="0" baseline="0" noProof="0" smtClean="0">
                <a:ln>
                  <a:noFill/>
                </a:ln>
                <a:solidFill>
                  <a:srgbClr val="000000"/>
                </a:solidFill>
                <a:effectLst/>
                <a:uLnTx/>
                <a:uFillTx/>
                <a:latin typeface="Arial"/>
                <a:ea typeface="+mn-ea"/>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lang="en-GB"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058020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802612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803590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98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3663" y="757238"/>
            <a:ext cx="6864350" cy="38623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207E6BE2-1B7A-40CA-9C7E-1B6652052ECD}" type="slidenum">
              <a:rPr lang="en-GB" smtClean="0"/>
              <a:pPr>
                <a:defRPr/>
              </a:pPr>
              <a:t>18</a:t>
            </a:fld>
            <a:endParaRPr lang="en-GB"/>
          </a:p>
        </p:txBody>
      </p:sp>
    </p:spTree>
    <p:extLst>
      <p:ext uri="{BB962C8B-B14F-4D97-AF65-F5344CB8AC3E}">
        <p14:creationId xmlns:p14="http://schemas.microsoft.com/office/powerpoint/2010/main" val="3544173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3663" y="757238"/>
            <a:ext cx="6864350" cy="38623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207E6BE2-1B7A-40CA-9C7E-1B6652052ECD}" type="slidenum">
              <a:rPr lang="en-GB" smtClean="0"/>
              <a:pPr>
                <a:defRPr/>
              </a:pPr>
              <a:t>19</a:t>
            </a:fld>
            <a:endParaRPr lang="en-GB"/>
          </a:p>
        </p:txBody>
      </p:sp>
    </p:spTree>
    <p:extLst>
      <p:ext uri="{BB962C8B-B14F-4D97-AF65-F5344CB8AC3E}">
        <p14:creationId xmlns:p14="http://schemas.microsoft.com/office/powerpoint/2010/main" val="3026131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847007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2805005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88844C-E04F-4B9A-8816-8AD576B7F60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1149143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oleObject" Target="../embeddings/oleObject5.bin"/><Relationship Id="rId2" Type="http://schemas.openxmlformats.org/officeDocument/2006/relationships/tags" Target="../tags/tag7.xml"/><Relationship Id="rId1" Type="http://schemas.openxmlformats.org/officeDocument/2006/relationships/vmlDrawing" Target="../drawings/vmlDrawing5.vml"/><Relationship Id="rId6" Type="http://schemas.openxmlformats.org/officeDocument/2006/relationships/image" Target="../media/image2.jpeg"/><Relationship Id="rId5" Type="http://schemas.openxmlformats.org/officeDocument/2006/relationships/slideMaster" Target="../slideMasters/slideMaster2.xml"/><Relationship Id="rId4" Type="http://schemas.openxmlformats.org/officeDocument/2006/relationships/tags" Target="../tags/tag9.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6.v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oleObject" Target="../embeddings/oleObject8.bin"/><Relationship Id="rId2" Type="http://schemas.openxmlformats.org/officeDocument/2006/relationships/tags" Target="../tags/tag12.xml"/><Relationship Id="rId1" Type="http://schemas.openxmlformats.org/officeDocument/2006/relationships/vmlDrawing" Target="../drawings/vmlDrawing8.vml"/><Relationship Id="rId6" Type="http://schemas.openxmlformats.org/officeDocument/2006/relationships/image" Target="../media/image2.jpeg"/><Relationship Id="rId5" Type="http://schemas.openxmlformats.org/officeDocument/2006/relationships/slideMaster" Target="../slideMasters/slideMaster3.xml"/><Relationship Id="rId4" Type="http://schemas.openxmlformats.org/officeDocument/2006/relationships/tags" Target="../tags/tag14.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xml"/><Relationship Id="rId1" Type="http://schemas.openxmlformats.org/officeDocument/2006/relationships/vmlDrawing" Target="../drawings/vmlDrawing9.vml"/><Relationship Id="rId5" Type="http://schemas.openxmlformats.org/officeDocument/2006/relationships/image" Target="../media/image3.emf"/><Relationship Id="rId4" Type="http://schemas.openxmlformats.org/officeDocument/2006/relationships/oleObject" Target="../embeddings/oleObject9.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oleObject" Target="../embeddings/oleObject11.bin"/><Relationship Id="rId2" Type="http://schemas.openxmlformats.org/officeDocument/2006/relationships/tags" Target="../tags/tag17.xml"/><Relationship Id="rId1" Type="http://schemas.openxmlformats.org/officeDocument/2006/relationships/vmlDrawing" Target="../drawings/vmlDrawing11.vml"/><Relationship Id="rId6" Type="http://schemas.openxmlformats.org/officeDocument/2006/relationships/image" Target="../media/image2.jpeg"/><Relationship Id="rId5" Type="http://schemas.openxmlformats.org/officeDocument/2006/relationships/slideMaster" Target="../slideMasters/slideMaster4.xml"/><Relationship Id="rId4"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0.xml"/><Relationship Id="rId1" Type="http://schemas.openxmlformats.org/officeDocument/2006/relationships/vmlDrawing" Target="../drawings/vmlDrawing12.v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oleObject" Target="../embeddings/oleObject14.bin"/><Relationship Id="rId2" Type="http://schemas.openxmlformats.org/officeDocument/2006/relationships/tags" Target="../tags/tag22.xml"/><Relationship Id="rId1" Type="http://schemas.openxmlformats.org/officeDocument/2006/relationships/vmlDrawing" Target="../drawings/vmlDrawing14.vml"/><Relationship Id="rId6" Type="http://schemas.openxmlformats.org/officeDocument/2006/relationships/image" Target="../media/image2.jpeg"/><Relationship Id="rId5" Type="http://schemas.openxmlformats.org/officeDocument/2006/relationships/slideMaster" Target="../slideMasters/slideMaster5.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5.xml"/><Relationship Id="rId1" Type="http://schemas.openxmlformats.org/officeDocument/2006/relationships/vmlDrawing" Target="../drawings/vmlDrawing15.vml"/><Relationship Id="rId5" Type="http://schemas.openxmlformats.org/officeDocument/2006/relationships/image" Target="../media/image3.emf"/><Relationship Id="rId4" Type="http://schemas.openxmlformats.org/officeDocument/2006/relationships/oleObject" Target="../embeddings/oleObject15.bin"/></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oleObject" Target="../embeddings/oleObject17.bin"/><Relationship Id="rId2" Type="http://schemas.openxmlformats.org/officeDocument/2006/relationships/tags" Target="../tags/tag27.xml"/><Relationship Id="rId1" Type="http://schemas.openxmlformats.org/officeDocument/2006/relationships/vmlDrawing" Target="../drawings/vmlDrawing17.vml"/><Relationship Id="rId6" Type="http://schemas.openxmlformats.org/officeDocument/2006/relationships/image" Target="../media/image2.jpeg"/><Relationship Id="rId5" Type="http://schemas.openxmlformats.org/officeDocument/2006/relationships/slideMaster" Target="../slideMasters/slideMaster6.xml"/><Relationship Id="rId4" Type="http://schemas.openxmlformats.org/officeDocument/2006/relationships/tags" Target="../tags/tag29.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30.xml"/><Relationship Id="rId1" Type="http://schemas.openxmlformats.org/officeDocument/2006/relationships/vmlDrawing" Target="../drawings/vmlDrawing18.vml"/><Relationship Id="rId5" Type="http://schemas.openxmlformats.org/officeDocument/2006/relationships/image" Target="../media/image3.emf"/><Relationship Id="rId4" Type="http://schemas.openxmlformats.org/officeDocument/2006/relationships/oleObject" Target="../embeddings/oleObject18.bin"/></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oleObject" Target="../embeddings/oleObject20.bin"/><Relationship Id="rId2" Type="http://schemas.openxmlformats.org/officeDocument/2006/relationships/tags" Target="../tags/tag32.xml"/><Relationship Id="rId1" Type="http://schemas.openxmlformats.org/officeDocument/2006/relationships/vmlDrawing" Target="../drawings/vmlDrawing20.vml"/><Relationship Id="rId6" Type="http://schemas.openxmlformats.org/officeDocument/2006/relationships/image" Target="../media/image2.jpeg"/><Relationship Id="rId5" Type="http://schemas.openxmlformats.org/officeDocument/2006/relationships/slideMaster" Target="../slideMasters/slideMaster7.xml"/><Relationship Id="rId4" Type="http://schemas.openxmlformats.org/officeDocument/2006/relationships/tags" Target="../tags/tag34.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35.xml"/><Relationship Id="rId1" Type="http://schemas.openxmlformats.org/officeDocument/2006/relationships/vmlDrawing" Target="../drawings/vmlDrawing21.vml"/><Relationship Id="rId5" Type="http://schemas.openxmlformats.org/officeDocument/2006/relationships/image" Target="../media/image3.emf"/><Relationship Id="rId4" Type="http://schemas.openxmlformats.org/officeDocument/2006/relationships/oleObject" Target="../embeddings/oleObject21.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oleObject" Target="../embeddings/oleObject23.bin"/><Relationship Id="rId2" Type="http://schemas.openxmlformats.org/officeDocument/2006/relationships/tags" Target="../tags/tag37.xml"/><Relationship Id="rId1" Type="http://schemas.openxmlformats.org/officeDocument/2006/relationships/vmlDrawing" Target="../drawings/vmlDrawing23.vml"/><Relationship Id="rId6" Type="http://schemas.openxmlformats.org/officeDocument/2006/relationships/image" Target="../media/image2.jpeg"/><Relationship Id="rId5" Type="http://schemas.openxmlformats.org/officeDocument/2006/relationships/slideMaster" Target="../slideMasters/slideMaster8.xml"/><Relationship Id="rId4" Type="http://schemas.openxmlformats.org/officeDocument/2006/relationships/tags" Target="../tags/tag39.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40.xml"/><Relationship Id="rId1" Type="http://schemas.openxmlformats.org/officeDocument/2006/relationships/vmlDrawing" Target="../drawings/vmlDrawing24.vml"/><Relationship Id="rId5" Type="http://schemas.openxmlformats.org/officeDocument/2006/relationships/image" Target="../media/image3.emf"/><Relationship Id="rId4" Type="http://schemas.openxmlformats.org/officeDocument/2006/relationships/oleObject" Target="../embeddings/oleObject24.bin"/></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oleObject" Target="../embeddings/oleObject26.bin"/><Relationship Id="rId2" Type="http://schemas.openxmlformats.org/officeDocument/2006/relationships/tags" Target="../tags/tag42.xml"/><Relationship Id="rId1" Type="http://schemas.openxmlformats.org/officeDocument/2006/relationships/vmlDrawing" Target="../drawings/vmlDrawing26.vml"/><Relationship Id="rId6" Type="http://schemas.openxmlformats.org/officeDocument/2006/relationships/image" Target="../media/image5.jpeg"/><Relationship Id="rId5" Type="http://schemas.openxmlformats.org/officeDocument/2006/relationships/slideMaster" Target="../slideMasters/slideMaster9.xml"/><Relationship Id="rId4" Type="http://schemas.openxmlformats.org/officeDocument/2006/relationships/tags" Target="../tags/tag44.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45.xml"/><Relationship Id="rId1" Type="http://schemas.openxmlformats.org/officeDocument/2006/relationships/vmlDrawing" Target="../drawings/vmlDrawing27.vml"/><Relationship Id="rId5" Type="http://schemas.openxmlformats.org/officeDocument/2006/relationships/image" Target="../media/image3.emf"/><Relationship Id="rId4" Type="http://schemas.openxmlformats.org/officeDocument/2006/relationships/oleObject" Target="../embeddings/oleObject27.bin"/></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oleObject" Target="../embeddings/oleObject29.bin"/><Relationship Id="rId2" Type="http://schemas.openxmlformats.org/officeDocument/2006/relationships/tags" Target="../tags/tag47.xml"/><Relationship Id="rId1" Type="http://schemas.openxmlformats.org/officeDocument/2006/relationships/vmlDrawing" Target="../drawings/vmlDrawing29.vml"/><Relationship Id="rId6" Type="http://schemas.openxmlformats.org/officeDocument/2006/relationships/image" Target="../media/image5.jpeg"/><Relationship Id="rId5" Type="http://schemas.openxmlformats.org/officeDocument/2006/relationships/slideMaster" Target="../slideMasters/slideMaster10.xml"/><Relationship Id="rId4" Type="http://schemas.openxmlformats.org/officeDocument/2006/relationships/tags" Target="../tags/tag49.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50.xml"/><Relationship Id="rId1" Type="http://schemas.openxmlformats.org/officeDocument/2006/relationships/vmlDrawing" Target="../drawings/vmlDrawing30.vml"/><Relationship Id="rId5" Type="http://schemas.openxmlformats.org/officeDocument/2006/relationships/image" Target="../media/image3.emf"/><Relationship Id="rId4" Type="http://schemas.openxmlformats.org/officeDocument/2006/relationships/oleObject" Target="../embeddings/oleObject30.bin"/></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53.xml"/><Relationship Id="rId7" Type="http://schemas.openxmlformats.org/officeDocument/2006/relationships/oleObject" Target="../embeddings/oleObject32.bin"/><Relationship Id="rId2" Type="http://schemas.openxmlformats.org/officeDocument/2006/relationships/tags" Target="../tags/tag52.xml"/><Relationship Id="rId1" Type="http://schemas.openxmlformats.org/officeDocument/2006/relationships/vmlDrawing" Target="../drawings/vmlDrawing32.vml"/><Relationship Id="rId6" Type="http://schemas.openxmlformats.org/officeDocument/2006/relationships/image" Target="../media/image5.jpeg"/><Relationship Id="rId5" Type="http://schemas.openxmlformats.org/officeDocument/2006/relationships/slideMaster" Target="../slideMasters/slideMaster11.xml"/><Relationship Id="rId4"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55.xml"/><Relationship Id="rId1" Type="http://schemas.openxmlformats.org/officeDocument/2006/relationships/vmlDrawing" Target="../drawings/vmlDrawing33.vml"/><Relationship Id="rId5" Type="http://schemas.openxmlformats.org/officeDocument/2006/relationships/image" Target="../media/image3.emf"/><Relationship Id="rId4" Type="http://schemas.openxmlformats.org/officeDocument/2006/relationships/oleObject" Target="../embeddings/oleObject33.bin"/></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2.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8.tiff"/><Relationship Id="rId13"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hyperlink" Target="https://twitter.com/RhapsodiesC" TargetMode="External"/><Relationship Id="rId12" Type="http://schemas.openxmlformats.org/officeDocument/2006/relationships/image" Target="../media/image20.tiff"/><Relationship Id="rId2" Type="http://schemas.openxmlformats.org/officeDocument/2006/relationships/image" Target="../media/image14.png"/><Relationship Id="rId1" Type="http://schemas.openxmlformats.org/officeDocument/2006/relationships/slideMaster" Target="../slideMasters/slideMaster12.xml"/><Relationship Id="rId6" Type="http://schemas.openxmlformats.org/officeDocument/2006/relationships/image" Target="../media/image17.tiff"/><Relationship Id="rId11" Type="http://schemas.openxmlformats.org/officeDocument/2006/relationships/hyperlink" Target="https://plus.google.com/u/0/b/101018483569969201151/101018483569969201151/posts" TargetMode="External"/><Relationship Id="rId5" Type="http://schemas.openxmlformats.org/officeDocument/2006/relationships/hyperlink" Target="https://www.linkedin.com/company/rhapsodies-conseil/" TargetMode="External"/><Relationship Id="rId15" Type="http://schemas.openxmlformats.org/officeDocument/2006/relationships/image" Target="../media/image23.jpeg"/><Relationship Id="rId10" Type="http://schemas.openxmlformats.org/officeDocument/2006/relationships/image" Target="../media/image19.tiff"/><Relationship Id="rId4" Type="http://schemas.openxmlformats.org/officeDocument/2006/relationships/image" Target="../media/image16.jpeg"/><Relationship Id="rId9" Type="http://schemas.openxmlformats.org/officeDocument/2006/relationships/hyperlink" Target="https://www.facebook.com/pages/Rhapsodies-Conseil/944958618889930" TargetMode="External"/><Relationship Id="rId1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2.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vmlDrawing" Target="../drawings/vmlDrawing36.vml"/><Relationship Id="rId5" Type="http://schemas.openxmlformats.org/officeDocument/2006/relationships/oleObject" Target="../embeddings/oleObject36.bin"/><Relationship Id="rId4" Type="http://schemas.openxmlformats.org/officeDocument/2006/relationships/slideMaster" Target="../slideMasters/slideMaster1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60.xml"/><Relationship Id="rId1" Type="http://schemas.openxmlformats.org/officeDocument/2006/relationships/vmlDrawing" Target="../drawings/vmlDrawing37.vml"/><Relationship Id="rId4" Type="http://schemas.openxmlformats.org/officeDocument/2006/relationships/oleObject" Target="../embeddings/oleObject37.bin"/></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61.xml"/><Relationship Id="rId1" Type="http://schemas.openxmlformats.org/officeDocument/2006/relationships/vmlDrawing" Target="../drawings/vmlDrawing38.vml"/><Relationship Id="rId4" Type="http://schemas.openxmlformats.org/officeDocument/2006/relationships/oleObject" Target="../embeddings/oleObject38.bin"/></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62.xml"/><Relationship Id="rId1" Type="http://schemas.openxmlformats.org/officeDocument/2006/relationships/vmlDrawing" Target="../drawings/vmlDrawing39.vml"/><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vmlDrawing" Target="../drawings/vmlDrawing40.vml"/><Relationship Id="rId6" Type="http://schemas.openxmlformats.org/officeDocument/2006/relationships/oleObject" Target="../embeddings/oleObject40.bin"/><Relationship Id="rId5" Type="http://schemas.openxmlformats.org/officeDocument/2006/relationships/slideMaster" Target="../slideMasters/slideMaster13.xml"/><Relationship Id="rId4" Type="http://schemas.openxmlformats.org/officeDocument/2006/relationships/tags" Target="../tags/tag6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66.xml"/><Relationship Id="rId1" Type="http://schemas.openxmlformats.org/officeDocument/2006/relationships/vmlDrawing" Target="../drawings/vmlDrawing41.vml"/><Relationship Id="rId4" Type="http://schemas.openxmlformats.org/officeDocument/2006/relationships/oleObject" Target="../embeddings/oleObject41.bin"/></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67.xml"/><Relationship Id="rId1" Type="http://schemas.openxmlformats.org/officeDocument/2006/relationships/vmlDrawing" Target="../drawings/vmlDrawing42.vml"/><Relationship Id="rId4" Type="http://schemas.openxmlformats.org/officeDocument/2006/relationships/oleObject" Target="../embeddings/oleObject42.bin"/></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7.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vmlDrawing" Target="../drawings/vmlDrawing43.vml"/><Relationship Id="rId5" Type="http://schemas.openxmlformats.org/officeDocument/2006/relationships/oleObject" Target="../embeddings/oleObject43.bin"/><Relationship Id="rId4" Type="http://schemas.openxmlformats.org/officeDocument/2006/relationships/slideMaster" Target="../slideMasters/slideMaster13.xml"/></Relationships>
</file>

<file path=ppt/slideLayouts/_rels/slideLayout98.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vmlDrawing" Target="../drawings/vmlDrawing44.vml"/><Relationship Id="rId6" Type="http://schemas.openxmlformats.org/officeDocument/2006/relationships/image" Target="NULL"/><Relationship Id="rId5" Type="http://schemas.openxmlformats.org/officeDocument/2006/relationships/oleObject" Target="../embeddings/oleObject44.bin"/><Relationship Id="rId4" Type="http://schemas.openxmlformats.org/officeDocument/2006/relationships/slideMaster" Target="../slideMasters/slideMaster13.xml"/></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2.xml"/><Relationship Id="rId1" Type="http://schemas.openxmlformats.org/officeDocument/2006/relationships/vmlDrawing" Target="../drawings/vmlDrawing45.vml"/><Relationship Id="rId5" Type="http://schemas.openxmlformats.org/officeDocument/2006/relationships/image" Target="NULL"/><Relationship Id="rId4" Type="http://schemas.openxmlformats.org/officeDocument/2006/relationships/oleObject" Target="../embeddings/oleObject45.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3.xml"/><Relationship Id="rId1" Type="http://schemas.openxmlformats.org/officeDocument/2006/relationships/vmlDrawing" Target="../drawings/vmlDrawing46.vml"/><Relationship Id="rId5" Type="http://schemas.openxmlformats.org/officeDocument/2006/relationships/image" Target="NULL"/><Relationship Id="rId4" Type="http://schemas.openxmlformats.org/officeDocument/2006/relationships/oleObject" Target="../embeddings/oleObject46.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4.xml"/><Relationship Id="rId1" Type="http://schemas.openxmlformats.org/officeDocument/2006/relationships/vmlDrawing" Target="../drawings/vmlDrawing47.vml"/><Relationship Id="rId5" Type="http://schemas.openxmlformats.org/officeDocument/2006/relationships/image" Target="NULL"/><Relationship Id="rId4" Type="http://schemas.openxmlformats.org/officeDocument/2006/relationships/oleObject" Target="../embeddings/oleObject47.bin"/></Relationships>
</file>

<file path=ppt/slideLayouts/_rels/slideLayout102.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48.vml"/><Relationship Id="rId6" Type="http://schemas.openxmlformats.org/officeDocument/2006/relationships/image" Target="NULL"/><Relationship Id="rId5" Type="http://schemas.openxmlformats.org/officeDocument/2006/relationships/oleObject" Target="../embeddings/oleObject48.bin"/><Relationship Id="rId4" Type="http://schemas.openxmlformats.org/officeDocument/2006/relationships/slideMaster" Target="../slideMasters/slideMaster13.xml"/></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7.xml"/><Relationship Id="rId1" Type="http://schemas.openxmlformats.org/officeDocument/2006/relationships/vmlDrawing" Target="../drawings/vmlDrawing49.vml"/><Relationship Id="rId5" Type="http://schemas.openxmlformats.org/officeDocument/2006/relationships/image" Target="NULL"/><Relationship Id="rId4" Type="http://schemas.openxmlformats.org/officeDocument/2006/relationships/oleObject" Target="../embeddings/oleObject49.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8.xml"/><Relationship Id="rId1" Type="http://schemas.openxmlformats.org/officeDocument/2006/relationships/vmlDrawing" Target="../drawings/vmlDrawing50.vml"/><Relationship Id="rId5" Type="http://schemas.openxmlformats.org/officeDocument/2006/relationships/image" Target="NULL"/><Relationship Id="rId4" Type="http://schemas.openxmlformats.org/officeDocument/2006/relationships/oleObject" Target="../embeddings/oleObject50.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79.xml"/><Relationship Id="rId1" Type="http://schemas.openxmlformats.org/officeDocument/2006/relationships/vmlDrawing" Target="../drawings/vmlDrawing51.vml"/><Relationship Id="rId5" Type="http://schemas.openxmlformats.org/officeDocument/2006/relationships/image" Target="NULL"/><Relationship Id="rId4" Type="http://schemas.openxmlformats.org/officeDocument/2006/relationships/oleObject" Target="../embeddings/oleObject51.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80.xml"/><Relationship Id="rId1" Type="http://schemas.openxmlformats.org/officeDocument/2006/relationships/vmlDrawing" Target="../drawings/vmlDrawing52.vml"/><Relationship Id="rId5" Type="http://schemas.openxmlformats.org/officeDocument/2006/relationships/image" Target="NULL"/><Relationship Id="rId4" Type="http://schemas.openxmlformats.org/officeDocument/2006/relationships/oleObject" Target="../embeddings/oleObject52.bin"/></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tags" Target="../tags/tag81.xml"/></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82.xml"/><Relationship Id="rId1" Type="http://schemas.openxmlformats.org/officeDocument/2006/relationships/vmlDrawing" Target="../drawings/vmlDrawing53.vml"/><Relationship Id="rId5" Type="http://schemas.openxmlformats.org/officeDocument/2006/relationships/image" Target="../media/image3.emf"/><Relationship Id="rId4" Type="http://schemas.openxmlformats.org/officeDocument/2006/relationships/oleObject" Target="../embeddings/oleObject53.bin"/></Relationships>
</file>

<file path=ppt/slideLayouts/_rels/slideLayout1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85.xml"/><Relationship Id="rId7" Type="http://schemas.openxmlformats.org/officeDocument/2006/relationships/image" Target="../media/image25.emf"/><Relationship Id="rId2" Type="http://schemas.openxmlformats.org/officeDocument/2006/relationships/tags" Target="../tags/tag84.xml"/><Relationship Id="rId1" Type="http://schemas.openxmlformats.org/officeDocument/2006/relationships/vmlDrawing" Target="../drawings/vmlDrawing55.vml"/><Relationship Id="rId6" Type="http://schemas.openxmlformats.org/officeDocument/2006/relationships/oleObject" Target="../embeddings/oleObject55.bin"/><Relationship Id="rId5" Type="http://schemas.openxmlformats.org/officeDocument/2006/relationships/image" Target="../media/image26.png"/><Relationship Id="rId4" Type="http://schemas.openxmlformats.org/officeDocument/2006/relationships/slideMaster" Target="../slideMasters/slideMaster14.xml"/><Relationship Id="rId9" Type="http://schemas.openxmlformats.org/officeDocument/2006/relationships/image" Target="../media/image2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4.xml"/></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86.xml"/><Relationship Id="rId1" Type="http://schemas.openxmlformats.org/officeDocument/2006/relationships/vmlDrawing" Target="../drawings/vmlDrawing56.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56.bin"/></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87.xml"/><Relationship Id="rId1" Type="http://schemas.openxmlformats.org/officeDocument/2006/relationships/vmlDrawing" Target="../drawings/vmlDrawing57.vml"/><Relationship Id="rId6" Type="http://schemas.openxmlformats.org/officeDocument/2006/relationships/image" Target="../media/image35.png"/><Relationship Id="rId5" Type="http://schemas.openxmlformats.org/officeDocument/2006/relationships/image" Target="../media/image31.emf"/><Relationship Id="rId4" Type="http://schemas.openxmlformats.org/officeDocument/2006/relationships/oleObject" Target="../embeddings/oleObject57.bin"/></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88.xml"/><Relationship Id="rId1" Type="http://schemas.openxmlformats.org/officeDocument/2006/relationships/vmlDrawing" Target="../drawings/vmlDrawing58.vml"/><Relationship Id="rId6" Type="http://schemas.openxmlformats.org/officeDocument/2006/relationships/image" Target="../media/image36.jpg"/><Relationship Id="rId5" Type="http://schemas.openxmlformats.org/officeDocument/2006/relationships/image" Target="../media/image25.emf"/><Relationship Id="rId4" Type="http://schemas.openxmlformats.org/officeDocument/2006/relationships/oleObject" Target="../embeddings/oleObject58.bin"/></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90.xml"/><Relationship Id="rId7" Type="http://schemas.openxmlformats.org/officeDocument/2006/relationships/image" Target="../media/image25.emf"/><Relationship Id="rId2" Type="http://schemas.openxmlformats.org/officeDocument/2006/relationships/tags" Target="../tags/tag89.xml"/><Relationship Id="rId1" Type="http://schemas.openxmlformats.org/officeDocument/2006/relationships/vmlDrawing" Target="../drawings/vmlDrawing59.vml"/><Relationship Id="rId6" Type="http://schemas.openxmlformats.org/officeDocument/2006/relationships/oleObject" Target="../embeddings/oleObject59.bin"/><Relationship Id="rId5" Type="http://schemas.openxmlformats.org/officeDocument/2006/relationships/slideMaster" Target="../slideMasters/slideMaster14.xml"/><Relationship Id="rId4" Type="http://schemas.openxmlformats.org/officeDocument/2006/relationships/tags" Target="../tags/tag91.xml"/><Relationship Id="rId9" Type="http://schemas.openxmlformats.org/officeDocument/2006/relationships/image" Target="../media/image37.jpe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92.xml"/><Relationship Id="rId1" Type="http://schemas.openxmlformats.org/officeDocument/2006/relationships/vmlDrawing" Target="../drawings/vmlDrawing60.vml"/><Relationship Id="rId6" Type="http://schemas.openxmlformats.org/officeDocument/2006/relationships/image" Target="../media/image29.png"/><Relationship Id="rId5" Type="http://schemas.openxmlformats.org/officeDocument/2006/relationships/image" Target="../media/image31.emf"/><Relationship Id="rId4" Type="http://schemas.openxmlformats.org/officeDocument/2006/relationships/oleObject" Target="../embeddings/oleObject60.bin"/></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93.xml"/><Relationship Id="rId1" Type="http://schemas.openxmlformats.org/officeDocument/2006/relationships/vmlDrawing" Target="../drawings/vmlDrawing61.vml"/><Relationship Id="rId6" Type="http://schemas.openxmlformats.org/officeDocument/2006/relationships/image" Target="../media/image35.png"/><Relationship Id="rId5" Type="http://schemas.openxmlformats.org/officeDocument/2006/relationships/image" Target="../media/image25.emf"/><Relationship Id="rId4" Type="http://schemas.openxmlformats.org/officeDocument/2006/relationships/oleObject" Target="../embeddings/oleObject61.bin"/></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3" Type="http://schemas.openxmlformats.org/officeDocument/2006/relationships/tags" Target="../tags/tag95.xml"/><Relationship Id="rId7" Type="http://schemas.openxmlformats.org/officeDocument/2006/relationships/image" Target="../media/image38.jpg"/><Relationship Id="rId2" Type="http://schemas.openxmlformats.org/officeDocument/2006/relationships/tags" Target="../tags/tag94.xml"/><Relationship Id="rId1" Type="http://schemas.openxmlformats.org/officeDocument/2006/relationships/vmlDrawing" Target="../drawings/vmlDrawing62.vml"/><Relationship Id="rId6" Type="http://schemas.openxmlformats.org/officeDocument/2006/relationships/image" Target="../media/image25.emf"/><Relationship Id="rId5" Type="http://schemas.openxmlformats.org/officeDocument/2006/relationships/oleObject" Target="../embeddings/oleObject62.bin"/><Relationship Id="rId4"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vmlDrawing" Target="../drawings/vmlDrawing63.vml"/><Relationship Id="rId6" Type="http://schemas.openxmlformats.org/officeDocument/2006/relationships/image" Target="../media/image24.emf"/><Relationship Id="rId5" Type="http://schemas.openxmlformats.org/officeDocument/2006/relationships/oleObject" Target="../embeddings/oleObject63.bin"/><Relationship Id="rId4"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98.xml"/><Relationship Id="rId1" Type="http://schemas.openxmlformats.org/officeDocument/2006/relationships/vmlDrawing" Target="../drawings/vmlDrawing64.vml"/><Relationship Id="rId5" Type="http://schemas.openxmlformats.org/officeDocument/2006/relationships/image" Target="../media/image24.emf"/><Relationship Id="rId4" Type="http://schemas.openxmlformats.org/officeDocument/2006/relationships/oleObject" Target="../embeddings/oleObject64.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99.xml"/><Relationship Id="rId1" Type="http://schemas.openxmlformats.org/officeDocument/2006/relationships/vmlDrawing" Target="../drawings/vmlDrawing65.vml"/><Relationship Id="rId5" Type="http://schemas.openxmlformats.org/officeDocument/2006/relationships/image" Target="../media/image24.emf"/><Relationship Id="rId4" Type="http://schemas.openxmlformats.org/officeDocument/2006/relationships/oleObject" Target="../embeddings/oleObject65.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0.xml"/><Relationship Id="rId1" Type="http://schemas.openxmlformats.org/officeDocument/2006/relationships/vmlDrawing" Target="../drawings/vmlDrawing66.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66.bin"/></Relationships>
</file>

<file path=ppt/slideLayouts/_rels/slideLayout169.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vmlDrawing" Target="../drawings/vmlDrawing67.vml"/><Relationship Id="rId6" Type="http://schemas.openxmlformats.org/officeDocument/2006/relationships/image" Target="../media/image24.emf"/><Relationship Id="rId5" Type="http://schemas.openxmlformats.org/officeDocument/2006/relationships/oleObject" Target="../embeddings/oleObject67.bin"/><Relationship Id="rId4"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3.xml"/><Relationship Id="rId1" Type="http://schemas.openxmlformats.org/officeDocument/2006/relationships/vmlDrawing" Target="../drawings/vmlDrawing68.vml"/><Relationship Id="rId5" Type="http://schemas.openxmlformats.org/officeDocument/2006/relationships/image" Target="../media/image24.emf"/><Relationship Id="rId4" Type="http://schemas.openxmlformats.org/officeDocument/2006/relationships/oleObject" Target="../embeddings/oleObject68.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4.xml"/><Relationship Id="rId1" Type="http://schemas.openxmlformats.org/officeDocument/2006/relationships/vmlDrawing" Target="../drawings/vmlDrawing69.vml"/><Relationship Id="rId5" Type="http://schemas.openxmlformats.org/officeDocument/2006/relationships/image" Target="../media/image24.emf"/><Relationship Id="rId4" Type="http://schemas.openxmlformats.org/officeDocument/2006/relationships/oleObject" Target="../embeddings/oleObject69.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5.xml"/><Relationship Id="rId1" Type="http://schemas.openxmlformats.org/officeDocument/2006/relationships/vmlDrawing" Target="../drawings/vmlDrawing70.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70.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6.xml"/><Relationship Id="rId1" Type="http://schemas.openxmlformats.org/officeDocument/2006/relationships/vmlDrawing" Target="../drawings/vmlDrawing7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71.bin"/></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09.xml"/><Relationship Id="rId7" Type="http://schemas.openxmlformats.org/officeDocument/2006/relationships/image" Target="../media/image25.emf"/><Relationship Id="rId2" Type="http://schemas.openxmlformats.org/officeDocument/2006/relationships/tags" Target="../tags/tag108.xml"/><Relationship Id="rId1" Type="http://schemas.openxmlformats.org/officeDocument/2006/relationships/vmlDrawing" Target="../drawings/vmlDrawing73.vml"/><Relationship Id="rId6" Type="http://schemas.openxmlformats.org/officeDocument/2006/relationships/oleObject" Target="../embeddings/oleObject73.bin"/><Relationship Id="rId5" Type="http://schemas.openxmlformats.org/officeDocument/2006/relationships/image" Target="../media/image26.png"/><Relationship Id="rId4" Type="http://schemas.openxmlformats.org/officeDocument/2006/relationships/slideMaster" Target="../slideMasters/slideMaster15.xml"/><Relationship Id="rId9" Type="http://schemas.openxmlformats.org/officeDocument/2006/relationships/image" Target="../media/image28.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10.xml"/><Relationship Id="rId1" Type="http://schemas.openxmlformats.org/officeDocument/2006/relationships/vmlDrawing" Target="../drawings/vmlDrawing74.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74.bin"/></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5.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7.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11.xml"/><Relationship Id="rId1" Type="http://schemas.openxmlformats.org/officeDocument/2006/relationships/vmlDrawing" Target="../drawings/vmlDrawing75.vml"/><Relationship Id="rId6" Type="http://schemas.openxmlformats.org/officeDocument/2006/relationships/image" Target="../media/image35.png"/><Relationship Id="rId5" Type="http://schemas.openxmlformats.org/officeDocument/2006/relationships/image" Target="../media/image31.emf"/><Relationship Id="rId4" Type="http://schemas.openxmlformats.org/officeDocument/2006/relationships/oleObject" Target="../embeddings/oleObject75.bin"/></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12.xml"/><Relationship Id="rId1" Type="http://schemas.openxmlformats.org/officeDocument/2006/relationships/vmlDrawing" Target="../drawings/vmlDrawing76.vml"/><Relationship Id="rId6" Type="http://schemas.openxmlformats.org/officeDocument/2006/relationships/image" Target="../media/image36.jpg"/><Relationship Id="rId5" Type="http://schemas.openxmlformats.org/officeDocument/2006/relationships/image" Target="../media/image25.emf"/><Relationship Id="rId4" Type="http://schemas.openxmlformats.org/officeDocument/2006/relationships/oleObject" Target="../embeddings/oleObject76.bin"/></Relationships>
</file>

<file path=ppt/slideLayouts/_rels/slideLayout20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14.xml"/><Relationship Id="rId7" Type="http://schemas.openxmlformats.org/officeDocument/2006/relationships/image" Target="../media/image25.emf"/><Relationship Id="rId2" Type="http://schemas.openxmlformats.org/officeDocument/2006/relationships/tags" Target="../tags/tag113.xml"/><Relationship Id="rId1" Type="http://schemas.openxmlformats.org/officeDocument/2006/relationships/vmlDrawing" Target="../drawings/vmlDrawing77.vml"/><Relationship Id="rId6" Type="http://schemas.openxmlformats.org/officeDocument/2006/relationships/oleObject" Target="../embeddings/oleObject77.bin"/><Relationship Id="rId5" Type="http://schemas.openxmlformats.org/officeDocument/2006/relationships/slideMaster" Target="../slideMasters/slideMaster15.xml"/><Relationship Id="rId4" Type="http://schemas.openxmlformats.org/officeDocument/2006/relationships/tags" Target="../tags/tag115.xml"/><Relationship Id="rId9" Type="http://schemas.openxmlformats.org/officeDocument/2006/relationships/image" Target="../media/image37.jpe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5.xml"/></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16.xml"/><Relationship Id="rId1" Type="http://schemas.openxmlformats.org/officeDocument/2006/relationships/vmlDrawing" Target="../drawings/vmlDrawing78.vml"/><Relationship Id="rId6" Type="http://schemas.openxmlformats.org/officeDocument/2006/relationships/image" Target="../media/image29.png"/><Relationship Id="rId5" Type="http://schemas.openxmlformats.org/officeDocument/2006/relationships/image" Target="../media/image31.emf"/><Relationship Id="rId4" Type="http://schemas.openxmlformats.org/officeDocument/2006/relationships/oleObject" Target="../embeddings/oleObject78.bin"/></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5.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5.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5.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5.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17.xml"/><Relationship Id="rId1" Type="http://schemas.openxmlformats.org/officeDocument/2006/relationships/vmlDrawing" Target="../drawings/vmlDrawing79.vml"/><Relationship Id="rId6" Type="http://schemas.openxmlformats.org/officeDocument/2006/relationships/image" Target="../media/image35.png"/><Relationship Id="rId5" Type="http://schemas.openxmlformats.org/officeDocument/2006/relationships/image" Target="../media/image25.emf"/><Relationship Id="rId4" Type="http://schemas.openxmlformats.org/officeDocument/2006/relationships/oleObject" Target="../embeddings/oleObject79.bin"/></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8.xml.rels><?xml version="1.0" encoding="UTF-8" standalone="yes"?>
<Relationships xmlns="http://schemas.openxmlformats.org/package/2006/relationships"><Relationship Id="rId3" Type="http://schemas.openxmlformats.org/officeDocument/2006/relationships/tags" Target="../tags/tag119.xml"/><Relationship Id="rId7" Type="http://schemas.openxmlformats.org/officeDocument/2006/relationships/image" Target="../media/image38.jpg"/><Relationship Id="rId2" Type="http://schemas.openxmlformats.org/officeDocument/2006/relationships/tags" Target="../tags/tag118.xml"/><Relationship Id="rId1" Type="http://schemas.openxmlformats.org/officeDocument/2006/relationships/vmlDrawing" Target="../drawings/vmlDrawing80.vml"/><Relationship Id="rId6" Type="http://schemas.openxmlformats.org/officeDocument/2006/relationships/image" Target="../media/image25.emf"/><Relationship Id="rId5" Type="http://schemas.openxmlformats.org/officeDocument/2006/relationships/oleObject" Target="../embeddings/oleObject80.bin"/><Relationship Id="rId4" Type="http://schemas.openxmlformats.org/officeDocument/2006/relationships/slideMaster" Target="../slideMasters/slideMaster15.xml"/></Relationships>
</file>

<file path=ppt/slideLayouts/_rels/slideLayout229.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1.bin"/><Relationship Id="rId4" Type="http://schemas.openxmlformats.org/officeDocument/2006/relationships/slideMaster" Target="../slideMasters/slideMaster15.xml"/></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2.xml"/><Relationship Id="rId1" Type="http://schemas.openxmlformats.org/officeDocument/2006/relationships/vmlDrawing" Target="../drawings/vmlDrawing82.vml"/><Relationship Id="rId5" Type="http://schemas.openxmlformats.org/officeDocument/2006/relationships/image" Target="../media/image24.emf"/><Relationship Id="rId4" Type="http://schemas.openxmlformats.org/officeDocument/2006/relationships/oleObject" Target="../embeddings/oleObject82.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3.xml"/><Relationship Id="rId1" Type="http://schemas.openxmlformats.org/officeDocument/2006/relationships/vmlDrawing" Target="../drawings/vmlDrawing83.vml"/><Relationship Id="rId5" Type="http://schemas.openxmlformats.org/officeDocument/2006/relationships/image" Target="../media/image24.emf"/><Relationship Id="rId4" Type="http://schemas.openxmlformats.org/officeDocument/2006/relationships/oleObject" Target="../embeddings/oleObject83.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4.xml"/><Relationship Id="rId1" Type="http://schemas.openxmlformats.org/officeDocument/2006/relationships/vmlDrawing" Target="../drawings/vmlDrawing84.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84.bin"/></Relationships>
</file>

<file path=ppt/slideLayouts/_rels/slideLayout233.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vmlDrawing" Target="../drawings/vmlDrawing85.vml"/><Relationship Id="rId6" Type="http://schemas.openxmlformats.org/officeDocument/2006/relationships/image" Target="../media/image24.emf"/><Relationship Id="rId5" Type="http://schemas.openxmlformats.org/officeDocument/2006/relationships/oleObject" Target="../embeddings/oleObject85.bin"/><Relationship Id="rId4" Type="http://schemas.openxmlformats.org/officeDocument/2006/relationships/slideMaster" Target="../slideMasters/slideMaster15.xml"/></Relationships>
</file>

<file path=ppt/slideLayouts/_rels/slideLayout234.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7.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86.bin"/></Relationships>
</file>

<file path=ppt/slideLayouts/_rels/slideLayout235.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8.xml"/><Relationship Id="rId1" Type="http://schemas.openxmlformats.org/officeDocument/2006/relationships/vmlDrawing" Target="../drawings/vmlDrawing87.vml"/><Relationship Id="rId5" Type="http://schemas.openxmlformats.org/officeDocument/2006/relationships/image" Target="../media/image24.emf"/><Relationship Id="rId4" Type="http://schemas.openxmlformats.org/officeDocument/2006/relationships/oleObject" Target="../embeddings/oleObject87.bin"/></Relationships>
</file>

<file path=ppt/slideLayouts/_rels/slideLayout236.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29.xml"/><Relationship Id="rId1" Type="http://schemas.openxmlformats.org/officeDocument/2006/relationships/vmlDrawing" Target="../drawings/vmlDrawing88.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237.xml.rels><?xml version="1.0" encoding="UTF-8" standalone="yes"?>
<Relationships xmlns="http://schemas.openxmlformats.org/package/2006/relationships"><Relationship Id="rId3" Type="http://schemas.openxmlformats.org/officeDocument/2006/relationships/slideMaster" Target="../slideMasters/slideMaster15.xml"/><Relationship Id="rId2" Type="http://schemas.openxmlformats.org/officeDocument/2006/relationships/tags" Target="../tags/tag130.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33.xml"/><Relationship Id="rId7" Type="http://schemas.openxmlformats.org/officeDocument/2006/relationships/image" Target="../media/image25.emf"/><Relationship Id="rId2" Type="http://schemas.openxmlformats.org/officeDocument/2006/relationships/tags" Target="../tags/tag132.xml"/><Relationship Id="rId1" Type="http://schemas.openxmlformats.org/officeDocument/2006/relationships/vmlDrawing" Target="../drawings/vmlDrawing91.vml"/><Relationship Id="rId6" Type="http://schemas.openxmlformats.org/officeDocument/2006/relationships/oleObject" Target="../embeddings/oleObject91.bin"/><Relationship Id="rId5" Type="http://schemas.openxmlformats.org/officeDocument/2006/relationships/image" Target="../media/image26.png"/><Relationship Id="rId4" Type="http://schemas.openxmlformats.org/officeDocument/2006/relationships/slideMaster" Target="../slideMasters/slideMaster16.xml"/><Relationship Id="rId9" Type="http://schemas.openxmlformats.org/officeDocument/2006/relationships/image" Target="../media/image28.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6.xml"/></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34.xml"/><Relationship Id="rId1" Type="http://schemas.openxmlformats.org/officeDocument/2006/relationships/vmlDrawing" Target="../drawings/vmlDrawing92.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92.bin"/></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6.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6.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35.xml"/><Relationship Id="rId1" Type="http://schemas.openxmlformats.org/officeDocument/2006/relationships/vmlDrawing" Target="../drawings/vmlDrawing93.vml"/><Relationship Id="rId6" Type="http://schemas.openxmlformats.org/officeDocument/2006/relationships/image" Target="../media/image35.png"/><Relationship Id="rId5" Type="http://schemas.openxmlformats.org/officeDocument/2006/relationships/image" Target="../media/image31.emf"/><Relationship Id="rId4" Type="http://schemas.openxmlformats.org/officeDocument/2006/relationships/oleObject" Target="../embeddings/oleObject93.bin"/></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36.xml"/><Relationship Id="rId1" Type="http://schemas.openxmlformats.org/officeDocument/2006/relationships/vmlDrawing" Target="../drawings/vmlDrawing94.vml"/><Relationship Id="rId6" Type="http://schemas.openxmlformats.org/officeDocument/2006/relationships/image" Target="../media/image36.jpg"/><Relationship Id="rId5" Type="http://schemas.openxmlformats.org/officeDocument/2006/relationships/image" Target="../media/image25.emf"/><Relationship Id="rId4" Type="http://schemas.openxmlformats.org/officeDocument/2006/relationships/oleObject" Target="../embeddings/oleObject94.bin"/></Relationships>
</file>

<file path=ppt/slideLayouts/_rels/slideLayout26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38.xml"/><Relationship Id="rId7" Type="http://schemas.openxmlformats.org/officeDocument/2006/relationships/image" Target="../media/image25.emf"/><Relationship Id="rId2" Type="http://schemas.openxmlformats.org/officeDocument/2006/relationships/tags" Target="../tags/tag137.xml"/><Relationship Id="rId1" Type="http://schemas.openxmlformats.org/officeDocument/2006/relationships/vmlDrawing" Target="../drawings/vmlDrawing95.vml"/><Relationship Id="rId6" Type="http://schemas.openxmlformats.org/officeDocument/2006/relationships/oleObject" Target="../embeddings/oleObject95.bin"/><Relationship Id="rId5" Type="http://schemas.openxmlformats.org/officeDocument/2006/relationships/slideMaster" Target="../slideMasters/slideMaster16.xml"/><Relationship Id="rId4" Type="http://schemas.openxmlformats.org/officeDocument/2006/relationships/tags" Target="../tags/tag139.xml"/><Relationship Id="rId9" Type="http://schemas.openxmlformats.org/officeDocument/2006/relationships/image" Target="../media/image37.jpe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6.xml"/></Relationships>
</file>

<file path=ppt/slideLayouts/_rels/slideLayout278.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40.xml"/><Relationship Id="rId1" Type="http://schemas.openxmlformats.org/officeDocument/2006/relationships/vmlDrawing" Target="../drawings/vmlDrawing96.vml"/><Relationship Id="rId6" Type="http://schemas.openxmlformats.org/officeDocument/2006/relationships/image" Target="../media/image29.png"/><Relationship Id="rId5" Type="http://schemas.openxmlformats.org/officeDocument/2006/relationships/image" Target="../media/image31.emf"/><Relationship Id="rId4" Type="http://schemas.openxmlformats.org/officeDocument/2006/relationships/oleObject" Target="../embeddings/oleObject96.bin"/></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6.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6.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6.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8.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41.xml"/><Relationship Id="rId1" Type="http://schemas.openxmlformats.org/officeDocument/2006/relationships/vmlDrawing" Target="../drawings/vmlDrawing97.vml"/><Relationship Id="rId6" Type="http://schemas.openxmlformats.org/officeDocument/2006/relationships/image" Target="../media/image35.png"/><Relationship Id="rId5" Type="http://schemas.openxmlformats.org/officeDocument/2006/relationships/image" Target="../media/image25.emf"/><Relationship Id="rId4" Type="http://schemas.openxmlformats.org/officeDocument/2006/relationships/oleObject" Target="../embeddings/oleObject97.bin"/></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2.xml.rels><?xml version="1.0" encoding="UTF-8" standalone="yes"?>
<Relationships xmlns="http://schemas.openxmlformats.org/package/2006/relationships"><Relationship Id="rId3" Type="http://schemas.openxmlformats.org/officeDocument/2006/relationships/tags" Target="../tags/tag143.xml"/><Relationship Id="rId7" Type="http://schemas.openxmlformats.org/officeDocument/2006/relationships/image" Target="../media/image38.jpg"/><Relationship Id="rId2" Type="http://schemas.openxmlformats.org/officeDocument/2006/relationships/tags" Target="../tags/tag142.xml"/><Relationship Id="rId1" Type="http://schemas.openxmlformats.org/officeDocument/2006/relationships/vmlDrawing" Target="../drawings/vmlDrawing98.vml"/><Relationship Id="rId6" Type="http://schemas.openxmlformats.org/officeDocument/2006/relationships/image" Target="../media/image25.emf"/><Relationship Id="rId5" Type="http://schemas.openxmlformats.org/officeDocument/2006/relationships/oleObject" Target="../embeddings/oleObject98.bin"/><Relationship Id="rId4" Type="http://schemas.openxmlformats.org/officeDocument/2006/relationships/slideMaster" Target="../slideMasters/slideMaster16.xml"/></Relationships>
</file>

<file path=ppt/slideLayouts/_rels/slideLayout293.xml.rels><?xml version="1.0" encoding="UTF-8" standalone="yes"?>
<Relationships xmlns="http://schemas.openxmlformats.org/package/2006/relationships"><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vmlDrawing" Target="../drawings/vmlDrawing99.vml"/><Relationship Id="rId6" Type="http://schemas.openxmlformats.org/officeDocument/2006/relationships/image" Target="../media/image24.emf"/><Relationship Id="rId5" Type="http://schemas.openxmlformats.org/officeDocument/2006/relationships/oleObject" Target="../embeddings/oleObject99.bin"/><Relationship Id="rId4" Type="http://schemas.openxmlformats.org/officeDocument/2006/relationships/slideMaster" Target="../slideMasters/slideMaster16.xml"/></Relationships>
</file>

<file path=ppt/slideLayouts/_rels/slideLayout294.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46.xml"/><Relationship Id="rId1" Type="http://schemas.openxmlformats.org/officeDocument/2006/relationships/vmlDrawing" Target="../drawings/vmlDrawing100.vml"/><Relationship Id="rId5" Type="http://schemas.openxmlformats.org/officeDocument/2006/relationships/image" Target="../media/image24.emf"/><Relationship Id="rId4" Type="http://schemas.openxmlformats.org/officeDocument/2006/relationships/oleObject" Target="../embeddings/oleObject100.bin"/></Relationships>
</file>

<file path=ppt/slideLayouts/_rels/slideLayout295.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47.xml"/><Relationship Id="rId1" Type="http://schemas.openxmlformats.org/officeDocument/2006/relationships/vmlDrawing" Target="../drawings/vmlDrawing101.vml"/><Relationship Id="rId5" Type="http://schemas.openxmlformats.org/officeDocument/2006/relationships/image" Target="../media/image24.emf"/><Relationship Id="rId4" Type="http://schemas.openxmlformats.org/officeDocument/2006/relationships/oleObject" Target="../embeddings/oleObject101.bin"/></Relationships>
</file>

<file path=ppt/slideLayouts/_rels/slideLayout296.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48.xml"/><Relationship Id="rId1" Type="http://schemas.openxmlformats.org/officeDocument/2006/relationships/vmlDrawing" Target="../drawings/vmlDrawing102.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102.bin"/></Relationships>
</file>

<file path=ppt/slideLayouts/_rels/slideLayout297.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vmlDrawing" Target="../drawings/vmlDrawing103.vml"/><Relationship Id="rId6" Type="http://schemas.openxmlformats.org/officeDocument/2006/relationships/image" Target="../media/image24.emf"/><Relationship Id="rId5" Type="http://schemas.openxmlformats.org/officeDocument/2006/relationships/oleObject" Target="../embeddings/oleObject103.bin"/><Relationship Id="rId4" Type="http://schemas.openxmlformats.org/officeDocument/2006/relationships/slideMaster" Target="../slideMasters/slideMaster16.xml"/></Relationships>
</file>

<file path=ppt/slideLayouts/_rels/slideLayout298.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51.xml"/><Relationship Id="rId1" Type="http://schemas.openxmlformats.org/officeDocument/2006/relationships/vmlDrawing" Target="../drawings/vmlDrawing104.vml"/><Relationship Id="rId5" Type="http://schemas.openxmlformats.org/officeDocument/2006/relationships/image" Target="../media/image24.emf"/><Relationship Id="rId4" Type="http://schemas.openxmlformats.org/officeDocument/2006/relationships/oleObject" Target="../embeddings/oleObject104.bin"/></Relationships>
</file>

<file path=ppt/slideLayouts/_rels/slideLayout299.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52.xml"/><Relationship Id="rId1" Type="http://schemas.openxmlformats.org/officeDocument/2006/relationships/vmlDrawing" Target="../drawings/vmlDrawing105.vml"/><Relationship Id="rId5" Type="http://schemas.openxmlformats.org/officeDocument/2006/relationships/image" Target="../media/image24.emf"/><Relationship Id="rId4" Type="http://schemas.openxmlformats.org/officeDocument/2006/relationships/oleObject" Target="../embeddings/oleObject105.bin"/></Relationships>
</file>

<file path=ppt/slideLayouts/_rels/slideLayout300.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53.xml"/><Relationship Id="rId1" Type="http://schemas.openxmlformats.org/officeDocument/2006/relationships/vmlDrawing" Target="../drawings/vmlDrawing106.vml"/><Relationship Id="rId6" Type="http://schemas.openxmlformats.org/officeDocument/2006/relationships/image" Target="../media/image27.png"/><Relationship Id="rId5" Type="http://schemas.openxmlformats.org/officeDocument/2006/relationships/image" Target="../media/image24.emf"/><Relationship Id="rId4" Type="http://schemas.openxmlformats.org/officeDocument/2006/relationships/oleObject" Target="../embeddings/oleObject106.bin"/></Relationships>
</file>

<file path=ppt/slideLayouts/_rels/slideLayout301.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54.xml"/><Relationship Id="rId1" Type="http://schemas.openxmlformats.org/officeDocument/2006/relationships/vmlDrawing" Target="../drawings/vmlDrawing107.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107.bin"/></Relationships>
</file>

<file path=ppt/slideLayouts/_rels/slideLayout302.xml.rels><?xml version="1.0" encoding="UTF-8" standalone="yes"?>
<Relationships xmlns="http://schemas.openxmlformats.org/package/2006/relationships"><Relationship Id="rId3" Type="http://schemas.openxmlformats.org/officeDocument/2006/relationships/slideMaster" Target="../slideMasters/slideMaster16.xml"/><Relationship Id="rId2" Type="http://schemas.openxmlformats.org/officeDocument/2006/relationships/tags" Target="../tags/tag155.xml"/><Relationship Id="rId1" Type="http://schemas.openxmlformats.org/officeDocument/2006/relationships/vmlDrawing" Target="../drawings/vmlDrawing108.vml"/><Relationship Id="rId5" Type="http://schemas.openxmlformats.org/officeDocument/2006/relationships/image" Target="../media/image3.emf"/><Relationship Id="rId4" Type="http://schemas.openxmlformats.org/officeDocument/2006/relationships/oleObject" Target="../embeddings/oleObject108.bin"/></Relationships>
</file>

<file path=ppt/slideLayouts/_rels/slideLayout303.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vmlDrawing" Target="../drawings/vmlDrawing110.vml"/><Relationship Id="rId5" Type="http://schemas.openxmlformats.org/officeDocument/2006/relationships/oleObject" Target="../embeddings/oleObject110.bin"/><Relationship Id="rId4" Type="http://schemas.openxmlformats.org/officeDocument/2006/relationships/slideMaster" Target="../slideMasters/slideMaster1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6.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59.xml"/><Relationship Id="rId1" Type="http://schemas.openxmlformats.org/officeDocument/2006/relationships/vmlDrawing" Target="../drawings/vmlDrawing111.vml"/><Relationship Id="rId4" Type="http://schemas.openxmlformats.org/officeDocument/2006/relationships/oleObject" Target="../embeddings/oleObject111.bin"/></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4.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60.xml"/><Relationship Id="rId1" Type="http://schemas.openxmlformats.org/officeDocument/2006/relationships/vmlDrawing" Target="../drawings/vmlDrawing112.vml"/><Relationship Id="rId4" Type="http://schemas.openxmlformats.org/officeDocument/2006/relationships/oleObject" Target="../embeddings/oleObject112.bin"/></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8.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61.xml"/><Relationship Id="rId1" Type="http://schemas.openxmlformats.org/officeDocument/2006/relationships/vmlDrawing" Target="../drawings/vmlDrawing113.vml"/><Relationship Id="rId4" Type="http://schemas.openxmlformats.org/officeDocument/2006/relationships/oleObject" Target="../embeddings/oleObject113.bin"/></Relationships>
</file>

<file path=ppt/slideLayouts/_rels/slideLayout329.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vmlDrawing" Target="../drawings/vmlDrawing114.vml"/><Relationship Id="rId6" Type="http://schemas.openxmlformats.org/officeDocument/2006/relationships/oleObject" Target="../embeddings/oleObject114.bin"/><Relationship Id="rId5" Type="http://schemas.openxmlformats.org/officeDocument/2006/relationships/slideMaster" Target="../slideMasters/slideMaster17.xml"/><Relationship Id="rId4" Type="http://schemas.openxmlformats.org/officeDocument/2006/relationships/tags" Target="../tags/tag16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1.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65.xml"/><Relationship Id="rId1" Type="http://schemas.openxmlformats.org/officeDocument/2006/relationships/vmlDrawing" Target="../drawings/vmlDrawing115.vml"/><Relationship Id="rId4" Type="http://schemas.openxmlformats.org/officeDocument/2006/relationships/oleObject" Target="../embeddings/oleObject115.bin"/></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1.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66.xml"/><Relationship Id="rId1" Type="http://schemas.openxmlformats.org/officeDocument/2006/relationships/vmlDrawing" Target="../drawings/vmlDrawing116.vml"/><Relationship Id="rId4" Type="http://schemas.openxmlformats.org/officeDocument/2006/relationships/oleObject" Target="../embeddings/oleObject116.bin"/></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5.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vmlDrawing" Target="../drawings/vmlDrawing117.vml"/><Relationship Id="rId5" Type="http://schemas.openxmlformats.org/officeDocument/2006/relationships/oleObject" Target="../embeddings/oleObject117.bin"/><Relationship Id="rId4" Type="http://schemas.openxmlformats.org/officeDocument/2006/relationships/slideMaster" Target="../slideMasters/slideMaster17.xml"/></Relationships>
</file>

<file path=ppt/slideLayouts/_rels/slideLayout356.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vmlDrawing" Target="../drawings/vmlDrawing118.vml"/><Relationship Id="rId6" Type="http://schemas.openxmlformats.org/officeDocument/2006/relationships/image" Target="NULL"/><Relationship Id="rId5" Type="http://schemas.openxmlformats.org/officeDocument/2006/relationships/oleObject" Target="../embeddings/oleObject118.bin"/><Relationship Id="rId4" Type="http://schemas.openxmlformats.org/officeDocument/2006/relationships/slideMaster" Target="../slideMasters/slideMaster17.xml"/></Relationships>
</file>

<file path=ppt/slideLayouts/_rels/slideLayout357.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1.xml"/><Relationship Id="rId1" Type="http://schemas.openxmlformats.org/officeDocument/2006/relationships/vmlDrawing" Target="../drawings/vmlDrawing119.vml"/><Relationship Id="rId5" Type="http://schemas.openxmlformats.org/officeDocument/2006/relationships/image" Target="NULL"/><Relationship Id="rId4" Type="http://schemas.openxmlformats.org/officeDocument/2006/relationships/oleObject" Target="../embeddings/oleObject119.bin"/></Relationships>
</file>

<file path=ppt/slideLayouts/_rels/slideLayout358.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2.xml"/><Relationship Id="rId1" Type="http://schemas.openxmlformats.org/officeDocument/2006/relationships/vmlDrawing" Target="../drawings/vmlDrawing120.vml"/><Relationship Id="rId5" Type="http://schemas.openxmlformats.org/officeDocument/2006/relationships/image" Target="NULL"/><Relationship Id="rId4" Type="http://schemas.openxmlformats.org/officeDocument/2006/relationships/oleObject" Target="../embeddings/oleObject120.bin"/></Relationships>
</file>

<file path=ppt/slideLayouts/_rels/slideLayout359.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3.xml"/><Relationship Id="rId1" Type="http://schemas.openxmlformats.org/officeDocument/2006/relationships/vmlDrawing" Target="../drawings/vmlDrawing121.vml"/><Relationship Id="rId5" Type="http://schemas.openxmlformats.org/officeDocument/2006/relationships/image" Target="NULL"/><Relationship Id="rId4" Type="http://schemas.openxmlformats.org/officeDocument/2006/relationships/oleObject" Target="../embeddings/oleObject121.bin"/></Relationships>
</file>

<file path=ppt/slideLayouts/_rels/slideLayout360.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vmlDrawing" Target="../drawings/vmlDrawing122.vml"/><Relationship Id="rId6" Type="http://schemas.openxmlformats.org/officeDocument/2006/relationships/image" Target="NULL"/><Relationship Id="rId5" Type="http://schemas.openxmlformats.org/officeDocument/2006/relationships/oleObject" Target="../embeddings/oleObject122.bin"/><Relationship Id="rId4" Type="http://schemas.openxmlformats.org/officeDocument/2006/relationships/slideMaster" Target="../slideMasters/slideMaster17.xml"/></Relationships>
</file>

<file path=ppt/slideLayouts/_rels/slideLayout361.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6.xml"/><Relationship Id="rId1" Type="http://schemas.openxmlformats.org/officeDocument/2006/relationships/vmlDrawing" Target="../drawings/vmlDrawing123.vml"/><Relationship Id="rId5" Type="http://schemas.openxmlformats.org/officeDocument/2006/relationships/image" Target="NULL"/><Relationship Id="rId4" Type="http://schemas.openxmlformats.org/officeDocument/2006/relationships/oleObject" Target="../embeddings/oleObject123.bin"/></Relationships>
</file>

<file path=ppt/slideLayouts/_rels/slideLayout362.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7.xml"/><Relationship Id="rId1" Type="http://schemas.openxmlformats.org/officeDocument/2006/relationships/vmlDrawing" Target="../drawings/vmlDrawing124.vml"/><Relationship Id="rId5" Type="http://schemas.openxmlformats.org/officeDocument/2006/relationships/image" Target="NULL"/><Relationship Id="rId4" Type="http://schemas.openxmlformats.org/officeDocument/2006/relationships/oleObject" Target="../embeddings/oleObject124.bin"/></Relationships>
</file>

<file path=ppt/slideLayouts/_rels/slideLayout363.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8.xml"/><Relationship Id="rId1" Type="http://schemas.openxmlformats.org/officeDocument/2006/relationships/vmlDrawing" Target="../drawings/vmlDrawing125.vml"/><Relationship Id="rId5" Type="http://schemas.openxmlformats.org/officeDocument/2006/relationships/image" Target="NULL"/><Relationship Id="rId4" Type="http://schemas.openxmlformats.org/officeDocument/2006/relationships/oleObject" Target="../embeddings/oleObject125.bin"/></Relationships>
</file>

<file path=ppt/slideLayouts/_rels/slideLayout364.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79.xml"/><Relationship Id="rId1" Type="http://schemas.openxmlformats.org/officeDocument/2006/relationships/vmlDrawing" Target="../drawings/vmlDrawing126.vml"/><Relationship Id="rId5" Type="http://schemas.openxmlformats.org/officeDocument/2006/relationships/image" Target="NULL"/><Relationship Id="rId4" Type="http://schemas.openxmlformats.org/officeDocument/2006/relationships/oleObject" Target="../embeddings/oleObject126.bin"/></Relationships>
</file>

<file path=ppt/slideLayouts/_rels/slideLayout365.xml.rels><?xml version="1.0" encoding="UTF-8" standalone="yes"?>
<Relationships xmlns="http://schemas.openxmlformats.org/package/2006/relationships"><Relationship Id="rId3" Type="http://schemas.openxmlformats.org/officeDocument/2006/relationships/slideMaster" Target="../slideMasters/slideMaster17.xml"/><Relationship Id="rId2" Type="http://schemas.openxmlformats.org/officeDocument/2006/relationships/tags" Target="../tags/tag180.xml"/><Relationship Id="rId1" Type="http://schemas.openxmlformats.org/officeDocument/2006/relationships/vmlDrawing" Target="../drawings/vmlDrawing127.vml"/><Relationship Id="rId4" Type="http://schemas.openxmlformats.org/officeDocument/2006/relationships/oleObject" Target="../embeddings/oleObject127.bin"/></Relationships>
</file>

<file path=ppt/slideLayouts/_rels/slideLayout366.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oleObject" Target="../embeddings/oleObject129.bin"/><Relationship Id="rId2" Type="http://schemas.openxmlformats.org/officeDocument/2006/relationships/tags" Target="../tags/tag182.xml"/><Relationship Id="rId1" Type="http://schemas.openxmlformats.org/officeDocument/2006/relationships/vmlDrawing" Target="../drawings/vmlDrawing129.vml"/><Relationship Id="rId6" Type="http://schemas.openxmlformats.org/officeDocument/2006/relationships/image" Target="../media/image5.jpeg"/><Relationship Id="rId5" Type="http://schemas.openxmlformats.org/officeDocument/2006/relationships/slideMaster" Target="../slideMasters/slideMaster18.xml"/><Relationship Id="rId4" Type="http://schemas.openxmlformats.org/officeDocument/2006/relationships/tags" Target="../tags/tag184.xml"/></Relationships>
</file>

<file path=ppt/slideLayouts/_rels/slideLayout367.xml.rels><?xml version="1.0" encoding="UTF-8" standalone="yes"?>
<Relationships xmlns="http://schemas.openxmlformats.org/package/2006/relationships"><Relationship Id="rId3" Type="http://schemas.openxmlformats.org/officeDocument/2006/relationships/slideMaster" Target="../slideMasters/slideMaster18.xml"/><Relationship Id="rId2" Type="http://schemas.openxmlformats.org/officeDocument/2006/relationships/tags" Target="../tags/tag185.xml"/><Relationship Id="rId1" Type="http://schemas.openxmlformats.org/officeDocument/2006/relationships/vmlDrawing" Target="../drawings/vmlDrawing130.vml"/><Relationship Id="rId5" Type="http://schemas.openxmlformats.org/officeDocument/2006/relationships/image" Target="../media/image3.emf"/><Relationship Id="rId4" Type="http://schemas.openxmlformats.org/officeDocument/2006/relationships/oleObject" Target="../embeddings/oleObject130.bin"/></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2068" name="Diapositive think-cell" r:id="rId7" imgW="0" imgH="0" progId="TCLayout.ActiveDocument.1">
                  <p:embed/>
                </p:oleObj>
              </mc:Choice>
              <mc:Fallback>
                <p:oleObj name="Diapositive think-cell" r:id="rId7" imgW="0" imgH="0" progId="TCLayout.ActiveDocument.1">
                  <p:embed/>
                  <p:pic>
                    <p:nvPicPr>
                      <p:cNvPr id="0" name="AutoShape 126"/>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9"/>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4"/>
            <a:ext cx="2787848" cy="671513"/>
          </a:xfrm>
        </p:spPr>
        <p:txBody>
          <a:bodyPr>
            <a:normAutofit/>
          </a:bodyPr>
          <a:lstStyle>
            <a:lvl1pPr marL="0" indent="0" algn="l">
              <a:buNone/>
              <a:defRPr sz="1700" b="0">
                <a:solidFill>
                  <a:schemeClr val="accent6"/>
                </a:solidFill>
              </a:defRPr>
            </a:lvl1pPr>
            <a:lvl2pPr marL="389361" indent="0" algn="ctr">
              <a:buNone/>
              <a:defRPr>
                <a:solidFill>
                  <a:schemeClr val="tx1">
                    <a:tint val="75000"/>
                  </a:schemeClr>
                </a:solidFill>
              </a:defRPr>
            </a:lvl2pPr>
            <a:lvl3pPr marL="778721" indent="0" algn="ctr">
              <a:buNone/>
              <a:defRPr>
                <a:solidFill>
                  <a:schemeClr val="tx1">
                    <a:tint val="75000"/>
                  </a:schemeClr>
                </a:solidFill>
              </a:defRPr>
            </a:lvl3pPr>
            <a:lvl4pPr marL="1168080" indent="0" algn="ctr">
              <a:buNone/>
              <a:defRPr>
                <a:solidFill>
                  <a:schemeClr val="tx1">
                    <a:tint val="75000"/>
                  </a:schemeClr>
                </a:solidFill>
              </a:defRPr>
            </a:lvl4pPr>
            <a:lvl5pPr marL="1557441" indent="0" algn="ctr">
              <a:buNone/>
              <a:defRPr>
                <a:solidFill>
                  <a:schemeClr val="tx1">
                    <a:tint val="75000"/>
                  </a:schemeClr>
                </a:solidFill>
              </a:defRPr>
            </a:lvl5pPr>
            <a:lvl6pPr marL="1946800" indent="0" algn="ctr">
              <a:buNone/>
              <a:defRPr>
                <a:solidFill>
                  <a:schemeClr val="tx1">
                    <a:tint val="75000"/>
                  </a:schemeClr>
                </a:solidFill>
              </a:defRPr>
            </a:lvl6pPr>
            <a:lvl7pPr marL="2336161" indent="0" algn="ctr">
              <a:buNone/>
              <a:defRPr>
                <a:solidFill>
                  <a:schemeClr val="tx1">
                    <a:tint val="75000"/>
                  </a:schemeClr>
                </a:solidFill>
              </a:defRPr>
            </a:lvl7pPr>
            <a:lvl8pPr marL="2725520" indent="0" algn="ctr">
              <a:buNone/>
              <a:defRPr>
                <a:solidFill>
                  <a:schemeClr val="tx1">
                    <a:tint val="75000"/>
                  </a:schemeClr>
                </a:solidFill>
              </a:defRPr>
            </a:lvl8pPr>
            <a:lvl9pPr marL="3114880"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156020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4093438411"/>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3092" name="Diapositive think-cell" r:id="rId4" imgW="270" imgH="270" progId="TCLayout.ActiveDocument.1">
                  <p:embed/>
                </p:oleObj>
              </mc:Choice>
              <mc:Fallback>
                <p:oleObj name="Diapositive think-cell" r:id="rId4" imgW="270" imgH="270" progId="TCLayout.ActiveDocument.1">
                  <p:embed/>
                  <p:pic>
                    <p:nvPicPr>
                      <p:cNvPr id="0" name="Picture 1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1123068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5140" name="Diapositive think-cell" r:id="rId7" imgW="0" imgH="0" progId="TCLayout.ActiveDocument.1">
                  <p:embed/>
                </p:oleObj>
              </mc:Choice>
              <mc:Fallback>
                <p:oleObj name="Diapositive think-cell" r:id="rId7" imgW="0" imgH="0" progId="TCLayout.ActiveDocument.1">
                  <p:embed/>
                  <p:pic>
                    <p:nvPicPr>
                      <p:cNvPr id="0" name="AutoShape 125"/>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3422013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853603483"/>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6164" name="Diapositive think-cell" r:id="rId4" imgW="270" imgH="270" progId="TCLayout.ActiveDocument.1">
                  <p:embed/>
                </p:oleObj>
              </mc:Choice>
              <mc:Fallback>
                <p:oleObj name="Diapositive think-cell" r:id="rId4" imgW="270" imgH="270" progId="TCLayout.ActiveDocument.1">
                  <p:embed/>
                  <p:pic>
                    <p:nvPicPr>
                      <p:cNvPr id="0" name="Picture 1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297396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8212" name="Diapositive think-cell" r:id="rId7" imgW="0" imgH="0" progId="TCLayout.ActiveDocument.1">
                  <p:embed/>
                </p:oleObj>
              </mc:Choice>
              <mc:Fallback>
                <p:oleObj name="Diapositive think-cell" r:id="rId7" imgW="0" imgH="0" progId="TCLayout.ActiveDocument.1">
                  <p:embed/>
                  <p:pic>
                    <p:nvPicPr>
                      <p:cNvPr id="0" name="AutoShape 11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9"/>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4"/>
            <a:ext cx="2787848" cy="671513"/>
          </a:xfrm>
        </p:spPr>
        <p:txBody>
          <a:bodyPr>
            <a:normAutofit/>
          </a:bodyPr>
          <a:lstStyle>
            <a:lvl1pPr marL="0" indent="0" algn="l">
              <a:buNone/>
              <a:defRPr sz="1700" b="0">
                <a:solidFill>
                  <a:schemeClr val="accent6"/>
                </a:solidFill>
              </a:defRPr>
            </a:lvl1pPr>
            <a:lvl2pPr marL="389361" indent="0" algn="ctr">
              <a:buNone/>
              <a:defRPr>
                <a:solidFill>
                  <a:schemeClr val="tx1">
                    <a:tint val="75000"/>
                  </a:schemeClr>
                </a:solidFill>
              </a:defRPr>
            </a:lvl2pPr>
            <a:lvl3pPr marL="778721" indent="0" algn="ctr">
              <a:buNone/>
              <a:defRPr>
                <a:solidFill>
                  <a:schemeClr val="tx1">
                    <a:tint val="75000"/>
                  </a:schemeClr>
                </a:solidFill>
              </a:defRPr>
            </a:lvl3pPr>
            <a:lvl4pPr marL="1168080" indent="0" algn="ctr">
              <a:buNone/>
              <a:defRPr>
                <a:solidFill>
                  <a:schemeClr val="tx1">
                    <a:tint val="75000"/>
                  </a:schemeClr>
                </a:solidFill>
              </a:defRPr>
            </a:lvl4pPr>
            <a:lvl5pPr marL="1557441" indent="0" algn="ctr">
              <a:buNone/>
              <a:defRPr>
                <a:solidFill>
                  <a:schemeClr val="tx1">
                    <a:tint val="75000"/>
                  </a:schemeClr>
                </a:solidFill>
              </a:defRPr>
            </a:lvl5pPr>
            <a:lvl6pPr marL="1946800" indent="0" algn="ctr">
              <a:buNone/>
              <a:defRPr>
                <a:solidFill>
                  <a:schemeClr val="tx1">
                    <a:tint val="75000"/>
                  </a:schemeClr>
                </a:solidFill>
              </a:defRPr>
            </a:lvl6pPr>
            <a:lvl7pPr marL="2336161" indent="0" algn="ctr">
              <a:buNone/>
              <a:defRPr>
                <a:solidFill>
                  <a:schemeClr val="tx1">
                    <a:tint val="75000"/>
                  </a:schemeClr>
                </a:solidFill>
              </a:defRPr>
            </a:lvl7pPr>
            <a:lvl8pPr marL="2725520" indent="0" algn="ctr">
              <a:buNone/>
              <a:defRPr>
                <a:solidFill>
                  <a:schemeClr val="tx1">
                    <a:tint val="75000"/>
                  </a:schemeClr>
                </a:solidFill>
              </a:defRPr>
            </a:lvl8pPr>
            <a:lvl9pPr marL="3114880"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1560206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4093438411"/>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9236" name="Diapositive think-cell" r:id="rId4" imgW="270" imgH="270" progId="TCLayout.ActiveDocument.1">
                  <p:embed/>
                </p:oleObj>
              </mc:Choice>
              <mc:Fallback>
                <p:oleObj name="Diapositive think-cell" r:id="rId4" imgW="270" imgH="270" progId="TCLayout.ActiveDocument.1">
                  <p:embed/>
                  <p:pic>
                    <p:nvPicPr>
                      <p:cNvPr id="0" name="Picture 1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112306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536308" y="4749851"/>
            <a:ext cx="548700" cy="393600"/>
          </a:xfrm>
          <a:prstGeom prst="rect">
            <a:avLst/>
          </a:prstGeom>
          <a:noFill/>
          <a:ln>
            <a:noFill/>
          </a:ln>
        </p:spPr>
        <p:txBody>
          <a:bodyPr spcFirstLastPara="1" wrap="square" lIns="91362" tIns="91362" rIns="91362" bIns="91362"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fld id="{00000000-1234-1234-1234-123412341234}" type="slidenum">
              <a:rPr lang="fr" smtClean="0"/>
              <a:pPr/>
              <a:t>‹N°›</a:t>
            </a:fld>
            <a:endParaRPr lang="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11284" name="Diapositive think-cell" r:id="rId7" imgW="0" imgH="0" progId="TCLayout.ActiveDocument.1">
                  <p:embed/>
                </p:oleObj>
              </mc:Choice>
              <mc:Fallback>
                <p:oleObj name="Diapositive think-cell" r:id="rId7" imgW="0" imgH="0" progId="TCLayout.ActiveDocument.1">
                  <p:embed/>
                  <p:pic>
                    <p:nvPicPr>
                      <p:cNvPr id="0" name="AutoShape 11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3422013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853603483"/>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12308" name="Diapositive think-cell" r:id="rId4" imgW="270" imgH="270" progId="TCLayout.ActiveDocument.1">
                  <p:embed/>
                </p:oleObj>
              </mc:Choice>
              <mc:Fallback>
                <p:oleObj name="Diapositive think-cell" r:id="rId4" imgW="270" imgH="270" progId="TCLayout.ActiveDocument.1">
                  <p:embed/>
                  <p:pic>
                    <p:nvPicPr>
                      <p:cNvPr id="0" name="Picture 1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2973965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Tree>
    <p:extLst>
      <p:ext uri="{BB962C8B-B14F-4D97-AF65-F5344CB8AC3E}">
        <p14:creationId xmlns:p14="http://schemas.microsoft.com/office/powerpoint/2010/main" val="2255209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4356" name="Diapositive think-cell" r:id="rId7" imgW="0" imgH="0" progId="TCLayout.ActiveDocument.1">
                  <p:embed/>
                </p:oleObj>
              </mc:Choice>
              <mc:Fallback>
                <p:oleObj name="Diapositive think-cell" r:id="rId7" imgW="0" imgH="0" progId="TCLayout.ActiveDocument.1">
                  <p:embed/>
                  <p:pic>
                    <p:nvPicPr>
                      <p:cNvPr id="0" name="AutoShape 114"/>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9"/>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4"/>
            <a:ext cx="2787848" cy="671513"/>
          </a:xfrm>
        </p:spPr>
        <p:txBody>
          <a:bodyPr>
            <a:normAutofit/>
          </a:bodyPr>
          <a:lstStyle>
            <a:lvl1pPr marL="0" indent="0" algn="l">
              <a:buNone/>
              <a:defRPr sz="1700" b="0">
                <a:solidFill>
                  <a:schemeClr val="accent6"/>
                </a:solidFill>
              </a:defRPr>
            </a:lvl1pPr>
            <a:lvl2pPr marL="389361" indent="0" algn="ctr">
              <a:buNone/>
              <a:defRPr>
                <a:solidFill>
                  <a:schemeClr val="tx1">
                    <a:tint val="75000"/>
                  </a:schemeClr>
                </a:solidFill>
              </a:defRPr>
            </a:lvl2pPr>
            <a:lvl3pPr marL="778721" indent="0" algn="ctr">
              <a:buNone/>
              <a:defRPr>
                <a:solidFill>
                  <a:schemeClr val="tx1">
                    <a:tint val="75000"/>
                  </a:schemeClr>
                </a:solidFill>
              </a:defRPr>
            </a:lvl3pPr>
            <a:lvl4pPr marL="1168080" indent="0" algn="ctr">
              <a:buNone/>
              <a:defRPr>
                <a:solidFill>
                  <a:schemeClr val="tx1">
                    <a:tint val="75000"/>
                  </a:schemeClr>
                </a:solidFill>
              </a:defRPr>
            </a:lvl4pPr>
            <a:lvl5pPr marL="1557441" indent="0" algn="ctr">
              <a:buNone/>
              <a:defRPr>
                <a:solidFill>
                  <a:schemeClr val="tx1">
                    <a:tint val="75000"/>
                  </a:schemeClr>
                </a:solidFill>
              </a:defRPr>
            </a:lvl5pPr>
            <a:lvl6pPr marL="1946800" indent="0" algn="ctr">
              <a:buNone/>
              <a:defRPr>
                <a:solidFill>
                  <a:schemeClr val="tx1">
                    <a:tint val="75000"/>
                  </a:schemeClr>
                </a:solidFill>
              </a:defRPr>
            </a:lvl6pPr>
            <a:lvl7pPr marL="2336161" indent="0" algn="ctr">
              <a:buNone/>
              <a:defRPr>
                <a:solidFill>
                  <a:schemeClr val="tx1">
                    <a:tint val="75000"/>
                  </a:schemeClr>
                </a:solidFill>
              </a:defRPr>
            </a:lvl7pPr>
            <a:lvl8pPr marL="2725520" indent="0" algn="ctr">
              <a:buNone/>
              <a:defRPr>
                <a:solidFill>
                  <a:schemeClr val="tx1">
                    <a:tint val="75000"/>
                  </a:schemeClr>
                </a:solidFill>
              </a:defRPr>
            </a:lvl8pPr>
            <a:lvl9pPr marL="3114880"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678805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660732655"/>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15380" name="Diapositive think-cell" r:id="rId4" imgW="270" imgH="270" progId="TCLayout.ActiveDocument.1">
                  <p:embed/>
                </p:oleObj>
              </mc:Choice>
              <mc:Fallback>
                <p:oleObj name="Diapositive think-cell" r:id="rId4" imgW="270" imgH="270" progId="TCLayout.ActiveDocument.1">
                  <p:embed/>
                  <p:pic>
                    <p:nvPicPr>
                      <p:cNvPr id="0" name="Picture 1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184323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7428" name="Diapositive think-cell" r:id="rId7" imgW="0" imgH="0" progId="TCLayout.ActiveDocument.1">
                  <p:embed/>
                </p:oleObj>
              </mc:Choice>
              <mc:Fallback>
                <p:oleObj name="Diapositive think-cell" r:id="rId7" imgW="0" imgH="0" progId="TCLayout.ActiveDocument.1">
                  <p:embed/>
                  <p:pic>
                    <p:nvPicPr>
                      <p:cNvPr id="0" name="AutoShape 7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9"/>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4"/>
            <a:ext cx="2787848" cy="671513"/>
          </a:xfrm>
        </p:spPr>
        <p:txBody>
          <a:bodyPr>
            <a:normAutofit/>
          </a:bodyPr>
          <a:lstStyle>
            <a:lvl1pPr marL="0" indent="0" algn="l">
              <a:buNone/>
              <a:defRPr sz="1700" b="0">
                <a:solidFill>
                  <a:schemeClr val="accent6"/>
                </a:solidFill>
              </a:defRPr>
            </a:lvl1pPr>
            <a:lvl2pPr marL="389361" indent="0" algn="ctr">
              <a:buNone/>
              <a:defRPr>
                <a:solidFill>
                  <a:schemeClr val="tx1">
                    <a:tint val="75000"/>
                  </a:schemeClr>
                </a:solidFill>
              </a:defRPr>
            </a:lvl2pPr>
            <a:lvl3pPr marL="778721" indent="0" algn="ctr">
              <a:buNone/>
              <a:defRPr>
                <a:solidFill>
                  <a:schemeClr val="tx1">
                    <a:tint val="75000"/>
                  </a:schemeClr>
                </a:solidFill>
              </a:defRPr>
            </a:lvl3pPr>
            <a:lvl4pPr marL="1168080" indent="0" algn="ctr">
              <a:buNone/>
              <a:defRPr>
                <a:solidFill>
                  <a:schemeClr val="tx1">
                    <a:tint val="75000"/>
                  </a:schemeClr>
                </a:solidFill>
              </a:defRPr>
            </a:lvl4pPr>
            <a:lvl5pPr marL="1557441" indent="0" algn="ctr">
              <a:buNone/>
              <a:defRPr>
                <a:solidFill>
                  <a:schemeClr val="tx1">
                    <a:tint val="75000"/>
                  </a:schemeClr>
                </a:solidFill>
              </a:defRPr>
            </a:lvl5pPr>
            <a:lvl6pPr marL="1946800" indent="0" algn="ctr">
              <a:buNone/>
              <a:defRPr>
                <a:solidFill>
                  <a:schemeClr val="tx1">
                    <a:tint val="75000"/>
                  </a:schemeClr>
                </a:solidFill>
              </a:defRPr>
            </a:lvl6pPr>
            <a:lvl7pPr marL="2336161" indent="0" algn="ctr">
              <a:buNone/>
              <a:defRPr>
                <a:solidFill>
                  <a:schemeClr val="tx1">
                    <a:tint val="75000"/>
                  </a:schemeClr>
                </a:solidFill>
              </a:defRPr>
            </a:lvl7pPr>
            <a:lvl8pPr marL="2725520" indent="0" algn="ctr">
              <a:buNone/>
              <a:defRPr>
                <a:solidFill>
                  <a:schemeClr val="tx1">
                    <a:tint val="75000"/>
                  </a:schemeClr>
                </a:solidFill>
              </a:defRPr>
            </a:lvl8pPr>
            <a:lvl9pPr marL="3114880"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4188267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714644947"/>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18452" name="Diapositive think-cell" r:id="rId4" imgW="270" imgH="270" progId="TCLayout.ActiveDocument.1">
                  <p:embed/>
                </p:oleObj>
              </mc:Choice>
              <mc:Fallback>
                <p:oleObj name="Diapositive think-cell" r:id="rId4" imgW="270" imgH="270" progId="TCLayout.ActiveDocument.1">
                  <p:embed/>
                  <p:pic>
                    <p:nvPicPr>
                      <p:cNvPr id="0" name="Picture 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3925052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20500" name="Diapositive think-cell" r:id="rId7" imgW="0" imgH="0" progId="TCLayout.ActiveDocument.1">
                  <p:embed/>
                </p:oleObj>
              </mc:Choice>
              <mc:Fallback>
                <p:oleObj name="Diapositive think-cell" r:id="rId7" imgW="0" imgH="0" progId="TCLayout.ActiveDocument.1">
                  <p:embed/>
                  <p:pic>
                    <p:nvPicPr>
                      <p:cNvPr id="0" name="AutoShape 2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9"/>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4"/>
            <a:ext cx="2787848" cy="671513"/>
          </a:xfrm>
        </p:spPr>
        <p:txBody>
          <a:bodyPr>
            <a:normAutofit/>
          </a:bodyPr>
          <a:lstStyle>
            <a:lvl1pPr marL="0" indent="0" algn="l">
              <a:buNone/>
              <a:defRPr sz="1700" b="0">
                <a:solidFill>
                  <a:schemeClr val="accent6"/>
                </a:solidFill>
              </a:defRPr>
            </a:lvl1pPr>
            <a:lvl2pPr marL="389361" indent="0" algn="ctr">
              <a:buNone/>
              <a:defRPr>
                <a:solidFill>
                  <a:schemeClr val="tx1">
                    <a:tint val="75000"/>
                  </a:schemeClr>
                </a:solidFill>
              </a:defRPr>
            </a:lvl2pPr>
            <a:lvl3pPr marL="778721" indent="0" algn="ctr">
              <a:buNone/>
              <a:defRPr>
                <a:solidFill>
                  <a:schemeClr val="tx1">
                    <a:tint val="75000"/>
                  </a:schemeClr>
                </a:solidFill>
              </a:defRPr>
            </a:lvl3pPr>
            <a:lvl4pPr marL="1168080" indent="0" algn="ctr">
              <a:buNone/>
              <a:defRPr>
                <a:solidFill>
                  <a:schemeClr val="tx1">
                    <a:tint val="75000"/>
                  </a:schemeClr>
                </a:solidFill>
              </a:defRPr>
            </a:lvl4pPr>
            <a:lvl5pPr marL="1557441" indent="0" algn="ctr">
              <a:buNone/>
              <a:defRPr>
                <a:solidFill>
                  <a:schemeClr val="tx1">
                    <a:tint val="75000"/>
                  </a:schemeClr>
                </a:solidFill>
              </a:defRPr>
            </a:lvl5pPr>
            <a:lvl6pPr marL="1946800" indent="0" algn="ctr">
              <a:buNone/>
              <a:defRPr>
                <a:solidFill>
                  <a:schemeClr val="tx1">
                    <a:tint val="75000"/>
                  </a:schemeClr>
                </a:solidFill>
              </a:defRPr>
            </a:lvl6pPr>
            <a:lvl7pPr marL="2336161" indent="0" algn="ctr">
              <a:buNone/>
              <a:defRPr>
                <a:solidFill>
                  <a:schemeClr val="tx1">
                    <a:tint val="75000"/>
                  </a:schemeClr>
                </a:solidFill>
              </a:defRPr>
            </a:lvl7pPr>
            <a:lvl8pPr marL="2725520" indent="0" algn="ctr">
              <a:buNone/>
              <a:defRPr>
                <a:solidFill>
                  <a:schemeClr val="tx1">
                    <a:tint val="75000"/>
                  </a:schemeClr>
                </a:solidFill>
              </a:defRPr>
            </a:lvl8pPr>
            <a:lvl9pPr marL="3114880"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4031113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81251539"/>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21524" name="Diapositive think-cell" r:id="rId4" imgW="270" imgH="270" progId="TCLayout.ActiveDocument.1">
                  <p:embed/>
                </p:oleObj>
              </mc:Choice>
              <mc:Fallback>
                <p:oleObj name="Diapositive think-cell" r:id="rId4" imgW="270" imgH="270" progId="TCLayout.ActiveDocument.1">
                  <p:embed/>
                  <p:pic>
                    <p:nvPicPr>
                      <p:cNvPr id="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2435514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screen">
            <a:grayscl/>
            <a:extLst>
              <a:ext uri="{28A0092B-C50C-407E-A947-70E740481C1C}">
                <a14:useLocalDpi xmlns:a14="http://schemas.microsoft.com/office/drawing/2010/main"/>
              </a:ext>
            </a:extLst>
          </a:blip>
          <a:srcRect/>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3572" name="Diapositive think-cell" r:id="rId7" imgW="0" imgH="0" progId="TCLayout.ActiveDocument.1">
                  <p:embed/>
                </p:oleObj>
              </mc:Choice>
              <mc:Fallback>
                <p:oleObj name="Diapositive think-cell" r:id="rId7"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1843653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24596"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4175772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print">
            <a:grayscl/>
          </a:blip>
          <a:srcRect l="4271"/>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6644" name="Diapositive think-cell" r:id="rId7" imgW="0" imgH="0" progId="TCLayout.ActiveDocument.1">
                  <p:embed/>
                </p:oleObj>
              </mc:Choice>
              <mc:Fallback>
                <p:oleObj name="Diapositive think-cell" r:id="rId7"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1766543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765217605"/>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27668"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1623945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print">
            <a:grayscl/>
          </a:blip>
          <a:srcRect l="4271"/>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9716" name="Diapositive think-cell" r:id="rId7" imgW="0" imgH="0" progId="TCLayout.ActiveDocument.1">
                  <p:embed/>
                </p:oleObj>
              </mc:Choice>
              <mc:Fallback>
                <p:oleObj name="Diapositive think-cell" r:id="rId7"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4259862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369531471"/>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30740"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39921251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print">
            <a:grayscl/>
          </a:blip>
          <a:srcRect l="4271"/>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32788" name="Diapositive think-cell" r:id="rId7" imgW="0" imgH="0" progId="TCLayout.ActiveDocument.1">
                  <p:embed/>
                </p:oleObj>
              </mc:Choice>
              <mc:Fallback>
                <p:oleObj name="Diapositive think-cell" r:id="rId7"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3281628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358767939"/>
              </p:ex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33812"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3084076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Tree>
    <p:extLst>
      <p:ext uri="{BB962C8B-B14F-4D97-AF65-F5344CB8AC3E}">
        <p14:creationId xmlns:p14="http://schemas.microsoft.com/office/powerpoint/2010/main" val="3315088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5/2/2025</a:t>
            </a:fld>
            <a:endParaRPr lang="en-US"/>
          </a:p>
        </p:txBody>
      </p:sp>
      <p:sp>
        <p:nvSpPr>
          <p:cNvPr id="5" name="Holder 5"/>
          <p:cNvSpPr>
            <a:spLocks noGrp="1"/>
          </p:cNvSpPr>
          <p:nvPr>
            <p:ph type="sldNum" sz="quarter" idx="7"/>
          </p:nvPr>
        </p:nvSpPr>
        <p:spPr/>
        <p:txBody>
          <a:bodyPr lIns="0" tIns="0" rIns="0" bIns="0"/>
          <a:lstStyle>
            <a:lvl1pPr>
              <a:defRPr sz="750" b="0" i="0">
                <a:solidFill>
                  <a:srgbClr val="59575C"/>
                </a:solidFill>
                <a:latin typeface="Calibri"/>
                <a:cs typeface="Calibri"/>
              </a:defRPr>
            </a:lvl1pPr>
          </a:lstStyle>
          <a:p>
            <a:pPr marL="28575">
              <a:spcBef>
                <a:spcPts val="38"/>
              </a:spcBef>
            </a:pPr>
            <a:fld id="{81D60167-4931-47E6-BA6A-407CBD079E47}" type="slidenum">
              <a:rPr lang="fr-FR" smtClean="0"/>
              <a:pPr marL="28575">
                <a:spcBef>
                  <a:spcPts val="38"/>
                </a:spcBef>
              </a:pPr>
              <a:t>‹N°›</a:t>
            </a:fld>
            <a:endParaRPr lang="fr-FR" dirty="0"/>
          </a:p>
        </p:txBody>
      </p:sp>
    </p:spTree>
    <p:extLst>
      <p:ext uri="{BB962C8B-B14F-4D97-AF65-F5344CB8AC3E}">
        <p14:creationId xmlns:p14="http://schemas.microsoft.com/office/powerpoint/2010/main" val="32260443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01_Basic_without content_one-line title">
    <p:spTree>
      <p:nvGrpSpPr>
        <p:cNvPr id="1" name=""/>
        <p:cNvGrpSpPr/>
        <p:nvPr/>
      </p:nvGrpSpPr>
      <p:grpSpPr>
        <a:xfrm>
          <a:off x="0" y="0"/>
          <a:ext cx="0" cy="0"/>
          <a:chOff x="0" y="0"/>
          <a:chExt cx="0" cy="0"/>
        </a:xfrm>
      </p:grpSpPr>
      <p:sp>
        <p:nvSpPr>
          <p:cNvPr id="9" name="Espace réservé du texte 4"/>
          <p:cNvSpPr>
            <a:spLocks noGrp="1"/>
          </p:cNvSpPr>
          <p:nvPr>
            <p:ph type="body" sz="quarter" idx="35"/>
          </p:nvPr>
        </p:nvSpPr>
        <p:spPr>
          <a:xfrm>
            <a:off x="253449" y="692036"/>
            <a:ext cx="8575241" cy="205409"/>
          </a:xfrm>
          <a:prstGeom prst="rect">
            <a:avLst/>
          </a:prstGeom>
        </p:spPr>
        <p:txBody>
          <a:bodyPr anchor="t" anchorCtr="0"/>
          <a:lstStyle>
            <a:lvl1pPr marL="0" marR="0" indent="0" algn="l" defTabSz="685783" rtl="0" eaLnBrk="1" fontAlgn="auto" latinLnBrk="0" hangingPunct="1">
              <a:lnSpc>
                <a:spcPct val="90000"/>
              </a:lnSpc>
              <a:spcBef>
                <a:spcPts val="750"/>
              </a:spcBef>
              <a:spcAft>
                <a:spcPts val="0"/>
              </a:spcAft>
              <a:buClrTx/>
              <a:buSzTx/>
              <a:buFont typeface="Arial" panose="020B0604020202020204" pitchFamily="34" charset="0"/>
              <a:buNone/>
              <a:tabLst/>
              <a:defRPr lang="fr-FR" sz="1200" b="0" kern="1200" dirty="0">
                <a:solidFill>
                  <a:schemeClr val="tx1"/>
                </a:solidFill>
                <a:latin typeface="Arial"/>
                <a:ea typeface="Arial" charset="0"/>
                <a:cs typeface="Arial"/>
              </a:defRPr>
            </a:lvl1pPr>
            <a:lvl2pPr>
              <a:defRPr sz="1800">
                <a:latin typeface="Poppins"/>
              </a:defRPr>
            </a:lvl2pPr>
            <a:lvl3pPr>
              <a:defRPr sz="1800">
                <a:latin typeface="Poppins"/>
              </a:defRPr>
            </a:lvl3pPr>
            <a:lvl4pPr>
              <a:defRPr sz="1800">
                <a:latin typeface="Poppins"/>
              </a:defRPr>
            </a:lvl4pPr>
            <a:lvl5pPr>
              <a:defRPr sz="1800">
                <a:latin typeface="Poppins"/>
              </a:defRPr>
            </a:lvl5pPr>
          </a:lstStyle>
          <a:p>
            <a:pPr lvl="0"/>
            <a:r>
              <a:rPr lang="fr-FR"/>
              <a:t>Cliquez pour modifier les styles du texte du masque</a:t>
            </a:r>
          </a:p>
        </p:txBody>
      </p:sp>
      <p:sp>
        <p:nvSpPr>
          <p:cNvPr id="11" name="Espace réservé du texte 6"/>
          <p:cNvSpPr>
            <a:spLocks noGrp="1"/>
          </p:cNvSpPr>
          <p:nvPr>
            <p:ph type="body" sz="quarter" idx="10"/>
          </p:nvPr>
        </p:nvSpPr>
        <p:spPr>
          <a:xfrm>
            <a:off x="253451" y="423018"/>
            <a:ext cx="8575239" cy="269018"/>
          </a:xfrm>
          <a:prstGeom prst="rect">
            <a:avLst/>
          </a:prstGeom>
        </p:spPr>
        <p:txBody>
          <a:bodyPr anchor="t" anchorCtr="0"/>
          <a:lstStyle>
            <a:lvl1pPr marL="0" indent="0">
              <a:buNone/>
              <a:defRPr sz="1650" b="1" cap="all" spc="-113" baseline="0">
                <a:latin typeface="+mj-lt"/>
              </a:defRPr>
            </a:lvl1pPr>
          </a:lstStyle>
          <a:p>
            <a:pPr lvl="0"/>
            <a:r>
              <a:rPr lang="fr-FR"/>
              <a:t>Cliquez pour modifier les styles du texte du masque</a:t>
            </a:r>
          </a:p>
        </p:txBody>
      </p:sp>
      <p:sp>
        <p:nvSpPr>
          <p:cNvPr id="4" name="Espace réservé du pied de page 1">
            <a:extLst>
              <a:ext uri="{FF2B5EF4-FFF2-40B4-BE49-F238E27FC236}">
                <a16:creationId xmlns:a16="http://schemas.microsoft.com/office/drawing/2014/main" id="{35FC5623-A634-AF06-3382-F267200F3AEE}"/>
              </a:ext>
            </a:extLst>
          </p:cNvPr>
          <p:cNvSpPr>
            <a:spLocks noGrp="1"/>
          </p:cNvSpPr>
          <p:nvPr>
            <p:ph type="ftr" sz="quarter" idx="36"/>
          </p:nvPr>
        </p:nvSpPr>
        <p:spPr>
          <a:xfrm>
            <a:off x="253603" y="183356"/>
            <a:ext cx="1303734" cy="66675"/>
          </a:xfrm>
          <a:prstGeom prst="rect">
            <a:avLst/>
          </a:prstGeom>
          <a:solidFill>
            <a:schemeClr val="bg1"/>
          </a:solidFill>
        </p:spPr>
        <p:txBody>
          <a:bodyPr vert="horz" lIns="91440" tIns="45720" rIns="91440" bIns="45720" rtlCol="0" anchor="ctr"/>
          <a:lstStyle>
            <a:lvl1pPr algn="l" eaLnBrk="1" fontAlgn="auto" hangingPunct="1">
              <a:spcBef>
                <a:spcPts val="0"/>
              </a:spcBef>
              <a:spcAft>
                <a:spcPts val="0"/>
              </a:spcAft>
              <a:defRPr sz="675">
                <a:solidFill>
                  <a:schemeClr val="tx1"/>
                </a:solidFill>
                <a:latin typeface="+mn-lt"/>
              </a:defRPr>
            </a:lvl1pPr>
          </a:lstStyle>
          <a:p>
            <a:pPr defTabSz="685800">
              <a:buClrTx/>
              <a:defRPr/>
            </a:pPr>
            <a:r>
              <a:rPr lang="fr-FR" kern="1200">
                <a:solidFill>
                  <a:prstClr val="black"/>
                </a:solidFill>
                <a:ea typeface="+mn-ea"/>
                <a:cs typeface="+mn-cs"/>
              </a:rPr>
              <a:t>CFG Transformation</a:t>
            </a:r>
            <a:endParaRPr lang="fr-FR" kern="1200" dirty="0">
              <a:solidFill>
                <a:prstClr val="black"/>
              </a:solidFill>
              <a:ea typeface="+mn-ea"/>
              <a:cs typeface="+mn-cs"/>
            </a:endParaRPr>
          </a:p>
        </p:txBody>
      </p:sp>
    </p:spTree>
    <p:extLst>
      <p:ext uri="{BB962C8B-B14F-4D97-AF65-F5344CB8AC3E}">
        <p14:creationId xmlns:p14="http://schemas.microsoft.com/office/powerpoint/2010/main" val="13221983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ep Ocean - Nude title">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13" name="Image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07048" y="4277426"/>
            <a:ext cx="2700000" cy="737802"/>
          </a:xfrm>
          <a:prstGeom prst="rect">
            <a:avLst/>
          </a:prstGeom>
        </p:spPr>
      </p:pic>
      <p:sp>
        <p:nvSpPr>
          <p:cNvPr id="25" name="Titre 1"/>
          <p:cNvSpPr>
            <a:spLocks noGrp="1"/>
          </p:cNvSpPr>
          <p:nvPr>
            <p:ph type="ctrTitle" hasCustomPrompt="1"/>
          </p:nvPr>
        </p:nvSpPr>
        <p:spPr>
          <a:xfrm>
            <a:off x="1872000" y="1289069"/>
            <a:ext cx="5400000" cy="810000"/>
          </a:xfrm>
          <a:prstGeom prst="rect">
            <a:avLst/>
          </a:prstGeom>
        </p:spPr>
        <p:txBody>
          <a:bodyPr anchor="b"/>
          <a:lstStyle>
            <a:lvl1pPr algn="ctr">
              <a:lnSpc>
                <a:spcPct val="120000"/>
              </a:lnSpc>
              <a:defRPr sz="2400" b="0" i="0">
                <a:latin typeface="Century Gothic" panose="020B0502020202020204" pitchFamily="34" charset="0"/>
                <a:ea typeface="Century Gothic" panose="020B0502020202020204" pitchFamily="34" charset="0"/>
                <a:cs typeface="Century Gothic" panose="020B0502020202020204" pitchFamily="34" charset="0"/>
              </a:defRPr>
            </a:lvl1pPr>
          </a:lstStyle>
          <a:p>
            <a:r>
              <a:rPr lang="fr-FR" dirty="0"/>
              <a:t>CLIQUEZ ET MODIFIEZ LE TITRE</a:t>
            </a:r>
          </a:p>
        </p:txBody>
      </p:sp>
      <p:sp>
        <p:nvSpPr>
          <p:cNvPr id="26" name="Sous-titre 2"/>
          <p:cNvSpPr>
            <a:spLocks noGrp="1"/>
          </p:cNvSpPr>
          <p:nvPr>
            <p:ph type="subTitle" idx="1" hasCustomPrompt="1"/>
          </p:nvPr>
        </p:nvSpPr>
        <p:spPr>
          <a:xfrm>
            <a:off x="1197000" y="2358624"/>
            <a:ext cx="6750000" cy="324000"/>
          </a:xfrm>
          <a:prstGeom prst="rect">
            <a:avLst/>
          </a:prstGeom>
        </p:spPr>
        <p:txBody>
          <a:bodyPr/>
          <a:lstStyle>
            <a:lvl1pPr marL="0" indent="0" algn="ctr">
              <a:lnSpc>
                <a:spcPct val="120000"/>
              </a:lnSpc>
              <a:buNone/>
              <a:defRPr sz="1500" b="1" i="1" baseline="0">
                <a:latin typeface="Century Gothic" panose="020B0502020202020204" pitchFamily="34" charset="0"/>
                <a:ea typeface="Century Gothic" panose="020B0502020202020204" pitchFamily="34" charset="0"/>
                <a:cs typeface="Century Gothic" panose="020B0502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Insérez ici votre sous-titres de présentation</a:t>
            </a:r>
          </a:p>
        </p:txBody>
      </p:sp>
      <p:cxnSp>
        <p:nvCxnSpPr>
          <p:cNvPr id="27" name="Connecteur droit 26"/>
          <p:cNvCxnSpPr/>
          <p:nvPr userDrawn="1"/>
        </p:nvCxnSpPr>
        <p:spPr>
          <a:xfrm>
            <a:off x="2547000" y="2228846"/>
            <a:ext cx="4050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8" name="Espace réservé du texte 23"/>
          <p:cNvSpPr>
            <a:spLocks noGrp="1"/>
          </p:cNvSpPr>
          <p:nvPr>
            <p:ph type="body" sz="quarter" idx="12" hasCustomPrompt="1"/>
          </p:nvPr>
        </p:nvSpPr>
        <p:spPr>
          <a:xfrm>
            <a:off x="3222000" y="2682624"/>
            <a:ext cx="2700000" cy="324000"/>
          </a:xfrm>
          <a:prstGeom prst="rect">
            <a:avLst/>
          </a:prstGeom>
        </p:spPr>
        <p:txBody>
          <a:bodyPr anchor="ctr"/>
          <a:lstStyle>
            <a:lvl1pPr marL="0" indent="0" algn="ctr">
              <a:lnSpc>
                <a:spcPct val="120000"/>
              </a:lnSpc>
              <a:buNone/>
              <a:defRPr sz="1350" b="0" i="1">
                <a:latin typeface="Century Gothic" panose="020B0502020202020204" pitchFamily="34" charset="0"/>
                <a:ea typeface="Century Gothic" panose="020B0502020202020204" pitchFamily="34" charset="0"/>
                <a:cs typeface="Century Gothic" panose="020B0502020202020204" pitchFamily="34" charset="0"/>
              </a:defRPr>
            </a:lvl1pPr>
            <a:lvl2pPr algn="ctr">
              <a:defRPr/>
            </a:lvl2pPr>
            <a:lvl3pPr algn="ctr">
              <a:defRPr/>
            </a:lvl3pPr>
            <a:lvl4pPr algn="ctr">
              <a:defRPr/>
            </a:lvl4pPr>
            <a:lvl5pPr algn="ctr">
              <a:defRPr/>
            </a:lvl5pPr>
          </a:lstStyle>
          <a:p>
            <a:pPr lvl="0"/>
            <a:r>
              <a:rPr lang="fr-FR" dirty="0"/>
              <a:t>Insérez ici votre date</a:t>
            </a:r>
          </a:p>
        </p:txBody>
      </p:sp>
    </p:spTree>
    <p:extLst>
      <p:ext uri="{BB962C8B-B14F-4D97-AF65-F5344CB8AC3E}">
        <p14:creationId xmlns:p14="http://schemas.microsoft.com/office/powerpoint/2010/main" val="31658525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ep Ocean - Nude and empty">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Tree>
    <p:extLst>
      <p:ext uri="{BB962C8B-B14F-4D97-AF65-F5344CB8AC3E}">
        <p14:creationId xmlns:p14="http://schemas.microsoft.com/office/powerpoint/2010/main" val="33569473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ep Ocean - Title with pic">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7E68372-BAC3-496A-9808-FEC36FDFACE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7" name="Image 6"/>
          <p:cNvPicPr>
            <a:picLocks noChangeAspect="1"/>
          </p:cNvPicPr>
          <p:nvPr userDrawn="1"/>
        </p:nvPicPr>
        <p:blipFill>
          <a:blip r:embed="rId2" cstate="screen">
            <a:clrChange>
              <a:clrFrom>
                <a:srgbClr val="FEFEFE"/>
              </a:clrFrom>
              <a:clrTo>
                <a:srgbClr val="FEFEFE">
                  <a:alpha val="0"/>
                </a:srgbClr>
              </a:clrTo>
            </a:clrChange>
            <a:extLst>
              <a:ext uri="{28A0092B-C50C-407E-A947-70E740481C1C}">
                <a14:useLocalDpi xmlns:a14="http://schemas.microsoft.com/office/drawing/2010/main"/>
              </a:ext>
            </a:extLst>
          </a:blip>
          <a:stretch>
            <a:fillRect/>
          </a:stretch>
        </p:blipFill>
        <p:spPr>
          <a:xfrm>
            <a:off x="6307048" y="4277426"/>
            <a:ext cx="2700000" cy="737802"/>
          </a:xfrm>
          <a:prstGeom prst="rect">
            <a:avLst/>
          </a:prstGeom>
        </p:spPr>
      </p:pic>
      <p:sp>
        <p:nvSpPr>
          <p:cNvPr id="23" name="Titre 1"/>
          <p:cNvSpPr>
            <a:spLocks noGrp="1"/>
          </p:cNvSpPr>
          <p:nvPr>
            <p:ph type="ctrTitle" hasCustomPrompt="1"/>
          </p:nvPr>
        </p:nvSpPr>
        <p:spPr>
          <a:xfrm>
            <a:off x="1872000" y="1289069"/>
            <a:ext cx="5400000" cy="810000"/>
          </a:xfrm>
          <a:prstGeom prst="rect">
            <a:avLst/>
          </a:prstGeom>
        </p:spPr>
        <p:txBody>
          <a:bodyPr anchor="b"/>
          <a:lstStyle>
            <a:lvl1pPr algn="ctr">
              <a:lnSpc>
                <a:spcPct val="120000"/>
              </a:lnSpc>
              <a:defRPr sz="2400" b="0" i="0">
                <a:latin typeface="Century Gothic" panose="020B0502020202020204" pitchFamily="34" charset="0"/>
                <a:ea typeface="Century Gothic" panose="020B0502020202020204" pitchFamily="34" charset="0"/>
                <a:cs typeface="Century Gothic" panose="020B0502020202020204" pitchFamily="34" charset="0"/>
              </a:defRPr>
            </a:lvl1pPr>
          </a:lstStyle>
          <a:p>
            <a:r>
              <a:rPr lang="fr-FR" dirty="0"/>
              <a:t>CLIQUEZ ET MODIFIEZ LE TITRE</a:t>
            </a:r>
          </a:p>
        </p:txBody>
      </p:sp>
      <p:sp>
        <p:nvSpPr>
          <p:cNvPr id="24" name="Sous-titre 2"/>
          <p:cNvSpPr>
            <a:spLocks noGrp="1"/>
          </p:cNvSpPr>
          <p:nvPr>
            <p:ph type="subTitle" idx="1" hasCustomPrompt="1"/>
          </p:nvPr>
        </p:nvSpPr>
        <p:spPr>
          <a:xfrm>
            <a:off x="1197000" y="2358624"/>
            <a:ext cx="6750000" cy="324000"/>
          </a:xfrm>
          <a:prstGeom prst="rect">
            <a:avLst/>
          </a:prstGeom>
        </p:spPr>
        <p:txBody>
          <a:bodyPr/>
          <a:lstStyle>
            <a:lvl1pPr marL="0" indent="0" algn="ctr">
              <a:lnSpc>
                <a:spcPct val="120000"/>
              </a:lnSpc>
              <a:buNone/>
              <a:defRPr sz="1500" b="1" i="1" baseline="0">
                <a:latin typeface="Century Gothic" panose="020B0502020202020204" pitchFamily="34" charset="0"/>
                <a:ea typeface="Century Gothic" panose="020B0502020202020204" pitchFamily="34" charset="0"/>
                <a:cs typeface="Century Gothic" panose="020B0502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Insérez ici votre sous-titres de présentation</a:t>
            </a:r>
          </a:p>
        </p:txBody>
      </p:sp>
      <p:cxnSp>
        <p:nvCxnSpPr>
          <p:cNvPr id="25" name="Connecteur droit 24"/>
          <p:cNvCxnSpPr/>
          <p:nvPr userDrawn="1"/>
        </p:nvCxnSpPr>
        <p:spPr>
          <a:xfrm>
            <a:off x="2547000" y="2228846"/>
            <a:ext cx="4050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Espace réservé du texte 23"/>
          <p:cNvSpPr>
            <a:spLocks noGrp="1"/>
          </p:cNvSpPr>
          <p:nvPr>
            <p:ph type="body" sz="quarter" idx="12" hasCustomPrompt="1"/>
          </p:nvPr>
        </p:nvSpPr>
        <p:spPr>
          <a:xfrm>
            <a:off x="3222000" y="2682624"/>
            <a:ext cx="2700000" cy="324000"/>
          </a:xfrm>
          <a:prstGeom prst="rect">
            <a:avLst/>
          </a:prstGeom>
        </p:spPr>
        <p:txBody>
          <a:bodyPr anchor="ctr"/>
          <a:lstStyle>
            <a:lvl1pPr marL="0" indent="0" algn="ctr">
              <a:lnSpc>
                <a:spcPct val="120000"/>
              </a:lnSpc>
              <a:buNone/>
              <a:defRPr sz="1350" b="0" i="1">
                <a:latin typeface="Century Gothic" panose="020B0502020202020204" pitchFamily="34" charset="0"/>
                <a:ea typeface="Century Gothic" panose="020B0502020202020204" pitchFamily="34" charset="0"/>
                <a:cs typeface="Century Gothic" panose="020B0502020202020204" pitchFamily="34" charset="0"/>
              </a:defRPr>
            </a:lvl1pPr>
            <a:lvl2pPr algn="ctr">
              <a:defRPr/>
            </a:lvl2pPr>
            <a:lvl3pPr algn="ctr">
              <a:defRPr/>
            </a:lvl3pPr>
            <a:lvl4pPr algn="ctr">
              <a:defRPr/>
            </a:lvl4pPr>
            <a:lvl5pPr algn="ctr">
              <a:defRPr/>
            </a:lvl5pPr>
          </a:lstStyle>
          <a:p>
            <a:pPr lvl="0"/>
            <a:r>
              <a:rPr lang="fr-FR" dirty="0"/>
              <a:t>Insérez ici votre date</a:t>
            </a:r>
          </a:p>
        </p:txBody>
      </p:sp>
    </p:spTree>
    <p:extLst>
      <p:ext uri="{BB962C8B-B14F-4D97-AF65-F5344CB8AC3E}">
        <p14:creationId xmlns:p14="http://schemas.microsoft.com/office/powerpoint/2010/main" val="17553826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ep Ocean - Summary">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SOMMAIRE</a:t>
            </a:r>
          </a:p>
        </p:txBody>
      </p:sp>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22" name="Espace réservé du texte 6"/>
          <p:cNvSpPr>
            <a:spLocks noGrp="1"/>
          </p:cNvSpPr>
          <p:nvPr>
            <p:ph type="body" sz="quarter" idx="18"/>
          </p:nvPr>
        </p:nvSpPr>
        <p:spPr>
          <a:xfrm>
            <a:off x="3394776" y="4372534"/>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24" name="Espace réservé du texte 6"/>
          <p:cNvSpPr>
            <a:spLocks noGrp="1"/>
          </p:cNvSpPr>
          <p:nvPr>
            <p:ph type="body" sz="quarter" idx="19"/>
          </p:nvPr>
        </p:nvSpPr>
        <p:spPr>
          <a:xfrm>
            <a:off x="3394776" y="3606621"/>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26" name="Espace réservé du texte 6"/>
          <p:cNvSpPr>
            <a:spLocks noGrp="1"/>
          </p:cNvSpPr>
          <p:nvPr>
            <p:ph type="body" sz="quarter" idx="20"/>
          </p:nvPr>
        </p:nvSpPr>
        <p:spPr>
          <a:xfrm>
            <a:off x="3394776" y="2840708"/>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28" name="Espace réservé du texte 6"/>
          <p:cNvSpPr>
            <a:spLocks noGrp="1"/>
          </p:cNvSpPr>
          <p:nvPr>
            <p:ph type="body" sz="quarter" idx="21"/>
          </p:nvPr>
        </p:nvSpPr>
        <p:spPr>
          <a:xfrm>
            <a:off x="3394776" y="2074796"/>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30" name="Espace réservé du texte 6"/>
          <p:cNvSpPr>
            <a:spLocks noGrp="1"/>
          </p:cNvSpPr>
          <p:nvPr>
            <p:ph type="body" sz="quarter" idx="22"/>
          </p:nvPr>
        </p:nvSpPr>
        <p:spPr>
          <a:xfrm>
            <a:off x="3394776" y="1308883"/>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32" name="Espace réservé du texte 6"/>
          <p:cNvSpPr>
            <a:spLocks noGrp="1"/>
          </p:cNvSpPr>
          <p:nvPr>
            <p:ph type="body" sz="quarter" idx="23"/>
          </p:nvPr>
        </p:nvSpPr>
        <p:spPr>
          <a:xfrm>
            <a:off x="3394776" y="542970"/>
            <a:ext cx="5400000" cy="324000"/>
          </a:xfrm>
          <a:prstGeom prst="rect">
            <a:avLst/>
          </a:prstGeom>
        </p:spPr>
        <p:txBody>
          <a:bodyPr anchor="ctr"/>
          <a:lstStyle>
            <a:lvl1pPr marL="0" indent="0" algn="l">
              <a:lnSpc>
                <a:spcPct val="120000"/>
              </a:lnSpc>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17" name="Rectangle à coins arrondis 16">
            <a:extLst>
              <a:ext uri="{FF2B5EF4-FFF2-40B4-BE49-F238E27FC236}">
                <a16:creationId xmlns:a16="http://schemas.microsoft.com/office/drawing/2014/main" id="{DB72450B-BFF5-3F41-A68F-CA4CC3C16A1D}"/>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18" name="Espace réservé du numéro de diapositive 6">
            <a:extLst>
              <a:ext uri="{FF2B5EF4-FFF2-40B4-BE49-F238E27FC236}">
                <a16:creationId xmlns:a16="http://schemas.microsoft.com/office/drawing/2014/main" id="{26A70A31-DADD-5046-B542-99AEE34ECEE6}"/>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11130825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ep Ocean - Full color">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A870AC5C-91D1-4C42-A47A-F982B6F9361B}"/>
              </a:ext>
            </a:extLst>
          </p:cNvPr>
          <p:cNvSpPr>
            <a:spLocks noGrp="1"/>
          </p:cNvSpPr>
          <p:nvPr>
            <p:ph type="ctrTitle" hasCustomPrompt="1"/>
          </p:nvPr>
        </p:nvSpPr>
        <p:spPr bwMode="white">
          <a:xfrm>
            <a:off x="1072055" y="1044584"/>
            <a:ext cx="6999890" cy="3054332"/>
          </a:xfrm>
          <a:prstGeom prst="rect">
            <a:avLst/>
          </a:prstGeom>
        </p:spPr>
        <p:txBody>
          <a:bodyPr anchor="ctr"/>
          <a:lstStyle>
            <a:lvl1pPr algn="ctr">
              <a:lnSpc>
                <a:spcPct val="120000"/>
              </a:lnSpc>
              <a:defRPr sz="3000" b="0" i="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r>
              <a:rPr lang="fr-FR" dirty="0"/>
              <a:t>CLIQUEZ ET MODIFIEZ LE TITRE</a:t>
            </a:r>
          </a:p>
        </p:txBody>
      </p:sp>
    </p:spTree>
    <p:extLst>
      <p:ext uri="{BB962C8B-B14F-4D97-AF65-F5344CB8AC3E}">
        <p14:creationId xmlns:p14="http://schemas.microsoft.com/office/powerpoint/2010/main" val="14799626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eep Ocean - Chapter">
    <p:spTree>
      <p:nvGrpSpPr>
        <p:cNvPr id="1" name=""/>
        <p:cNvGrpSpPr/>
        <p:nvPr/>
      </p:nvGrpSpPr>
      <p:grpSpPr>
        <a:xfrm>
          <a:off x="0" y="0"/>
          <a:ext cx="0" cy="0"/>
          <a:chOff x="0" y="0"/>
          <a:chExt cx="0" cy="0"/>
        </a:xfrm>
      </p:grpSpPr>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4" name="Espace réservé pour une image  3"/>
          <p:cNvSpPr>
            <a:spLocks noGrp="1"/>
          </p:cNvSpPr>
          <p:nvPr>
            <p:ph type="pic" sz="quarter" idx="14" hasCustomPrompt="1"/>
          </p:nvPr>
        </p:nvSpPr>
        <p:spPr>
          <a:xfrm>
            <a:off x="2323643" y="66675"/>
            <a:ext cx="6753684" cy="5010675"/>
          </a:xfrm>
          <a:custGeom>
            <a:avLst/>
            <a:gdLst>
              <a:gd name="connsiteX0" fmla="*/ 0 w 9004300"/>
              <a:gd name="connsiteY0" fmla="*/ 0 h 6627813"/>
              <a:gd name="connsiteX1" fmla="*/ 9004300 w 9004300"/>
              <a:gd name="connsiteY1" fmla="*/ 0 h 6627813"/>
              <a:gd name="connsiteX2" fmla="*/ 9004300 w 9004300"/>
              <a:gd name="connsiteY2" fmla="*/ 6627813 h 6627813"/>
              <a:gd name="connsiteX3" fmla="*/ 0 w 9004300"/>
              <a:gd name="connsiteY3" fmla="*/ 6627813 h 6627813"/>
              <a:gd name="connsiteX4" fmla="*/ 0 w 9004300"/>
              <a:gd name="connsiteY4" fmla="*/ 0 h 6627813"/>
              <a:gd name="connsiteX0" fmla="*/ 6350 w 9010650"/>
              <a:gd name="connsiteY0" fmla="*/ 0 h 6627813"/>
              <a:gd name="connsiteX1" fmla="*/ 9010650 w 9010650"/>
              <a:gd name="connsiteY1" fmla="*/ 0 h 6627813"/>
              <a:gd name="connsiteX2" fmla="*/ 9010650 w 9010650"/>
              <a:gd name="connsiteY2" fmla="*/ 6627813 h 6627813"/>
              <a:gd name="connsiteX3" fmla="*/ 6350 w 9010650"/>
              <a:gd name="connsiteY3" fmla="*/ 6627813 h 6627813"/>
              <a:gd name="connsiteX4" fmla="*/ 0 w 9010650"/>
              <a:gd name="connsiteY4" fmla="*/ 3886200 h 6627813"/>
              <a:gd name="connsiteX5" fmla="*/ 6350 w 9010650"/>
              <a:gd name="connsiteY5" fmla="*/ 0 h 6627813"/>
              <a:gd name="connsiteX0" fmla="*/ 3175 w 9007475"/>
              <a:gd name="connsiteY0" fmla="*/ 0 h 6627813"/>
              <a:gd name="connsiteX1" fmla="*/ 9007475 w 9007475"/>
              <a:gd name="connsiteY1" fmla="*/ 0 h 6627813"/>
              <a:gd name="connsiteX2" fmla="*/ 9007475 w 9007475"/>
              <a:gd name="connsiteY2" fmla="*/ 6627813 h 6627813"/>
              <a:gd name="connsiteX3" fmla="*/ 3175 w 9007475"/>
              <a:gd name="connsiteY3" fmla="*/ 6627813 h 6627813"/>
              <a:gd name="connsiteX4" fmla="*/ 0 w 9007475"/>
              <a:gd name="connsiteY4" fmla="*/ 3892550 h 6627813"/>
              <a:gd name="connsiteX5" fmla="*/ 3175 w 9007475"/>
              <a:gd name="connsiteY5" fmla="*/ 0 h 6627813"/>
              <a:gd name="connsiteX0" fmla="*/ 668987 w 9673287"/>
              <a:gd name="connsiteY0" fmla="*/ 0 h 6627813"/>
              <a:gd name="connsiteX1" fmla="*/ 9673287 w 9673287"/>
              <a:gd name="connsiteY1" fmla="*/ 0 h 6627813"/>
              <a:gd name="connsiteX2" fmla="*/ 9673287 w 9673287"/>
              <a:gd name="connsiteY2" fmla="*/ 6627813 h 6627813"/>
              <a:gd name="connsiteX3" fmla="*/ 668987 w 9673287"/>
              <a:gd name="connsiteY3" fmla="*/ 6627813 h 6627813"/>
              <a:gd name="connsiteX4" fmla="*/ 665812 w 9673287"/>
              <a:gd name="connsiteY4" fmla="*/ 3892550 h 6627813"/>
              <a:gd name="connsiteX5" fmla="*/ 662637 w 9673287"/>
              <a:gd name="connsiteY5" fmla="*/ 2819400 h 6627813"/>
              <a:gd name="connsiteX6" fmla="*/ 668987 w 9673287"/>
              <a:gd name="connsiteY6" fmla="*/ 0 h 6627813"/>
              <a:gd name="connsiteX0" fmla="*/ 667339 w 9671639"/>
              <a:gd name="connsiteY0" fmla="*/ 0 h 6627813"/>
              <a:gd name="connsiteX1" fmla="*/ 9671639 w 9671639"/>
              <a:gd name="connsiteY1" fmla="*/ 0 h 6627813"/>
              <a:gd name="connsiteX2" fmla="*/ 9671639 w 9671639"/>
              <a:gd name="connsiteY2" fmla="*/ 6627813 h 6627813"/>
              <a:gd name="connsiteX3" fmla="*/ 667339 w 9671639"/>
              <a:gd name="connsiteY3" fmla="*/ 6627813 h 6627813"/>
              <a:gd name="connsiteX4" fmla="*/ 664164 w 9671639"/>
              <a:gd name="connsiteY4" fmla="*/ 3892550 h 6627813"/>
              <a:gd name="connsiteX5" fmla="*/ 667339 w 9671639"/>
              <a:gd name="connsiteY5" fmla="*/ 2822575 h 6627813"/>
              <a:gd name="connsiteX6" fmla="*/ 667339 w 9671639"/>
              <a:gd name="connsiteY6" fmla="*/ 0 h 6627813"/>
              <a:gd name="connsiteX0" fmla="*/ 667339 w 9671639"/>
              <a:gd name="connsiteY0" fmla="*/ 0 h 6627813"/>
              <a:gd name="connsiteX1" fmla="*/ 9671639 w 9671639"/>
              <a:gd name="connsiteY1" fmla="*/ 0 h 6627813"/>
              <a:gd name="connsiteX2" fmla="*/ 9671639 w 9671639"/>
              <a:gd name="connsiteY2" fmla="*/ 6627813 h 6627813"/>
              <a:gd name="connsiteX3" fmla="*/ 667339 w 9671639"/>
              <a:gd name="connsiteY3" fmla="*/ 6627813 h 6627813"/>
              <a:gd name="connsiteX4" fmla="*/ 664164 w 9671639"/>
              <a:gd name="connsiteY4" fmla="*/ 3892550 h 6627813"/>
              <a:gd name="connsiteX5" fmla="*/ 667339 w 9671639"/>
              <a:gd name="connsiteY5" fmla="*/ 2825750 h 6627813"/>
              <a:gd name="connsiteX6" fmla="*/ 667339 w 9671639"/>
              <a:gd name="connsiteY6" fmla="*/ 0 h 6627813"/>
              <a:gd name="connsiteX0" fmla="*/ 3365 w 9007665"/>
              <a:gd name="connsiteY0" fmla="*/ 0 h 6627813"/>
              <a:gd name="connsiteX1" fmla="*/ 9007665 w 9007665"/>
              <a:gd name="connsiteY1" fmla="*/ 0 h 6627813"/>
              <a:gd name="connsiteX2" fmla="*/ 9007665 w 9007665"/>
              <a:gd name="connsiteY2" fmla="*/ 6627813 h 6627813"/>
              <a:gd name="connsiteX3" fmla="*/ 3365 w 9007665"/>
              <a:gd name="connsiteY3" fmla="*/ 6627813 h 6627813"/>
              <a:gd name="connsiteX4" fmla="*/ 190 w 9007665"/>
              <a:gd name="connsiteY4" fmla="*/ 3892550 h 6627813"/>
              <a:gd name="connsiteX5" fmla="*/ 3365 w 9007665"/>
              <a:gd name="connsiteY5" fmla="*/ 2825750 h 6627813"/>
              <a:gd name="connsiteX6" fmla="*/ 3365 w 9007665"/>
              <a:gd name="connsiteY6" fmla="*/ 0 h 6627813"/>
              <a:gd name="connsiteX0" fmla="*/ 6419 w 9010719"/>
              <a:gd name="connsiteY0" fmla="*/ 0 h 6627813"/>
              <a:gd name="connsiteX1" fmla="*/ 9010719 w 9010719"/>
              <a:gd name="connsiteY1" fmla="*/ 0 h 6627813"/>
              <a:gd name="connsiteX2" fmla="*/ 9010719 w 9010719"/>
              <a:gd name="connsiteY2" fmla="*/ 6627813 h 6627813"/>
              <a:gd name="connsiteX3" fmla="*/ 6419 w 9010719"/>
              <a:gd name="connsiteY3" fmla="*/ 6627813 h 6627813"/>
              <a:gd name="connsiteX4" fmla="*/ 3244 w 9010719"/>
              <a:gd name="connsiteY4" fmla="*/ 3892550 h 6627813"/>
              <a:gd name="connsiteX5" fmla="*/ 69 w 9010719"/>
              <a:gd name="connsiteY5" fmla="*/ 3352800 h 6627813"/>
              <a:gd name="connsiteX6" fmla="*/ 6419 w 9010719"/>
              <a:gd name="connsiteY6" fmla="*/ 2825750 h 6627813"/>
              <a:gd name="connsiteX7" fmla="*/ 6419 w 9010719"/>
              <a:gd name="connsiteY7" fmla="*/ 0 h 6627813"/>
              <a:gd name="connsiteX0" fmla="*/ 3180 w 9007480"/>
              <a:gd name="connsiteY0" fmla="*/ 0 h 6627813"/>
              <a:gd name="connsiteX1" fmla="*/ 9007480 w 9007480"/>
              <a:gd name="connsiteY1" fmla="*/ 0 h 6627813"/>
              <a:gd name="connsiteX2" fmla="*/ 9007480 w 9007480"/>
              <a:gd name="connsiteY2" fmla="*/ 6627813 h 6627813"/>
              <a:gd name="connsiteX3" fmla="*/ 3180 w 9007480"/>
              <a:gd name="connsiteY3" fmla="*/ 6627813 h 6627813"/>
              <a:gd name="connsiteX4" fmla="*/ 5 w 9007480"/>
              <a:gd name="connsiteY4" fmla="*/ 3892550 h 6627813"/>
              <a:gd name="connsiteX5" fmla="*/ 177805 w 9007480"/>
              <a:gd name="connsiteY5" fmla="*/ 3327400 h 6627813"/>
              <a:gd name="connsiteX6" fmla="*/ 3180 w 9007480"/>
              <a:gd name="connsiteY6" fmla="*/ 2825750 h 6627813"/>
              <a:gd name="connsiteX7" fmla="*/ 3180 w 9007480"/>
              <a:gd name="connsiteY7" fmla="*/ 0 h 6627813"/>
              <a:gd name="connsiteX0" fmla="*/ 3180 w 9007480"/>
              <a:gd name="connsiteY0" fmla="*/ 0 h 6627813"/>
              <a:gd name="connsiteX1" fmla="*/ 9007480 w 9007480"/>
              <a:gd name="connsiteY1" fmla="*/ 0 h 6627813"/>
              <a:gd name="connsiteX2" fmla="*/ 9007480 w 9007480"/>
              <a:gd name="connsiteY2" fmla="*/ 6627813 h 6627813"/>
              <a:gd name="connsiteX3" fmla="*/ 3180 w 9007480"/>
              <a:gd name="connsiteY3" fmla="*/ 6627813 h 6627813"/>
              <a:gd name="connsiteX4" fmla="*/ 5 w 9007480"/>
              <a:gd name="connsiteY4" fmla="*/ 3892550 h 6627813"/>
              <a:gd name="connsiteX5" fmla="*/ 196855 w 9007480"/>
              <a:gd name="connsiteY5" fmla="*/ 3362325 h 6627813"/>
              <a:gd name="connsiteX6" fmla="*/ 3180 w 9007480"/>
              <a:gd name="connsiteY6" fmla="*/ 2825750 h 6627813"/>
              <a:gd name="connsiteX7" fmla="*/ 3180 w 9007480"/>
              <a:gd name="connsiteY7" fmla="*/ 0 h 6627813"/>
              <a:gd name="connsiteX0" fmla="*/ 3180 w 9007480"/>
              <a:gd name="connsiteY0" fmla="*/ 0 h 6627813"/>
              <a:gd name="connsiteX1" fmla="*/ 9007480 w 9007480"/>
              <a:gd name="connsiteY1" fmla="*/ 0 h 6627813"/>
              <a:gd name="connsiteX2" fmla="*/ 9007480 w 9007480"/>
              <a:gd name="connsiteY2" fmla="*/ 6627813 h 6627813"/>
              <a:gd name="connsiteX3" fmla="*/ 3180 w 9007480"/>
              <a:gd name="connsiteY3" fmla="*/ 6627813 h 6627813"/>
              <a:gd name="connsiteX4" fmla="*/ 5 w 9007480"/>
              <a:gd name="connsiteY4" fmla="*/ 3892550 h 6627813"/>
              <a:gd name="connsiteX5" fmla="*/ 177805 w 9007480"/>
              <a:gd name="connsiteY5" fmla="*/ 3330575 h 6627813"/>
              <a:gd name="connsiteX6" fmla="*/ 3180 w 9007480"/>
              <a:gd name="connsiteY6" fmla="*/ 2825750 h 6627813"/>
              <a:gd name="connsiteX7" fmla="*/ 3180 w 9007480"/>
              <a:gd name="connsiteY7" fmla="*/ 0 h 6627813"/>
              <a:gd name="connsiteX0" fmla="*/ 3180 w 9007480"/>
              <a:gd name="connsiteY0" fmla="*/ 0 h 6627813"/>
              <a:gd name="connsiteX1" fmla="*/ 9007480 w 9007480"/>
              <a:gd name="connsiteY1" fmla="*/ 0 h 6627813"/>
              <a:gd name="connsiteX2" fmla="*/ 9007480 w 9007480"/>
              <a:gd name="connsiteY2" fmla="*/ 6627813 h 6627813"/>
              <a:gd name="connsiteX3" fmla="*/ 3180 w 9007480"/>
              <a:gd name="connsiteY3" fmla="*/ 6627813 h 6627813"/>
              <a:gd name="connsiteX4" fmla="*/ 5 w 9007480"/>
              <a:gd name="connsiteY4" fmla="*/ 3892550 h 6627813"/>
              <a:gd name="connsiteX5" fmla="*/ 177805 w 9007480"/>
              <a:gd name="connsiteY5" fmla="*/ 3330575 h 6627813"/>
              <a:gd name="connsiteX6" fmla="*/ 3180 w 9007480"/>
              <a:gd name="connsiteY6" fmla="*/ 2825750 h 6627813"/>
              <a:gd name="connsiteX7" fmla="*/ 3180 w 9007480"/>
              <a:gd name="connsiteY7" fmla="*/ 0 h 6627813"/>
              <a:gd name="connsiteX0" fmla="*/ 3180 w 9007480"/>
              <a:gd name="connsiteY0" fmla="*/ 0 h 6627813"/>
              <a:gd name="connsiteX1" fmla="*/ 9007480 w 9007480"/>
              <a:gd name="connsiteY1" fmla="*/ 0 h 6627813"/>
              <a:gd name="connsiteX2" fmla="*/ 9007480 w 9007480"/>
              <a:gd name="connsiteY2" fmla="*/ 6627813 h 6627813"/>
              <a:gd name="connsiteX3" fmla="*/ 3180 w 9007480"/>
              <a:gd name="connsiteY3" fmla="*/ 6627813 h 6627813"/>
              <a:gd name="connsiteX4" fmla="*/ 5 w 9007480"/>
              <a:gd name="connsiteY4" fmla="*/ 3892550 h 6627813"/>
              <a:gd name="connsiteX5" fmla="*/ 177805 w 9007480"/>
              <a:gd name="connsiteY5" fmla="*/ 3330575 h 6627813"/>
              <a:gd name="connsiteX6" fmla="*/ 3180 w 9007480"/>
              <a:gd name="connsiteY6" fmla="*/ 2825750 h 6627813"/>
              <a:gd name="connsiteX7" fmla="*/ 3180 w 9007480"/>
              <a:gd name="connsiteY7" fmla="*/ 0 h 6627813"/>
              <a:gd name="connsiteX0" fmla="*/ 3182 w 9007482"/>
              <a:gd name="connsiteY0" fmla="*/ 0 h 6627813"/>
              <a:gd name="connsiteX1" fmla="*/ 9007482 w 9007482"/>
              <a:gd name="connsiteY1" fmla="*/ 0 h 6627813"/>
              <a:gd name="connsiteX2" fmla="*/ 9007482 w 9007482"/>
              <a:gd name="connsiteY2" fmla="*/ 6627813 h 6627813"/>
              <a:gd name="connsiteX3" fmla="*/ 3182 w 9007482"/>
              <a:gd name="connsiteY3" fmla="*/ 6627813 h 6627813"/>
              <a:gd name="connsiteX4" fmla="*/ 7 w 9007482"/>
              <a:gd name="connsiteY4" fmla="*/ 3892550 h 6627813"/>
              <a:gd name="connsiteX5" fmla="*/ 177807 w 9007482"/>
              <a:gd name="connsiteY5" fmla="*/ 3330575 h 6627813"/>
              <a:gd name="connsiteX6" fmla="*/ 3182 w 9007482"/>
              <a:gd name="connsiteY6" fmla="*/ 2825750 h 6627813"/>
              <a:gd name="connsiteX7" fmla="*/ 3182 w 9007482"/>
              <a:gd name="connsiteY7" fmla="*/ 0 h 6627813"/>
              <a:gd name="connsiteX0" fmla="*/ 3175 w 9007475"/>
              <a:gd name="connsiteY0" fmla="*/ 0 h 6627813"/>
              <a:gd name="connsiteX1" fmla="*/ 9007475 w 9007475"/>
              <a:gd name="connsiteY1" fmla="*/ 0 h 6627813"/>
              <a:gd name="connsiteX2" fmla="*/ 9007475 w 9007475"/>
              <a:gd name="connsiteY2" fmla="*/ 6627813 h 6627813"/>
              <a:gd name="connsiteX3" fmla="*/ 3175 w 9007475"/>
              <a:gd name="connsiteY3" fmla="*/ 6627813 h 6627813"/>
              <a:gd name="connsiteX4" fmla="*/ 0 w 9007475"/>
              <a:gd name="connsiteY4" fmla="*/ 3892550 h 6627813"/>
              <a:gd name="connsiteX5" fmla="*/ 177800 w 9007475"/>
              <a:gd name="connsiteY5" fmla="*/ 3330575 h 6627813"/>
              <a:gd name="connsiteX6" fmla="*/ 3175 w 9007475"/>
              <a:gd name="connsiteY6" fmla="*/ 2825750 h 6627813"/>
              <a:gd name="connsiteX7" fmla="*/ 3175 w 9007475"/>
              <a:gd name="connsiteY7" fmla="*/ 0 h 6627813"/>
              <a:gd name="connsiteX0" fmla="*/ 612 w 9004912"/>
              <a:gd name="connsiteY0" fmla="*/ 0 h 6627813"/>
              <a:gd name="connsiteX1" fmla="*/ 9004912 w 9004912"/>
              <a:gd name="connsiteY1" fmla="*/ 0 h 6627813"/>
              <a:gd name="connsiteX2" fmla="*/ 9004912 w 9004912"/>
              <a:gd name="connsiteY2" fmla="*/ 6627813 h 6627813"/>
              <a:gd name="connsiteX3" fmla="*/ 612 w 9004912"/>
              <a:gd name="connsiteY3" fmla="*/ 6627813 h 6627813"/>
              <a:gd name="connsiteX4" fmla="*/ 612 w 9004912"/>
              <a:gd name="connsiteY4" fmla="*/ 3861052 h 6627813"/>
              <a:gd name="connsiteX5" fmla="*/ 175237 w 9004912"/>
              <a:gd name="connsiteY5" fmla="*/ 3330575 h 6627813"/>
              <a:gd name="connsiteX6" fmla="*/ 612 w 9004912"/>
              <a:gd name="connsiteY6" fmla="*/ 2825750 h 6627813"/>
              <a:gd name="connsiteX7" fmla="*/ 612 w 9004912"/>
              <a:gd name="connsiteY7" fmla="*/ 0 h 6627813"/>
              <a:gd name="connsiteX0" fmla="*/ 612 w 9004912"/>
              <a:gd name="connsiteY0" fmla="*/ 0 h 6627813"/>
              <a:gd name="connsiteX1" fmla="*/ 9004912 w 9004912"/>
              <a:gd name="connsiteY1" fmla="*/ 0 h 6627813"/>
              <a:gd name="connsiteX2" fmla="*/ 9004912 w 9004912"/>
              <a:gd name="connsiteY2" fmla="*/ 6627813 h 6627813"/>
              <a:gd name="connsiteX3" fmla="*/ 612 w 9004912"/>
              <a:gd name="connsiteY3" fmla="*/ 6627813 h 6627813"/>
              <a:gd name="connsiteX4" fmla="*/ 612 w 9004912"/>
              <a:gd name="connsiteY4" fmla="*/ 3861052 h 6627813"/>
              <a:gd name="connsiteX5" fmla="*/ 276837 w 9004912"/>
              <a:gd name="connsiteY5" fmla="*/ 3324275 h 6627813"/>
              <a:gd name="connsiteX6" fmla="*/ 612 w 9004912"/>
              <a:gd name="connsiteY6" fmla="*/ 2825750 h 6627813"/>
              <a:gd name="connsiteX7" fmla="*/ 612 w 9004912"/>
              <a:gd name="connsiteY7" fmla="*/ 0 h 6627813"/>
              <a:gd name="connsiteX0" fmla="*/ 612 w 9004912"/>
              <a:gd name="connsiteY0" fmla="*/ 0 h 6627813"/>
              <a:gd name="connsiteX1" fmla="*/ 9004912 w 9004912"/>
              <a:gd name="connsiteY1" fmla="*/ 0 h 6627813"/>
              <a:gd name="connsiteX2" fmla="*/ 9004912 w 9004912"/>
              <a:gd name="connsiteY2" fmla="*/ 6627813 h 6627813"/>
              <a:gd name="connsiteX3" fmla="*/ 612 w 9004912"/>
              <a:gd name="connsiteY3" fmla="*/ 6627813 h 6627813"/>
              <a:gd name="connsiteX4" fmla="*/ 612 w 9004912"/>
              <a:gd name="connsiteY4" fmla="*/ 3861052 h 6627813"/>
              <a:gd name="connsiteX5" fmla="*/ 178412 w 9004912"/>
              <a:gd name="connsiteY5" fmla="*/ 3302227 h 6627813"/>
              <a:gd name="connsiteX6" fmla="*/ 612 w 9004912"/>
              <a:gd name="connsiteY6" fmla="*/ 2825750 h 6627813"/>
              <a:gd name="connsiteX7" fmla="*/ 612 w 9004912"/>
              <a:gd name="connsiteY7" fmla="*/ 0 h 6627813"/>
              <a:gd name="connsiteX0" fmla="*/ 612 w 9004912"/>
              <a:gd name="connsiteY0" fmla="*/ 0 h 6627813"/>
              <a:gd name="connsiteX1" fmla="*/ 9004912 w 9004912"/>
              <a:gd name="connsiteY1" fmla="*/ 0 h 6627813"/>
              <a:gd name="connsiteX2" fmla="*/ 9004912 w 9004912"/>
              <a:gd name="connsiteY2" fmla="*/ 6627813 h 6627813"/>
              <a:gd name="connsiteX3" fmla="*/ 612 w 9004912"/>
              <a:gd name="connsiteY3" fmla="*/ 6627813 h 6627813"/>
              <a:gd name="connsiteX4" fmla="*/ 612 w 9004912"/>
              <a:gd name="connsiteY4" fmla="*/ 3861052 h 6627813"/>
              <a:gd name="connsiteX5" fmla="*/ 178412 w 9004912"/>
              <a:gd name="connsiteY5" fmla="*/ 3302227 h 6627813"/>
              <a:gd name="connsiteX6" fmla="*/ 3787 w 9004912"/>
              <a:gd name="connsiteY6" fmla="*/ 2819451 h 6627813"/>
              <a:gd name="connsiteX7" fmla="*/ 612 w 9004912"/>
              <a:gd name="connsiteY7" fmla="*/ 0 h 662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4912" h="6627813">
                <a:moveTo>
                  <a:pt x="612" y="0"/>
                </a:moveTo>
                <a:lnTo>
                  <a:pt x="9004912" y="0"/>
                </a:lnTo>
                <a:lnTo>
                  <a:pt x="9004912" y="6627813"/>
                </a:lnTo>
                <a:lnTo>
                  <a:pt x="612" y="6627813"/>
                </a:lnTo>
                <a:cubicBezTo>
                  <a:pt x="-1505" y="5713942"/>
                  <a:pt x="2729" y="4774923"/>
                  <a:pt x="612" y="3861052"/>
                </a:cubicBezTo>
                <a:cubicBezTo>
                  <a:pt x="107504" y="3546992"/>
                  <a:pt x="104858" y="3556227"/>
                  <a:pt x="178412" y="3302227"/>
                </a:cubicBezTo>
                <a:cubicBezTo>
                  <a:pt x="99566" y="3051402"/>
                  <a:pt x="117029" y="3133776"/>
                  <a:pt x="3787" y="2819451"/>
                </a:cubicBezTo>
                <a:cubicBezTo>
                  <a:pt x="4316" y="2170693"/>
                  <a:pt x="6962" y="1139825"/>
                  <a:pt x="612" y="0"/>
                </a:cubicBezTo>
                <a:close/>
              </a:path>
            </a:pathLst>
          </a:custGeom>
          <a:solidFill>
            <a:schemeClr val="bg1"/>
          </a:solidFill>
        </p:spPr>
        <p:txBody>
          <a:bodyPr vert="horz" anchor="ctr" anchorCtr="1"/>
          <a:lstStyle>
            <a:lvl1pPr marL="171450" marR="0" indent="-171450" algn="ctr" defTabSz="685800" rtl="0" eaLnBrk="1" fontAlgn="auto" latinLnBrk="0" hangingPunct="1">
              <a:lnSpc>
                <a:spcPct val="90000"/>
              </a:lnSpc>
              <a:spcBef>
                <a:spcPts val="750"/>
              </a:spcBef>
              <a:spcAft>
                <a:spcPts val="0"/>
              </a:spcAft>
              <a:buClrTx/>
              <a:buSzTx/>
              <a:buFont typeface="Arial"/>
              <a:buNone/>
              <a:tabLst/>
              <a:defRPr sz="1500" i="1">
                <a:latin typeface="Helvetica" charset="0"/>
                <a:ea typeface="Helvetica" charset="0"/>
                <a:cs typeface="Helvetica" charset="0"/>
              </a:defRPr>
            </a:lvl1pPr>
          </a:lstStyle>
          <a:p>
            <a:pPr marL="171450" marR="0" lvl="0" indent="-171450" algn="l" defTabSz="685800" rtl="0" eaLnBrk="1" fontAlgn="auto" latinLnBrk="0" hangingPunct="1">
              <a:lnSpc>
                <a:spcPct val="90000"/>
              </a:lnSpc>
              <a:spcBef>
                <a:spcPts val="750"/>
              </a:spcBef>
              <a:spcAft>
                <a:spcPts val="0"/>
              </a:spcAft>
              <a:buClrTx/>
              <a:buSzTx/>
              <a:buFont typeface="Arial"/>
              <a:buNone/>
              <a:tabLst/>
              <a:defRPr/>
            </a:pPr>
            <a:r>
              <a:rPr lang="fr-FR" dirty="0"/>
              <a:t>Image / icône à insérer</a:t>
            </a:r>
          </a:p>
        </p:txBody>
      </p:sp>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Tree>
    <p:extLst>
      <p:ext uri="{BB962C8B-B14F-4D97-AF65-F5344CB8AC3E}">
        <p14:creationId xmlns:p14="http://schemas.microsoft.com/office/powerpoint/2010/main" val="2351711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ep Ocean - Content 2/3 and subtitle">
    <p:spTree>
      <p:nvGrpSpPr>
        <p:cNvPr id="1" name=""/>
        <p:cNvGrpSpPr/>
        <p:nvPr/>
      </p:nvGrpSpPr>
      <p:grpSpPr>
        <a:xfrm>
          <a:off x="0" y="0"/>
          <a:ext cx="0" cy="0"/>
          <a:chOff x="0" y="0"/>
          <a:chExt cx="0" cy="0"/>
        </a:xfrm>
      </p:grpSpPr>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16" name="Espace réservé du texte 4"/>
          <p:cNvSpPr>
            <a:spLocks noGrp="1"/>
          </p:cNvSpPr>
          <p:nvPr>
            <p:ph type="body" sz="quarter" idx="11" hasCustomPrompt="1"/>
          </p:nvPr>
        </p:nvSpPr>
        <p:spPr>
          <a:xfrm>
            <a:off x="2460526" y="258365"/>
            <a:ext cx="6480000" cy="405000"/>
          </a:xfrm>
          <a:prstGeom prst="rect">
            <a:avLst/>
          </a:prstGeom>
        </p:spPr>
        <p:txBody>
          <a:bodyPr lIns="36000" tIns="36000" rIns="36000" bIns="36000" anchor="t"/>
          <a:lstStyle>
            <a:lvl1pPr marL="0" indent="0" algn="ctr">
              <a:lnSpc>
                <a:spcPct val="120000"/>
              </a:lnSpc>
              <a:spcBef>
                <a:spcPts val="0"/>
              </a:spcBef>
              <a:buNone/>
              <a:defRPr sz="1650" b="1" i="1" baseline="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sous-titre de la planche</a:t>
            </a:r>
          </a:p>
        </p:txBody>
      </p:sp>
      <p:sp>
        <p:nvSpPr>
          <p:cNvPr id="7" name="Espace réservé du texte 6"/>
          <p:cNvSpPr>
            <a:spLocks noGrp="1"/>
          </p:cNvSpPr>
          <p:nvPr>
            <p:ph type="body" sz="quarter" idx="13"/>
          </p:nvPr>
        </p:nvSpPr>
        <p:spPr>
          <a:xfrm>
            <a:off x="2730104" y="855581"/>
            <a:ext cx="5940028" cy="4050000"/>
          </a:xfrm>
          <a:prstGeom prst="rect">
            <a:avLst/>
          </a:prstGeom>
        </p:spPr>
        <p:txBody>
          <a:bodyPr/>
          <a:lstStyle>
            <a:lvl1pPr marL="171450" indent="-171450">
              <a:lnSpc>
                <a:spcPct val="120000"/>
              </a:lnSpc>
              <a:buSzPct val="75000"/>
              <a:buFontTx/>
              <a:buBlip>
                <a:blip r:embed="rId3"/>
              </a:buBlip>
              <a:defRPr sz="1500">
                <a:latin typeface="Century Gothic" panose="020B0502020202020204" pitchFamily="34" charset="0"/>
                <a:ea typeface="Century Gothic" panose="020B0502020202020204" pitchFamily="34" charset="0"/>
                <a:cs typeface="Century Gothic" panose="020B0502020202020204" pitchFamily="34" charset="0"/>
              </a:defRPr>
            </a:lvl1pPr>
            <a:lvl2pPr marL="514350" indent="-171450">
              <a:lnSpc>
                <a:spcPct val="120000"/>
              </a:lnSpc>
              <a:buSzPct val="75000"/>
              <a:buFontTx/>
              <a:buBlip>
                <a:blip r:embed="rId4"/>
              </a:buBlip>
              <a:defRPr sz="1350">
                <a:latin typeface="Century Gothic" panose="020B0502020202020204" pitchFamily="34" charset="0"/>
                <a:ea typeface="Century Gothic" panose="020B0502020202020204" pitchFamily="34" charset="0"/>
                <a:cs typeface="Century Gothic" panose="020B0502020202020204" pitchFamily="34" charset="0"/>
              </a:defRPr>
            </a:lvl2pPr>
            <a:lvl3pPr marL="857250" indent="-171450">
              <a:lnSpc>
                <a:spcPct val="120000"/>
              </a:lnSpc>
              <a:buSzPct val="75000"/>
              <a:buFontTx/>
              <a:buBlip>
                <a:blip r:embed="rId5"/>
              </a:buBlip>
              <a:defRPr sz="1200">
                <a:latin typeface="Century Gothic" panose="020B0502020202020204" pitchFamily="34" charset="0"/>
                <a:ea typeface="Century Gothic" panose="020B0502020202020204" pitchFamily="34" charset="0"/>
                <a:cs typeface="Century Gothic" panose="020B0502020202020204" pitchFamily="34" charset="0"/>
              </a:defRPr>
            </a:lvl3pPr>
            <a:lvl4pPr>
              <a:lnSpc>
                <a:spcPct val="120000"/>
              </a:lnSpc>
              <a:defRPr sz="1050">
                <a:latin typeface="Century Gothic" panose="020B0502020202020204" pitchFamily="34" charset="0"/>
                <a:ea typeface="Century Gothic" panose="020B0502020202020204" pitchFamily="34" charset="0"/>
                <a:cs typeface="Century Gothic" panose="020B0502020202020204" pitchFamily="34" charset="0"/>
              </a:defRPr>
            </a:lvl4pPr>
            <a:lvl5pPr>
              <a:lnSpc>
                <a:spcPct val="120000"/>
              </a:lnSpc>
              <a:defRPr sz="1050">
                <a:latin typeface="Century Gothic" panose="020B0502020202020204" pitchFamily="34" charset="0"/>
                <a:ea typeface="Century Gothic" panose="020B0502020202020204" pitchFamily="34" charset="0"/>
                <a:cs typeface="Century Gothic" panose="020B0502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8" name="Rectangle à coins arrondis 7">
            <a:extLst>
              <a:ext uri="{FF2B5EF4-FFF2-40B4-BE49-F238E27FC236}">
                <a16:creationId xmlns:a16="http://schemas.microsoft.com/office/drawing/2014/main" id="{D2FF0115-4C62-F649-AAC8-B4FBDEC7B21C}"/>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9" name="Espace réservé du numéro de diapositive 6">
            <a:extLst>
              <a:ext uri="{FF2B5EF4-FFF2-40B4-BE49-F238E27FC236}">
                <a16:creationId xmlns:a16="http://schemas.microsoft.com/office/drawing/2014/main" id="{9059B664-C34E-2F47-888D-8F8381543291}"/>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3224126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ep Ocean - Content 2/3">
    <p:spTree>
      <p:nvGrpSpPr>
        <p:cNvPr id="1" name=""/>
        <p:cNvGrpSpPr/>
        <p:nvPr/>
      </p:nvGrpSpPr>
      <p:grpSpPr>
        <a:xfrm>
          <a:off x="0" y="0"/>
          <a:ext cx="0" cy="0"/>
          <a:chOff x="0" y="0"/>
          <a:chExt cx="0" cy="0"/>
        </a:xfrm>
      </p:grpSpPr>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7" name="Espace réservé du texte 6"/>
          <p:cNvSpPr>
            <a:spLocks noGrp="1"/>
          </p:cNvSpPr>
          <p:nvPr>
            <p:ph type="body" sz="quarter" idx="13"/>
          </p:nvPr>
        </p:nvSpPr>
        <p:spPr>
          <a:xfrm>
            <a:off x="2730104" y="315098"/>
            <a:ext cx="5940028" cy="4590483"/>
          </a:xfrm>
          <a:prstGeom prst="rect">
            <a:avLst/>
          </a:prstGeom>
        </p:spPr>
        <p:txBody>
          <a:bodyPr/>
          <a:lstStyle>
            <a:lvl1pPr marL="171450" indent="-171450">
              <a:lnSpc>
                <a:spcPct val="120000"/>
              </a:lnSpc>
              <a:buSzPct val="75000"/>
              <a:buFontTx/>
              <a:buBlip>
                <a:blip r:embed="rId3"/>
              </a:buBlip>
              <a:defRPr sz="1500">
                <a:latin typeface="Century Gothic" panose="020B0502020202020204" pitchFamily="34" charset="0"/>
                <a:ea typeface="Century Gothic" panose="020B0502020202020204" pitchFamily="34" charset="0"/>
                <a:cs typeface="Century Gothic" panose="020B0502020202020204" pitchFamily="34" charset="0"/>
              </a:defRPr>
            </a:lvl1pPr>
            <a:lvl2pPr marL="514350" indent="-171450">
              <a:lnSpc>
                <a:spcPct val="120000"/>
              </a:lnSpc>
              <a:buSzPct val="75000"/>
              <a:buFontTx/>
              <a:buBlip>
                <a:blip r:embed="rId4"/>
              </a:buBlip>
              <a:defRPr sz="1350">
                <a:latin typeface="Century Gothic" panose="020B0502020202020204" pitchFamily="34" charset="0"/>
                <a:ea typeface="Century Gothic" panose="020B0502020202020204" pitchFamily="34" charset="0"/>
                <a:cs typeface="Century Gothic" panose="020B0502020202020204" pitchFamily="34" charset="0"/>
              </a:defRPr>
            </a:lvl2pPr>
            <a:lvl3pPr marL="857250" indent="-171450">
              <a:lnSpc>
                <a:spcPct val="120000"/>
              </a:lnSpc>
              <a:buSzPct val="75000"/>
              <a:buFontTx/>
              <a:buBlip>
                <a:blip r:embed="rId5"/>
              </a:buBlip>
              <a:defRPr sz="1200">
                <a:latin typeface="Century Gothic" panose="020B0502020202020204" pitchFamily="34" charset="0"/>
                <a:ea typeface="Century Gothic" panose="020B0502020202020204" pitchFamily="34" charset="0"/>
                <a:cs typeface="Century Gothic" panose="020B0502020202020204" pitchFamily="34" charset="0"/>
              </a:defRPr>
            </a:lvl3pPr>
            <a:lvl4pPr>
              <a:lnSpc>
                <a:spcPct val="120000"/>
              </a:lnSpc>
              <a:defRPr sz="1050">
                <a:latin typeface="Century Gothic" panose="020B0502020202020204" pitchFamily="34" charset="0"/>
                <a:ea typeface="Century Gothic" panose="020B0502020202020204" pitchFamily="34" charset="0"/>
                <a:cs typeface="Century Gothic" panose="020B0502020202020204" pitchFamily="34" charset="0"/>
              </a:defRPr>
            </a:lvl4pPr>
            <a:lvl5pPr>
              <a:lnSpc>
                <a:spcPct val="120000"/>
              </a:lnSpc>
              <a:defRPr sz="1050">
                <a:latin typeface="Century Gothic" panose="020B0502020202020204" pitchFamily="34" charset="0"/>
                <a:ea typeface="Century Gothic" panose="020B0502020202020204" pitchFamily="34" charset="0"/>
                <a:cs typeface="Century Gothic" panose="020B0502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Rectangle à coins arrondis 5">
            <a:extLst>
              <a:ext uri="{FF2B5EF4-FFF2-40B4-BE49-F238E27FC236}">
                <a16:creationId xmlns:a16="http://schemas.microsoft.com/office/drawing/2014/main" id="{3D4B42F3-45F5-6448-8364-708ABAD1C48F}"/>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8" name="Espace réservé du numéro de diapositive 6">
            <a:extLst>
              <a:ext uri="{FF2B5EF4-FFF2-40B4-BE49-F238E27FC236}">
                <a16:creationId xmlns:a16="http://schemas.microsoft.com/office/drawing/2014/main" id="{76BE4DF0-3D71-CB49-9846-55798E30826F}"/>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14472445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ep Ocean - Content 2/3 and free space">
    <p:spTree>
      <p:nvGrpSpPr>
        <p:cNvPr id="1" name=""/>
        <p:cNvGrpSpPr/>
        <p:nvPr/>
      </p:nvGrpSpPr>
      <p:grpSpPr>
        <a:xfrm>
          <a:off x="0" y="0"/>
          <a:ext cx="0" cy="0"/>
          <a:chOff x="0" y="0"/>
          <a:chExt cx="0" cy="0"/>
        </a:xfrm>
      </p:grpSpPr>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16" name="Espace réservé du texte 4"/>
          <p:cNvSpPr>
            <a:spLocks noGrp="1"/>
          </p:cNvSpPr>
          <p:nvPr>
            <p:ph type="body" sz="quarter" idx="11" hasCustomPrompt="1"/>
          </p:nvPr>
        </p:nvSpPr>
        <p:spPr>
          <a:xfrm>
            <a:off x="2460526" y="258365"/>
            <a:ext cx="6480000" cy="405000"/>
          </a:xfrm>
          <a:prstGeom prst="rect">
            <a:avLst/>
          </a:prstGeom>
        </p:spPr>
        <p:txBody>
          <a:bodyPr lIns="36000" tIns="36000" rIns="36000" bIns="36000" anchor="t"/>
          <a:lstStyle>
            <a:lvl1pPr marL="0" indent="0" algn="ctr">
              <a:lnSpc>
                <a:spcPct val="120000"/>
              </a:lnSpc>
              <a:buNone/>
              <a:defRPr sz="1650" b="1" i="1" baseline="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sous-titre de la planche</a:t>
            </a:r>
          </a:p>
        </p:txBody>
      </p:sp>
      <p:sp>
        <p:nvSpPr>
          <p:cNvPr id="11" name="Espace réservé du texte 6"/>
          <p:cNvSpPr>
            <a:spLocks noGrp="1"/>
          </p:cNvSpPr>
          <p:nvPr>
            <p:ph type="body" sz="quarter" idx="13" hasCustomPrompt="1"/>
          </p:nvPr>
        </p:nvSpPr>
        <p:spPr>
          <a:xfrm>
            <a:off x="2730104" y="855581"/>
            <a:ext cx="5940028" cy="675000"/>
          </a:xfrm>
          <a:prstGeom prst="rect">
            <a:avLst/>
          </a:prstGeom>
        </p:spPr>
        <p:txBody>
          <a:bodyPr/>
          <a:lstStyle>
            <a:lvl1pPr marL="0" indent="0" algn="l">
              <a:lnSpc>
                <a:spcPct val="120000"/>
              </a:lnSpc>
              <a:buNone/>
              <a:defRPr sz="150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 texte du masque</a:t>
            </a:r>
          </a:p>
        </p:txBody>
      </p:sp>
      <p:sp>
        <p:nvSpPr>
          <p:cNvPr id="9" name="Rectangle à coins arrondis 8">
            <a:extLst>
              <a:ext uri="{FF2B5EF4-FFF2-40B4-BE49-F238E27FC236}">
                <a16:creationId xmlns:a16="http://schemas.microsoft.com/office/drawing/2014/main" id="{AE060036-9ED4-2B4A-B6C8-819208D70847}"/>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7" name="Espace réservé du numéro de diapositive 6">
            <a:extLst>
              <a:ext uri="{FF2B5EF4-FFF2-40B4-BE49-F238E27FC236}">
                <a16:creationId xmlns:a16="http://schemas.microsoft.com/office/drawing/2014/main" id="{37C0FAF3-61BD-C44B-A0C6-9A1CB762656B}"/>
              </a:ext>
            </a:extLst>
          </p:cNvPr>
          <p:cNvSpPr>
            <a:spLocks noGrp="1"/>
          </p:cNvSpPr>
          <p:nvPr>
            <p:ph type="sldNum" sz="quarter" idx="14"/>
          </p:nvPr>
        </p:nvSpPr>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31842399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ep Ocean - Content 2/3 and 3 ideas layer">
    <p:spTree>
      <p:nvGrpSpPr>
        <p:cNvPr id="1" name=""/>
        <p:cNvGrpSpPr/>
        <p:nvPr/>
      </p:nvGrpSpPr>
      <p:grpSpPr>
        <a:xfrm>
          <a:off x="0" y="0"/>
          <a:ext cx="0" cy="0"/>
          <a:chOff x="0" y="0"/>
          <a:chExt cx="0" cy="0"/>
        </a:xfrm>
      </p:grpSpPr>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509169" y="4497784"/>
            <a:ext cx="750731" cy="540000"/>
          </a:xfrm>
          <a:prstGeom prst="rect">
            <a:avLst/>
          </a:prstGeom>
        </p:spPr>
      </p:pic>
      <p:sp>
        <p:nvSpPr>
          <p:cNvPr id="5" name="Espace réservé du texte 4"/>
          <p:cNvSpPr>
            <a:spLocks noGrp="1"/>
          </p:cNvSpPr>
          <p:nvPr>
            <p:ph type="body" sz="quarter" idx="10" hasCustomPrompt="1"/>
          </p:nvPr>
        </p:nvSpPr>
        <p:spPr bwMode="white">
          <a:xfrm>
            <a:off x="217051" y="1221750"/>
            <a:ext cx="1890000" cy="2700000"/>
          </a:xfrm>
          <a:prstGeom prst="rect">
            <a:avLst/>
          </a:prstGeom>
        </p:spPr>
        <p:txBody>
          <a:bodyPr lIns="36000" tIns="360000" rIns="36000" anchor="ctr"/>
          <a:lstStyle>
            <a:lvl1pPr marL="0" indent="0" algn="ctr">
              <a:lnSpc>
                <a:spcPct val="120000"/>
              </a:lnSpc>
              <a:spcBef>
                <a:spcPts val="0"/>
              </a:spcBef>
              <a:buNone/>
              <a:defRPr sz="18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16" name="Espace réservé du texte 4"/>
          <p:cNvSpPr>
            <a:spLocks noGrp="1"/>
          </p:cNvSpPr>
          <p:nvPr>
            <p:ph type="body" sz="quarter" idx="11" hasCustomPrompt="1"/>
          </p:nvPr>
        </p:nvSpPr>
        <p:spPr>
          <a:xfrm>
            <a:off x="2460526" y="258365"/>
            <a:ext cx="6480000" cy="405000"/>
          </a:xfrm>
          <a:prstGeom prst="rect">
            <a:avLst/>
          </a:prstGeom>
        </p:spPr>
        <p:txBody>
          <a:bodyPr lIns="36000" tIns="36000" rIns="36000" bIns="36000" anchor="t"/>
          <a:lstStyle>
            <a:lvl1pPr marL="0" indent="0" algn="ctr">
              <a:lnSpc>
                <a:spcPct val="120000"/>
              </a:lnSpc>
              <a:spcBef>
                <a:spcPts val="0"/>
              </a:spcBef>
              <a:buNone/>
              <a:defRPr sz="1650" b="1" i="1" baseline="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sous-titre de la planche</a:t>
            </a:r>
          </a:p>
        </p:txBody>
      </p:sp>
      <p:sp>
        <p:nvSpPr>
          <p:cNvPr id="11" name="Espace réservé du texte 6"/>
          <p:cNvSpPr>
            <a:spLocks noGrp="1"/>
          </p:cNvSpPr>
          <p:nvPr>
            <p:ph type="body" sz="quarter" idx="13"/>
          </p:nvPr>
        </p:nvSpPr>
        <p:spPr>
          <a:xfrm>
            <a:off x="4080131" y="1068194"/>
            <a:ext cx="4860395" cy="810000"/>
          </a:xfrm>
          <a:prstGeom prst="rect">
            <a:avLst/>
          </a:prstGeom>
        </p:spPr>
        <p:txBody>
          <a:bodyPr anchor="ctr"/>
          <a:lstStyle>
            <a:lvl1pPr marL="0" indent="0" algn="l">
              <a:lnSpc>
                <a:spcPct val="120000"/>
              </a:lnSpc>
              <a:spcBef>
                <a:spcPts val="0"/>
              </a:spcBef>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13" name="Espace réservé du texte 6"/>
          <p:cNvSpPr>
            <a:spLocks noGrp="1"/>
          </p:cNvSpPr>
          <p:nvPr>
            <p:ph type="body" sz="quarter" idx="15"/>
          </p:nvPr>
        </p:nvSpPr>
        <p:spPr>
          <a:xfrm>
            <a:off x="2460526" y="2494972"/>
            <a:ext cx="4859578" cy="810000"/>
          </a:xfrm>
          <a:prstGeom prst="rect">
            <a:avLst/>
          </a:prstGeom>
        </p:spPr>
        <p:txBody>
          <a:bodyPr anchor="ctr"/>
          <a:lstStyle>
            <a:lvl1pPr marL="0" indent="0" algn="r">
              <a:lnSpc>
                <a:spcPct val="120000"/>
              </a:lnSpc>
              <a:spcBef>
                <a:spcPts val="0"/>
              </a:spcBef>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17" name="Espace réservé du texte 6"/>
          <p:cNvSpPr>
            <a:spLocks noGrp="1"/>
          </p:cNvSpPr>
          <p:nvPr>
            <p:ph type="body" sz="quarter" idx="16"/>
          </p:nvPr>
        </p:nvSpPr>
        <p:spPr>
          <a:xfrm>
            <a:off x="4080131" y="3921750"/>
            <a:ext cx="4860395" cy="810000"/>
          </a:xfrm>
          <a:prstGeom prst="rect">
            <a:avLst/>
          </a:prstGeom>
        </p:spPr>
        <p:txBody>
          <a:bodyPr anchor="ctr"/>
          <a:lstStyle>
            <a:lvl1pPr marL="0" indent="0" algn="l">
              <a:lnSpc>
                <a:spcPct val="120000"/>
              </a:lnSpc>
              <a:spcBef>
                <a:spcPts val="0"/>
              </a:spcBef>
              <a:buNone/>
              <a:defRPr sz="1350" baseline="0">
                <a:latin typeface="Century Gothic" panose="020B0502020202020204" pitchFamily="34" charset="0"/>
                <a:ea typeface="Century Gothic" panose="020B0502020202020204" pitchFamily="34" charset="0"/>
                <a:cs typeface="Century Gothic" panose="020B0502020202020204" pitchFamily="34" charset="0"/>
              </a:defRPr>
            </a:lvl1pPr>
            <a:lvl2pPr>
              <a:lnSpc>
                <a:spcPct val="120000"/>
              </a:lnSpc>
              <a:defRPr sz="1350">
                <a:latin typeface="Helvetica" charset="0"/>
                <a:ea typeface="Helvetica" charset="0"/>
                <a:cs typeface="Helvetica" charset="0"/>
              </a:defRPr>
            </a:lvl2pPr>
            <a:lvl3pPr>
              <a:lnSpc>
                <a:spcPct val="120000"/>
              </a:lnSpc>
              <a:defRPr sz="1200">
                <a:latin typeface="Helvetica" charset="0"/>
                <a:ea typeface="Helvetica" charset="0"/>
                <a:cs typeface="Helvetica" charset="0"/>
              </a:defRPr>
            </a:lvl3pPr>
            <a:lvl4pPr>
              <a:lnSpc>
                <a:spcPct val="120000"/>
              </a:lnSpc>
              <a:defRPr sz="1050">
                <a:latin typeface="Helvetica" charset="0"/>
                <a:ea typeface="Helvetica" charset="0"/>
                <a:cs typeface="Helvetica" charset="0"/>
              </a:defRPr>
            </a:lvl4pPr>
            <a:lvl5pPr>
              <a:lnSpc>
                <a:spcPct val="120000"/>
              </a:lnSpc>
              <a:defRPr sz="1050">
                <a:latin typeface="Helvetica" charset="0"/>
                <a:ea typeface="Helvetica" charset="0"/>
                <a:cs typeface="Helvetica" charset="0"/>
              </a:defRPr>
            </a:lvl5pPr>
          </a:lstStyle>
          <a:p>
            <a:pPr lvl="0"/>
            <a:r>
              <a:rPr lang="fr-FR" dirty="0"/>
              <a:t>Cliquez pour modifier les styles du texte du masque</a:t>
            </a:r>
          </a:p>
        </p:txBody>
      </p:sp>
      <p:sp>
        <p:nvSpPr>
          <p:cNvPr id="6" name="Espace réservé pour une image  5"/>
          <p:cNvSpPr>
            <a:spLocks noGrp="1"/>
          </p:cNvSpPr>
          <p:nvPr>
            <p:ph type="pic" sz="quarter" idx="17" hasCustomPrompt="1"/>
          </p:nvPr>
        </p:nvSpPr>
        <p:spPr>
          <a:xfrm>
            <a:off x="2730104" y="1068195"/>
            <a:ext cx="1080000" cy="809999"/>
          </a:xfrm>
          <a:prstGeom prst="rect">
            <a:avLst/>
          </a:prstGeom>
        </p:spPr>
        <p:txBody>
          <a:bodyPr anchor="ctr"/>
          <a:lstStyle>
            <a:lvl1pPr algn="ctr">
              <a:defRPr sz="1200" i="1">
                <a:latin typeface="Century Gothic" panose="020B0502020202020204" pitchFamily="34" charset="0"/>
                <a:ea typeface="Century Gothic" panose="020B0502020202020204" pitchFamily="34" charset="0"/>
                <a:cs typeface="Century Gothic" panose="020B0502020202020204" pitchFamily="34" charset="0"/>
              </a:defRPr>
            </a:lvl1pPr>
          </a:lstStyle>
          <a:p>
            <a:pPr marL="171450" marR="0" lvl="0" indent="-171450" algn="l" defTabSz="685800" rtl="0" eaLnBrk="1" fontAlgn="auto" latinLnBrk="0" hangingPunct="1">
              <a:lnSpc>
                <a:spcPct val="90000"/>
              </a:lnSpc>
              <a:spcBef>
                <a:spcPts val="750"/>
              </a:spcBef>
              <a:spcAft>
                <a:spcPts val="0"/>
              </a:spcAft>
              <a:buClrTx/>
              <a:buSzTx/>
              <a:buFont typeface="Arial"/>
              <a:buNone/>
              <a:tabLst/>
              <a:defRPr/>
            </a:pPr>
            <a:r>
              <a:rPr lang="fr-FR" dirty="0"/>
              <a:t>Image / icône à insérer</a:t>
            </a:r>
          </a:p>
        </p:txBody>
      </p:sp>
      <p:sp>
        <p:nvSpPr>
          <p:cNvPr id="18" name="Espace réservé pour une image  5"/>
          <p:cNvSpPr>
            <a:spLocks noGrp="1"/>
          </p:cNvSpPr>
          <p:nvPr>
            <p:ph type="pic" sz="quarter" idx="18" hasCustomPrompt="1"/>
          </p:nvPr>
        </p:nvSpPr>
        <p:spPr>
          <a:xfrm>
            <a:off x="7590131" y="2494973"/>
            <a:ext cx="1080000" cy="809999"/>
          </a:xfrm>
          <a:prstGeom prst="rect">
            <a:avLst/>
          </a:prstGeom>
        </p:spPr>
        <p:txBody>
          <a:bodyPr anchor="ctr"/>
          <a:lstStyle>
            <a:lvl1pPr algn="ctr">
              <a:defRPr sz="1200" i="1">
                <a:latin typeface="Century Gothic" panose="020B0502020202020204" pitchFamily="34" charset="0"/>
                <a:ea typeface="Century Gothic" panose="020B0502020202020204" pitchFamily="34" charset="0"/>
                <a:cs typeface="Century Gothic" panose="020B0502020202020204" pitchFamily="34" charset="0"/>
              </a:defRPr>
            </a:lvl1pPr>
          </a:lstStyle>
          <a:p>
            <a:pPr marL="171450" marR="0" lvl="0" indent="-171450" algn="l" defTabSz="685800" rtl="0" eaLnBrk="1" fontAlgn="auto" latinLnBrk="0" hangingPunct="1">
              <a:lnSpc>
                <a:spcPct val="90000"/>
              </a:lnSpc>
              <a:spcBef>
                <a:spcPts val="750"/>
              </a:spcBef>
              <a:spcAft>
                <a:spcPts val="0"/>
              </a:spcAft>
              <a:buClrTx/>
              <a:buSzTx/>
              <a:buFont typeface="Arial"/>
              <a:buNone/>
              <a:tabLst/>
              <a:defRPr/>
            </a:pPr>
            <a:r>
              <a:rPr lang="fr-FR" dirty="0"/>
              <a:t>Image / icône à insérer</a:t>
            </a:r>
          </a:p>
        </p:txBody>
      </p:sp>
      <p:sp>
        <p:nvSpPr>
          <p:cNvPr id="19" name="Espace réservé pour une image  5"/>
          <p:cNvSpPr>
            <a:spLocks noGrp="1"/>
          </p:cNvSpPr>
          <p:nvPr>
            <p:ph type="pic" sz="quarter" idx="19" hasCustomPrompt="1"/>
          </p:nvPr>
        </p:nvSpPr>
        <p:spPr>
          <a:xfrm>
            <a:off x="2730104" y="3923320"/>
            <a:ext cx="1080000" cy="809999"/>
          </a:xfrm>
          <a:prstGeom prst="rect">
            <a:avLst/>
          </a:prstGeom>
        </p:spPr>
        <p:txBody>
          <a:bodyPr anchor="ctr"/>
          <a:lstStyle>
            <a:lvl1pPr algn="ctr">
              <a:defRPr sz="1200" i="1">
                <a:latin typeface="Century Gothic" panose="020B0502020202020204" pitchFamily="34" charset="0"/>
                <a:ea typeface="Century Gothic" panose="020B0502020202020204" pitchFamily="34" charset="0"/>
                <a:cs typeface="Century Gothic" panose="020B0502020202020204" pitchFamily="34" charset="0"/>
              </a:defRPr>
            </a:lvl1pPr>
          </a:lstStyle>
          <a:p>
            <a:pPr marL="171450" marR="0" lvl="0" indent="-171450" algn="l" defTabSz="685800" rtl="0" eaLnBrk="1" fontAlgn="auto" latinLnBrk="0" hangingPunct="1">
              <a:lnSpc>
                <a:spcPct val="90000"/>
              </a:lnSpc>
              <a:spcBef>
                <a:spcPts val="750"/>
              </a:spcBef>
              <a:spcAft>
                <a:spcPts val="0"/>
              </a:spcAft>
              <a:buClrTx/>
              <a:buSzTx/>
              <a:buFont typeface="Arial"/>
              <a:buNone/>
              <a:tabLst/>
              <a:defRPr/>
            </a:pPr>
            <a:r>
              <a:rPr lang="fr-FR" dirty="0"/>
              <a:t>Image / icône à insérer</a:t>
            </a:r>
          </a:p>
        </p:txBody>
      </p:sp>
      <p:sp>
        <p:nvSpPr>
          <p:cNvPr id="12" name="Rectangle à coins arrondis 11">
            <a:extLst>
              <a:ext uri="{FF2B5EF4-FFF2-40B4-BE49-F238E27FC236}">
                <a16:creationId xmlns:a16="http://schemas.microsoft.com/office/drawing/2014/main" id="{22CE4310-D485-744E-A59B-259FB8818D05}"/>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14" name="Espace réservé du numéro de diapositive 6">
            <a:extLst>
              <a:ext uri="{FF2B5EF4-FFF2-40B4-BE49-F238E27FC236}">
                <a16:creationId xmlns:a16="http://schemas.microsoft.com/office/drawing/2014/main" id="{F808DA5E-3D8C-814B-8139-9BACAB13D397}"/>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11702597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eep Ocean - Full page content and subtitle">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000" y="358960"/>
            <a:ext cx="750732" cy="540000"/>
          </a:xfrm>
          <a:prstGeom prst="rect">
            <a:avLst/>
          </a:prstGeom>
        </p:spPr>
      </p:pic>
      <p:sp>
        <p:nvSpPr>
          <p:cNvPr id="10" name="Espace réservé du texte 4"/>
          <p:cNvSpPr>
            <a:spLocks noGrp="1"/>
          </p:cNvSpPr>
          <p:nvPr>
            <p:ph type="body" sz="quarter" idx="10" hasCustomPrompt="1"/>
          </p:nvPr>
        </p:nvSpPr>
        <p:spPr>
          <a:xfrm>
            <a:off x="1332000" y="303510"/>
            <a:ext cx="7290000" cy="405000"/>
          </a:xfrm>
          <a:prstGeom prst="rect">
            <a:avLst/>
          </a:prstGeom>
        </p:spPr>
        <p:txBody>
          <a:bodyPr lIns="180000" tIns="36000" rIns="36000" bIns="36000" anchor="ctr"/>
          <a:lstStyle>
            <a:lvl1pPr marL="0" indent="0" algn="l">
              <a:lnSpc>
                <a:spcPct val="120000"/>
              </a:lnSpc>
              <a:buNone/>
              <a:defRPr sz="1650" b="0" i="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11" name="Espace réservé du texte 4"/>
          <p:cNvSpPr>
            <a:spLocks noGrp="1"/>
          </p:cNvSpPr>
          <p:nvPr>
            <p:ph type="body" sz="quarter" idx="11" hasCustomPrompt="1"/>
          </p:nvPr>
        </p:nvSpPr>
        <p:spPr>
          <a:xfrm>
            <a:off x="1332000" y="590400"/>
            <a:ext cx="7290000" cy="405000"/>
          </a:xfrm>
          <a:prstGeom prst="rect">
            <a:avLst/>
          </a:prstGeom>
        </p:spPr>
        <p:txBody>
          <a:bodyPr lIns="180000" tIns="36000" rIns="36000" bIns="36000" anchor="ctr"/>
          <a:lstStyle>
            <a:lvl1pPr marL="0" indent="0" algn="l">
              <a:lnSpc>
                <a:spcPct val="120000"/>
              </a:lnSpc>
              <a:buNone/>
              <a:defRPr sz="1500" b="1" i="1" baseline="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sous-titre de la planche</a:t>
            </a:r>
          </a:p>
        </p:txBody>
      </p:sp>
      <p:sp>
        <p:nvSpPr>
          <p:cNvPr id="12" name="Espace réservé du texte 6"/>
          <p:cNvSpPr>
            <a:spLocks noGrp="1"/>
          </p:cNvSpPr>
          <p:nvPr>
            <p:ph type="body" sz="quarter" idx="13"/>
          </p:nvPr>
        </p:nvSpPr>
        <p:spPr>
          <a:xfrm>
            <a:off x="522001" y="1110880"/>
            <a:ext cx="8100000" cy="3780000"/>
          </a:xfrm>
          <a:prstGeom prst="rect">
            <a:avLst/>
          </a:prstGeom>
        </p:spPr>
        <p:txBody>
          <a:bodyPr/>
          <a:lstStyle>
            <a:lvl1pPr marL="171450" indent="-171450">
              <a:lnSpc>
                <a:spcPct val="120000"/>
              </a:lnSpc>
              <a:buSzPct val="75000"/>
              <a:buFontTx/>
              <a:buBlip>
                <a:blip r:embed="rId3"/>
              </a:buBlip>
              <a:defRPr sz="1350">
                <a:latin typeface="Century Gothic" panose="020B0502020202020204" pitchFamily="34" charset="0"/>
                <a:ea typeface="Century Gothic" panose="020B0502020202020204" pitchFamily="34" charset="0"/>
                <a:cs typeface="Century Gothic" panose="020B0502020202020204" pitchFamily="34" charset="0"/>
              </a:defRPr>
            </a:lvl1pPr>
            <a:lvl2pPr marL="514350" indent="-171450">
              <a:lnSpc>
                <a:spcPct val="120000"/>
              </a:lnSpc>
              <a:buSzPct val="75000"/>
              <a:buFontTx/>
              <a:buBlip>
                <a:blip r:embed="rId4"/>
              </a:buBlip>
              <a:defRPr sz="1200">
                <a:latin typeface="Century Gothic" panose="020B0502020202020204" pitchFamily="34" charset="0"/>
                <a:ea typeface="Century Gothic" panose="020B0502020202020204" pitchFamily="34" charset="0"/>
                <a:cs typeface="Century Gothic" panose="020B0502020202020204" pitchFamily="34" charset="0"/>
              </a:defRPr>
            </a:lvl2pPr>
            <a:lvl3pPr marL="857250" indent="-171450">
              <a:lnSpc>
                <a:spcPct val="120000"/>
              </a:lnSpc>
              <a:buSzPct val="75000"/>
              <a:buFontTx/>
              <a:buBlip>
                <a:blip r:embed="rId5"/>
              </a:buBlip>
              <a:defRPr sz="1050">
                <a:latin typeface="Century Gothic" panose="020B0502020202020204" pitchFamily="34" charset="0"/>
                <a:ea typeface="Century Gothic" panose="020B0502020202020204" pitchFamily="34" charset="0"/>
                <a:cs typeface="Century Gothic" panose="020B0502020202020204" pitchFamily="34" charset="0"/>
              </a:defRPr>
            </a:lvl3pPr>
            <a:lvl4pPr>
              <a:lnSpc>
                <a:spcPct val="120000"/>
              </a:lnSpc>
              <a:defRPr sz="900">
                <a:latin typeface="Century Gothic" panose="020B0502020202020204" pitchFamily="34" charset="0"/>
                <a:ea typeface="Century Gothic" panose="020B0502020202020204" pitchFamily="34" charset="0"/>
                <a:cs typeface="Century Gothic" panose="020B0502020202020204" pitchFamily="34" charset="0"/>
              </a:defRPr>
            </a:lvl4pPr>
            <a:lvl5pPr>
              <a:lnSpc>
                <a:spcPct val="120000"/>
              </a:lnSpc>
              <a:defRPr sz="900">
                <a:latin typeface="Century Gothic" panose="020B0502020202020204" pitchFamily="34" charset="0"/>
                <a:ea typeface="Century Gothic" panose="020B0502020202020204" pitchFamily="34" charset="0"/>
                <a:cs typeface="Century Gothic" panose="020B0502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Rectangle à coins arrondis 6">
            <a:extLst>
              <a:ext uri="{FF2B5EF4-FFF2-40B4-BE49-F238E27FC236}">
                <a16:creationId xmlns:a16="http://schemas.microsoft.com/office/drawing/2014/main" id="{2F3B5FEB-B582-CE45-942F-9C6198E4E020}"/>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8" name="Espace réservé du numéro de diapositive 6">
            <a:extLst>
              <a:ext uri="{FF2B5EF4-FFF2-40B4-BE49-F238E27FC236}">
                <a16:creationId xmlns:a16="http://schemas.microsoft.com/office/drawing/2014/main" id="{C87AEF49-A2DD-F747-8EBD-A86942700D1A}"/>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26063137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ep Ocean - Full page content">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000" y="358960"/>
            <a:ext cx="750732" cy="540000"/>
          </a:xfrm>
          <a:prstGeom prst="rect">
            <a:avLst/>
          </a:prstGeom>
        </p:spPr>
      </p:pic>
      <p:sp>
        <p:nvSpPr>
          <p:cNvPr id="10" name="Espace réservé du texte 4"/>
          <p:cNvSpPr>
            <a:spLocks noGrp="1"/>
          </p:cNvSpPr>
          <p:nvPr>
            <p:ph type="body" sz="quarter" idx="10" hasCustomPrompt="1"/>
          </p:nvPr>
        </p:nvSpPr>
        <p:spPr>
          <a:xfrm>
            <a:off x="1332000" y="426460"/>
            <a:ext cx="7290000" cy="405000"/>
          </a:xfrm>
          <a:prstGeom prst="rect">
            <a:avLst/>
          </a:prstGeom>
        </p:spPr>
        <p:txBody>
          <a:bodyPr lIns="180000" tIns="36000" rIns="36000" bIns="36000" anchor="ctr"/>
          <a:lstStyle>
            <a:lvl1pPr marL="0" indent="0" algn="l">
              <a:lnSpc>
                <a:spcPct val="120000"/>
              </a:lnSpc>
              <a:buNone/>
              <a:defRPr sz="1650" b="0" i="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12" name="Espace réservé du texte 6"/>
          <p:cNvSpPr>
            <a:spLocks noGrp="1"/>
          </p:cNvSpPr>
          <p:nvPr>
            <p:ph type="body" sz="quarter" idx="13"/>
          </p:nvPr>
        </p:nvSpPr>
        <p:spPr>
          <a:xfrm>
            <a:off x="522001" y="1110880"/>
            <a:ext cx="8100000" cy="3780000"/>
          </a:xfrm>
          <a:prstGeom prst="rect">
            <a:avLst/>
          </a:prstGeom>
        </p:spPr>
        <p:txBody>
          <a:bodyPr/>
          <a:lstStyle>
            <a:lvl1pPr marL="171450" indent="-171450">
              <a:lnSpc>
                <a:spcPct val="120000"/>
              </a:lnSpc>
              <a:buSzPct val="75000"/>
              <a:buFontTx/>
              <a:buBlip>
                <a:blip r:embed="rId3"/>
              </a:buBlip>
              <a:defRPr sz="1350">
                <a:latin typeface="Century Gothic" panose="020B0502020202020204" pitchFamily="34" charset="0"/>
                <a:ea typeface="Century Gothic" panose="020B0502020202020204" pitchFamily="34" charset="0"/>
                <a:cs typeface="Century Gothic" panose="020B0502020202020204" pitchFamily="34" charset="0"/>
              </a:defRPr>
            </a:lvl1pPr>
            <a:lvl2pPr marL="514350" indent="-171450">
              <a:lnSpc>
                <a:spcPct val="120000"/>
              </a:lnSpc>
              <a:buSzPct val="75000"/>
              <a:buFontTx/>
              <a:buBlip>
                <a:blip r:embed="rId4"/>
              </a:buBlip>
              <a:defRPr sz="1200">
                <a:latin typeface="Century Gothic" panose="020B0502020202020204" pitchFamily="34" charset="0"/>
                <a:ea typeface="Century Gothic" panose="020B0502020202020204" pitchFamily="34" charset="0"/>
                <a:cs typeface="Century Gothic" panose="020B0502020202020204" pitchFamily="34" charset="0"/>
              </a:defRPr>
            </a:lvl2pPr>
            <a:lvl3pPr marL="857250" indent="-171450">
              <a:lnSpc>
                <a:spcPct val="120000"/>
              </a:lnSpc>
              <a:buSzPct val="75000"/>
              <a:buFontTx/>
              <a:buBlip>
                <a:blip r:embed="rId5"/>
              </a:buBlip>
              <a:defRPr sz="1050">
                <a:latin typeface="Century Gothic" panose="020B0502020202020204" pitchFamily="34" charset="0"/>
                <a:ea typeface="Century Gothic" panose="020B0502020202020204" pitchFamily="34" charset="0"/>
                <a:cs typeface="Century Gothic" panose="020B0502020202020204" pitchFamily="34" charset="0"/>
              </a:defRPr>
            </a:lvl3pPr>
            <a:lvl4pPr>
              <a:lnSpc>
                <a:spcPct val="120000"/>
              </a:lnSpc>
              <a:defRPr sz="900">
                <a:latin typeface="Century Gothic" panose="020B0502020202020204" pitchFamily="34" charset="0"/>
                <a:ea typeface="Century Gothic" panose="020B0502020202020204" pitchFamily="34" charset="0"/>
                <a:cs typeface="Century Gothic" panose="020B0502020202020204" pitchFamily="34" charset="0"/>
              </a:defRPr>
            </a:lvl4pPr>
            <a:lvl5pPr>
              <a:lnSpc>
                <a:spcPct val="120000"/>
              </a:lnSpc>
              <a:defRPr sz="900">
                <a:latin typeface="Century Gothic" panose="020B0502020202020204" pitchFamily="34" charset="0"/>
                <a:ea typeface="Century Gothic" panose="020B0502020202020204" pitchFamily="34" charset="0"/>
                <a:cs typeface="Century Gothic" panose="020B0502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Rectangle à coins arrondis 5">
            <a:extLst>
              <a:ext uri="{FF2B5EF4-FFF2-40B4-BE49-F238E27FC236}">
                <a16:creationId xmlns:a16="http://schemas.microsoft.com/office/drawing/2014/main" id="{A456CFE2-6CAF-3542-B642-FB6218BCA67F}"/>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7" name="Espace réservé du numéro de diapositive 6">
            <a:extLst>
              <a:ext uri="{FF2B5EF4-FFF2-40B4-BE49-F238E27FC236}">
                <a16:creationId xmlns:a16="http://schemas.microsoft.com/office/drawing/2014/main" id="{FC7F9B36-B7DC-F54E-B9D3-4AC207D13C71}"/>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17096739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eep Ocean - Full page title">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000" y="358960"/>
            <a:ext cx="750732" cy="540000"/>
          </a:xfrm>
          <a:prstGeom prst="rect">
            <a:avLst/>
          </a:prstGeom>
        </p:spPr>
      </p:pic>
      <p:sp>
        <p:nvSpPr>
          <p:cNvPr id="10" name="Espace réservé du texte 4"/>
          <p:cNvSpPr>
            <a:spLocks noGrp="1"/>
          </p:cNvSpPr>
          <p:nvPr>
            <p:ph type="body" sz="quarter" idx="10" hasCustomPrompt="1"/>
          </p:nvPr>
        </p:nvSpPr>
        <p:spPr>
          <a:xfrm>
            <a:off x="1332000" y="426460"/>
            <a:ext cx="7290000" cy="405000"/>
          </a:xfrm>
          <a:prstGeom prst="rect">
            <a:avLst/>
          </a:prstGeom>
        </p:spPr>
        <p:txBody>
          <a:bodyPr lIns="180000" tIns="36000" rIns="36000" bIns="36000" anchor="ctr"/>
          <a:lstStyle>
            <a:lvl1pPr marL="0" indent="0" algn="l">
              <a:lnSpc>
                <a:spcPct val="120000"/>
              </a:lnSpc>
              <a:buNone/>
              <a:defRPr sz="1650" b="0" i="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6" name="Rectangle à coins arrondis 5">
            <a:extLst>
              <a:ext uri="{FF2B5EF4-FFF2-40B4-BE49-F238E27FC236}">
                <a16:creationId xmlns:a16="http://schemas.microsoft.com/office/drawing/2014/main" id="{A456CFE2-6CAF-3542-B642-FB6218BCA67F}"/>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7" name="Espace réservé du numéro de diapositive 6">
            <a:extLst>
              <a:ext uri="{FF2B5EF4-FFF2-40B4-BE49-F238E27FC236}">
                <a16:creationId xmlns:a16="http://schemas.microsoft.com/office/drawing/2014/main" id="{FC7F9B36-B7DC-F54E-B9D3-4AC207D13C71}"/>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Tree>
    <p:extLst>
      <p:ext uri="{BB962C8B-B14F-4D97-AF65-F5344CB8AC3E}">
        <p14:creationId xmlns:p14="http://schemas.microsoft.com/office/powerpoint/2010/main" val="5127642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ep Ocean - Full page illustration">
    <p:spTree>
      <p:nvGrpSpPr>
        <p:cNvPr id="1" name=""/>
        <p:cNvGrpSpPr/>
        <p:nvPr/>
      </p:nvGrpSpPr>
      <p:grpSpPr>
        <a:xfrm>
          <a:off x="0" y="0"/>
          <a:ext cx="0" cy="0"/>
          <a:chOff x="0" y="0"/>
          <a:chExt cx="0" cy="0"/>
        </a:xfrm>
      </p:grpSpPr>
      <p:sp>
        <p:nvSpPr>
          <p:cNvPr id="15" name="Rectangle 14"/>
          <p:cNvSpPr/>
          <p:nvPr userDrawn="1"/>
        </p:nvSpPr>
        <p:spPr>
          <a:xfrm>
            <a:off x="59596"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21" name="Espace réservé du texte 4"/>
          <p:cNvSpPr>
            <a:spLocks noGrp="1"/>
          </p:cNvSpPr>
          <p:nvPr>
            <p:ph type="body" sz="quarter" idx="10" hasCustomPrompt="1"/>
          </p:nvPr>
        </p:nvSpPr>
        <p:spPr>
          <a:xfrm>
            <a:off x="1332000" y="303510"/>
            <a:ext cx="7290000" cy="405000"/>
          </a:xfrm>
          <a:prstGeom prst="rect">
            <a:avLst/>
          </a:prstGeom>
        </p:spPr>
        <p:txBody>
          <a:bodyPr lIns="180000" tIns="36000" rIns="36000" bIns="36000" anchor="ctr"/>
          <a:lstStyle>
            <a:lvl1pPr marL="0" indent="0" algn="l">
              <a:lnSpc>
                <a:spcPct val="120000"/>
              </a:lnSpc>
              <a:buNone/>
              <a:defRPr sz="1650" b="0" i="0" baseline="0">
                <a:solidFill>
                  <a:schemeClr val="tx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TITRE DE LA PLANCHE</a:t>
            </a:r>
          </a:p>
        </p:txBody>
      </p:sp>
      <p:sp>
        <p:nvSpPr>
          <p:cNvPr id="23" name="Espace réservé du texte 4"/>
          <p:cNvSpPr>
            <a:spLocks noGrp="1"/>
          </p:cNvSpPr>
          <p:nvPr>
            <p:ph type="body" sz="quarter" idx="11" hasCustomPrompt="1"/>
          </p:nvPr>
        </p:nvSpPr>
        <p:spPr>
          <a:xfrm>
            <a:off x="1332000" y="590400"/>
            <a:ext cx="7290000" cy="405000"/>
          </a:xfrm>
          <a:prstGeom prst="rect">
            <a:avLst/>
          </a:prstGeom>
        </p:spPr>
        <p:txBody>
          <a:bodyPr lIns="180000" tIns="36000" rIns="36000" bIns="36000" anchor="ctr"/>
          <a:lstStyle>
            <a:lvl1pPr marL="0" indent="0" algn="l">
              <a:lnSpc>
                <a:spcPct val="120000"/>
              </a:lnSpc>
              <a:buNone/>
              <a:defRPr sz="1500" b="1" i="1" baseline="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Insérer le sous-titre de la planche</a:t>
            </a:r>
          </a:p>
        </p:txBody>
      </p:sp>
      <p:sp>
        <p:nvSpPr>
          <p:cNvPr id="10" name="Espace réservé du numéro de diapositive 6">
            <a:extLst>
              <a:ext uri="{FF2B5EF4-FFF2-40B4-BE49-F238E27FC236}">
                <a16:creationId xmlns:a16="http://schemas.microsoft.com/office/drawing/2014/main" id="{8AC3ED4E-4E95-7740-B42F-53269FB689D2}"/>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pic>
        <p:nvPicPr>
          <p:cNvPr id="8" name="Image 7" descr="logo SEVEN-01.png">
            <a:extLst>
              <a:ext uri="{FF2B5EF4-FFF2-40B4-BE49-F238E27FC236}">
                <a16:creationId xmlns:a16="http://schemas.microsoft.com/office/drawing/2014/main" id="{7C4F6558-BE13-4023-8028-9E53042D9D17}"/>
              </a:ext>
            </a:extLst>
          </p:cNvPr>
          <p:cNvPicPr>
            <a:picLocks noChangeAspect="1"/>
          </p:cNvPicPr>
          <p:nvPr userDrawn="1"/>
        </p:nvPicPr>
        <p:blipFill>
          <a:blip r:embed="rId2" cstate="print"/>
          <a:stretch>
            <a:fillRect/>
          </a:stretch>
        </p:blipFill>
        <p:spPr>
          <a:xfrm>
            <a:off x="529257" y="296056"/>
            <a:ext cx="710709" cy="708750"/>
          </a:xfrm>
          <a:prstGeom prst="rect">
            <a:avLst/>
          </a:prstGeom>
        </p:spPr>
      </p:pic>
    </p:spTree>
    <p:extLst>
      <p:ext uri="{BB962C8B-B14F-4D97-AF65-F5344CB8AC3E}">
        <p14:creationId xmlns:p14="http://schemas.microsoft.com/office/powerpoint/2010/main" val="17479406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ep Ocean - Full page title">
    <p:spTree>
      <p:nvGrpSpPr>
        <p:cNvPr id="1" name=""/>
        <p:cNvGrpSpPr/>
        <p:nvPr/>
      </p:nvGrpSpPr>
      <p:grpSpPr>
        <a:xfrm>
          <a:off x="0" y="0"/>
          <a:ext cx="0" cy="0"/>
          <a:chOff x="0" y="0"/>
          <a:chExt cx="0" cy="0"/>
        </a:xfrm>
      </p:grpSpPr>
      <p:sp>
        <p:nvSpPr>
          <p:cNvPr id="15" name="Rectangle 14"/>
          <p:cNvSpPr/>
          <p:nvPr userDrawn="1"/>
        </p:nvSpPr>
        <p:spPr>
          <a:xfrm>
            <a:off x="67050" y="66150"/>
            <a:ext cx="9009900" cy="501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20" name="Image 1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000" y="358960"/>
            <a:ext cx="750732" cy="540000"/>
          </a:xfrm>
          <a:prstGeom prst="rect">
            <a:avLst/>
          </a:prstGeom>
        </p:spPr>
      </p:pic>
      <p:sp>
        <p:nvSpPr>
          <p:cNvPr id="9" name="Rectangle à coins arrondis 8">
            <a:extLst>
              <a:ext uri="{FF2B5EF4-FFF2-40B4-BE49-F238E27FC236}">
                <a16:creationId xmlns:a16="http://schemas.microsoft.com/office/drawing/2014/main" id="{A861D1BA-BACB-EB42-82D3-A0F5AFCA2E59}"/>
              </a:ext>
            </a:extLst>
          </p:cNvPr>
          <p:cNvSpPr>
            <a:spLocks noChangeAspect="1"/>
          </p:cNvSpPr>
          <p:nvPr userDrawn="1"/>
        </p:nvSpPr>
        <p:spPr>
          <a:xfrm rot="16200000" flipH="1">
            <a:off x="8749883" y="4767784"/>
            <a:ext cx="270000" cy="270000"/>
          </a:xfrm>
          <a:prstGeom prst="roundRect">
            <a:avLst>
              <a:gd name="adj" fmla="val 11813"/>
            </a:avLst>
          </a:prstGeom>
          <a:solidFill>
            <a:srgbClr val="22AEE1"/>
          </a:solidFill>
          <a:ln>
            <a:noFill/>
          </a:ln>
          <a:scene3d>
            <a:camera prst="orthographicFront">
              <a:rot lat="1800000" lon="1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Century Gothic" panose="020B0502020202020204" pitchFamily="34" charset="0"/>
              <a:ea typeface="Helvetica" charset="0"/>
              <a:cs typeface="Helvetica" charset="0"/>
            </a:endParaRPr>
          </a:p>
        </p:txBody>
      </p:sp>
      <p:sp>
        <p:nvSpPr>
          <p:cNvPr id="10" name="Espace réservé du numéro de diapositive 6">
            <a:extLst>
              <a:ext uri="{FF2B5EF4-FFF2-40B4-BE49-F238E27FC236}">
                <a16:creationId xmlns:a16="http://schemas.microsoft.com/office/drawing/2014/main" id="{8AC3ED4E-4E95-7740-B42F-53269FB689D2}"/>
              </a:ext>
            </a:extLst>
          </p:cNvPr>
          <p:cNvSpPr>
            <a:spLocks noGrp="1"/>
          </p:cNvSpPr>
          <p:nvPr>
            <p:ph type="sldNum" sz="quarter" idx="14"/>
          </p:nvPr>
        </p:nvSpPr>
        <p:spPr>
          <a:xfrm>
            <a:off x="8748000" y="4752000"/>
            <a:ext cx="270000" cy="270000"/>
          </a:xfrm>
        </p:spPr>
        <p:txBody>
          <a:bodyPr/>
          <a:lstStyle/>
          <a:p>
            <a:fld id="{64E6CB2A-6D1D-0444-8D44-17C26EDF0780}" type="slidenum">
              <a:rPr lang="fr-FR" smtClean="0"/>
              <a:pPr/>
              <a:t>‹N°›</a:t>
            </a:fld>
            <a:endParaRPr lang="fr-FR"/>
          </a:p>
        </p:txBody>
      </p:sp>
      <p:sp>
        <p:nvSpPr>
          <p:cNvPr id="8" name="Titre 1">
            <a:extLst>
              <a:ext uri="{FF2B5EF4-FFF2-40B4-BE49-F238E27FC236}">
                <a16:creationId xmlns:a16="http://schemas.microsoft.com/office/drawing/2014/main" id="{CC505830-D954-4ACD-A575-581C1B417858}"/>
              </a:ext>
            </a:extLst>
          </p:cNvPr>
          <p:cNvSpPr>
            <a:spLocks noGrp="1"/>
          </p:cNvSpPr>
          <p:nvPr>
            <p:ph type="ctrTitle" hasCustomPrompt="1"/>
          </p:nvPr>
        </p:nvSpPr>
        <p:spPr>
          <a:xfrm>
            <a:off x="1072055" y="1044584"/>
            <a:ext cx="6999890" cy="3054332"/>
          </a:xfrm>
          <a:prstGeom prst="rect">
            <a:avLst/>
          </a:prstGeom>
        </p:spPr>
        <p:txBody>
          <a:bodyPr anchor="ctr"/>
          <a:lstStyle>
            <a:lvl1pPr algn="ctr">
              <a:lnSpc>
                <a:spcPct val="120000"/>
              </a:lnSpc>
              <a:defRPr sz="3000" b="0" i="0">
                <a:solidFill>
                  <a:schemeClr val="accent5"/>
                </a:solidFill>
                <a:latin typeface="Century Gothic" panose="020B0502020202020204" pitchFamily="34" charset="0"/>
                <a:ea typeface="Century Gothic" panose="020B0502020202020204" pitchFamily="34" charset="0"/>
                <a:cs typeface="Century Gothic" panose="020B0502020202020204" pitchFamily="34" charset="0"/>
              </a:defRPr>
            </a:lvl1pPr>
          </a:lstStyle>
          <a:p>
            <a:r>
              <a:rPr lang="fr-FR" dirty="0"/>
              <a:t>CLIQUEZ ET MODIFIEZ LE TITRE</a:t>
            </a:r>
          </a:p>
        </p:txBody>
      </p:sp>
    </p:spTree>
    <p:extLst>
      <p:ext uri="{BB962C8B-B14F-4D97-AF65-F5344CB8AC3E}">
        <p14:creationId xmlns:p14="http://schemas.microsoft.com/office/powerpoint/2010/main" val="351604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ep Ocean - Closing page">
    <p:spTree>
      <p:nvGrpSpPr>
        <p:cNvPr id="1" name=""/>
        <p:cNvGrpSpPr/>
        <p:nvPr/>
      </p:nvGrpSpPr>
      <p:grpSpPr>
        <a:xfrm>
          <a:off x="0" y="0"/>
          <a:ext cx="0" cy="0"/>
          <a:chOff x="0" y="0"/>
          <a:chExt cx="0" cy="0"/>
        </a:xfrm>
      </p:grpSpPr>
      <p:sp>
        <p:nvSpPr>
          <p:cNvPr id="15" name="Rectangle 14"/>
          <p:cNvSpPr/>
          <p:nvPr userDrawn="1"/>
        </p:nvSpPr>
        <p:spPr>
          <a:xfrm>
            <a:off x="2324101" y="66150"/>
            <a:ext cx="6752850" cy="5011200"/>
          </a:xfrm>
          <a:custGeom>
            <a:avLst/>
            <a:gdLst>
              <a:gd name="connsiteX0" fmla="*/ 0 w 9000000"/>
              <a:gd name="connsiteY0" fmla="*/ 0 h 6681600"/>
              <a:gd name="connsiteX1" fmla="*/ 9000000 w 9000000"/>
              <a:gd name="connsiteY1" fmla="*/ 0 h 6681600"/>
              <a:gd name="connsiteX2" fmla="*/ 9000000 w 9000000"/>
              <a:gd name="connsiteY2" fmla="*/ 6681600 h 6681600"/>
              <a:gd name="connsiteX3" fmla="*/ 0 w 9000000"/>
              <a:gd name="connsiteY3" fmla="*/ 6681600 h 6681600"/>
              <a:gd name="connsiteX4" fmla="*/ 0 w 9000000"/>
              <a:gd name="connsiteY4"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3800 w 9003800"/>
              <a:gd name="connsiteY5"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2813750 h 6681600"/>
              <a:gd name="connsiteX6" fmla="*/ 668854 w 9668854"/>
              <a:gd name="connsiteY6"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661879 w 9668854"/>
              <a:gd name="connsiteY5" fmla="*/ 33439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68854 w 9668854"/>
              <a:gd name="connsiteY0" fmla="*/ 0 h 6681600"/>
              <a:gd name="connsiteX1" fmla="*/ 9668854 w 9668854"/>
              <a:gd name="connsiteY1" fmla="*/ 0 h 6681600"/>
              <a:gd name="connsiteX2" fmla="*/ 9668854 w 9668854"/>
              <a:gd name="connsiteY2" fmla="*/ 6681600 h 6681600"/>
              <a:gd name="connsiteX3" fmla="*/ 668854 w 9668854"/>
              <a:gd name="connsiteY3" fmla="*/ 6681600 h 6681600"/>
              <a:gd name="connsiteX4" fmla="*/ 665054 w 9668854"/>
              <a:gd name="connsiteY4" fmla="*/ 3886900 h 6681600"/>
              <a:gd name="connsiteX5" fmla="*/ 846029 w 9668854"/>
              <a:gd name="connsiteY5" fmla="*/ 3331275 h 6681600"/>
              <a:gd name="connsiteX6" fmla="*/ 661879 w 9668854"/>
              <a:gd name="connsiteY6" fmla="*/ 2813750 h 6681600"/>
              <a:gd name="connsiteX7" fmla="*/ 668854 w 9668854"/>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81 w 9006981"/>
              <a:gd name="connsiteY0" fmla="*/ 0 h 6681600"/>
              <a:gd name="connsiteX1" fmla="*/ 9006981 w 9006981"/>
              <a:gd name="connsiteY1" fmla="*/ 0 h 6681600"/>
              <a:gd name="connsiteX2" fmla="*/ 9006981 w 9006981"/>
              <a:gd name="connsiteY2" fmla="*/ 6681600 h 6681600"/>
              <a:gd name="connsiteX3" fmla="*/ 6981 w 9006981"/>
              <a:gd name="connsiteY3" fmla="*/ 6681600 h 6681600"/>
              <a:gd name="connsiteX4" fmla="*/ 3181 w 9006981"/>
              <a:gd name="connsiteY4" fmla="*/ 3886900 h 6681600"/>
              <a:gd name="connsiteX5" fmla="*/ 184156 w 9006981"/>
              <a:gd name="connsiteY5" fmla="*/ 3331275 h 6681600"/>
              <a:gd name="connsiteX6" fmla="*/ 6 w 9006981"/>
              <a:gd name="connsiteY6" fmla="*/ 2813750 h 6681600"/>
              <a:gd name="connsiteX7" fmla="*/ 6981 w 9006981"/>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4150 w 9006975"/>
              <a:gd name="connsiteY5" fmla="*/ 3331275 h 6681600"/>
              <a:gd name="connsiteX6" fmla="*/ 0 w 9006975"/>
              <a:gd name="connsiteY6" fmla="*/ 2813750 h 6681600"/>
              <a:gd name="connsiteX7" fmla="*/ 6975 w 9006975"/>
              <a:gd name="connsiteY7" fmla="*/ 0 h 6681600"/>
              <a:gd name="connsiteX0" fmla="*/ 6975 w 9006975"/>
              <a:gd name="connsiteY0" fmla="*/ 0 h 6681600"/>
              <a:gd name="connsiteX1" fmla="*/ 9006975 w 9006975"/>
              <a:gd name="connsiteY1" fmla="*/ 0 h 6681600"/>
              <a:gd name="connsiteX2" fmla="*/ 9006975 w 9006975"/>
              <a:gd name="connsiteY2" fmla="*/ 6681600 h 6681600"/>
              <a:gd name="connsiteX3" fmla="*/ 6975 w 9006975"/>
              <a:gd name="connsiteY3" fmla="*/ 6681600 h 6681600"/>
              <a:gd name="connsiteX4" fmla="*/ 3175 w 9006975"/>
              <a:gd name="connsiteY4" fmla="*/ 3886900 h 6681600"/>
              <a:gd name="connsiteX5" fmla="*/ 180975 w 9006975"/>
              <a:gd name="connsiteY5" fmla="*/ 3334450 h 6681600"/>
              <a:gd name="connsiteX6" fmla="*/ 0 w 9006975"/>
              <a:gd name="connsiteY6" fmla="*/ 2813750 h 6681600"/>
              <a:gd name="connsiteX7" fmla="*/ 6975 w 9006975"/>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010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 name="connsiteX0" fmla="*/ 3800 w 9003800"/>
              <a:gd name="connsiteY0" fmla="*/ 0 h 6681600"/>
              <a:gd name="connsiteX1" fmla="*/ 9003800 w 9003800"/>
              <a:gd name="connsiteY1" fmla="*/ 0 h 6681600"/>
              <a:gd name="connsiteX2" fmla="*/ 9003800 w 9003800"/>
              <a:gd name="connsiteY2" fmla="*/ 6681600 h 6681600"/>
              <a:gd name="connsiteX3" fmla="*/ 3800 w 9003800"/>
              <a:gd name="connsiteY3" fmla="*/ 6681600 h 6681600"/>
              <a:gd name="connsiteX4" fmla="*/ 0 w 9003800"/>
              <a:gd name="connsiteY4" fmla="*/ 3886900 h 6681600"/>
              <a:gd name="connsiteX5" fmla="*/ 177800 w 9003800"/>
              <a:gd name="connsiteY5" fmla="*/ 3334450 h 6681600"/>
              <a:gd name="connsiteX6" fmla="*/ 3175 w 9003800"/>
              <a:gd name="connsiteY6" fmla="*/ 2826450 h 6681600"/>
              <a:gd name="connsiteX7" fmla="*/ 3800 w 9003800"/>
              <a:gd name="connsiteY7" fmla="*/ 0 h 668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03800" h="6681600">
                <a:moveTo>
                  <a:pt x="3800" y="0"/>
                </a:moveTo>
                <a:lnTo>
                  <a:pt x="9003800" y="0"/>
                </a:lnTo>
                <a:lnTo>
                  <a:pt x="9003800" y="6681600"/>
                </a:lnTo>
                <a:lnTo>
                  <a:pt x="3800" y="6681600"/>
                </a:lnTo>
                <a:cubicBezTo>
                  <a:pt x="2533" y="5750033"/>
                  <a:pt x="1267" y="4818467"/>
                  <a:pt x="0" y="3886900"/>
                </a:cubicBezTo>
                <a:cubicBezTo>
                  <a:pt x="125838" y="3524304"/>
                  <a:pt x="83079" y="3646658"/>
                  <a:pt x="177800" y="3334450"/>
                </a:cubicBezTo>
                <a:cubicBezTo>
                  <a:pt x="113771" y="3130192"/>
                  <a:pt x="144888" y="3215504"/>
                  <a:pt x="3175" y="2826450"/>
                </a:cubicBezTo>
                <a:cubicBezTo>
                  <a:pt x="3808" y="2178633"/>
                  <a:pt x="4413" y="2634308"/>
                  <a:pt x="38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5" name="Espace réservé du texte 4"/>
          <p:cNvSpPr>
            <a:spLocks noGrp="1"/>
          </p:cNvSpPr>
          <p:nvPr>
            <p:ph type="body" sz="quarter" idx="10" hasCustomPrompt="1"/>
          </p:nvPr>
        </p:nvSpPr>
        <p:spPr bwMode="white">
          <a:xfrm>
            <a:off x="217051" y="1866731"/>
            <a:ext cx="1892700" cy="270000"/>
          </a:xfrm>
          <a:prstGeom prst="rect">
            <a:avLst/>
          </a:prstGeom>
        </p:spPr>
        <p:txBody>
          <a:bodyPr lIns="36000" tIns="36000" rIns="36000" bIns="36000" anchor="t"/>
          <a:lstStyle>
            <a:lvl1pPr marL="0" indent="0" algn="ctr">
              <a:lnSpc>
                <a:spcPct val="120000"/>
              </a:lnSpc>
              <a:spcBef>
                <a:spcPts val="0"/>
              </a:spcBef>
              <a:buNone/>
              <a:defRPr sz="1200" b="0" i="0"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PRÉNOM NOM</a:t>
            </a:r>
          </a:p>
        </p:txBody>
      </p:sp>
      <p:sp>
        <p:nvSpPr>
          <p:cNvPr id="10" name="Espace réservé du texte 4"/>
          <p:cNvSpPr>
            <a:spLocks noGrp="1"/>
          </p:cNvSpPr>
          <p:nvPr>
            <p:ph type="body" sz="quarter" idx="11" hasCustomPrompt="1"/>
          </p:nvPr>
        </p:nvSpPr>
        <p:spPr bwMode="white">
          <a:xfrm>
            <a:off x="56700" y="2092500"/>
            <a:ext cx="2208600" cy="361800"/>
          </a:xfrm>
          <a:prstGeom prst="rect">
            <a:avLst/>
          </a:prstGeom>
        </p:spPr>
        <p:txBody>
          <a:bodyPr lIns="36000" tIns="36000" rIns="36000" bIns="36000" anchor="ctr"/>
          <a:lstStyle>
            <a:lvl1pPr marL="0" indent="0" algn="ctr">
              <a:lnSpc>
                <a:spcPct val="120000"/>
              </a:lnSpc>
              <a:spcBef>
                <a:spcPts val="0"/>
              </a:spcBef>
              <a:buNone/>
              <a:defRPr sz="1050" b="1" i="1"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Grade</a:t>
            </a:r>
          </a:p>
        </p:txBody>
      </p:sp>
      <p:sp>
        <p:nvSpPr>
          <p:cNvPr id="11" name="Espace réservé du texte 4"/>
          <p:cNvSpPr>
            <a:spLocks noGrp="1"/>
          </p:cNvSpPr>
          <p:nvPr>
            <p:ph type="body" sz="quarter" idx="12" hasCustomPrompt="1"/>
          </p:nvPr>
        </p:nvSpPr>
        <p:spPr bwMode="white">
          <a:xfrm>
            <a:off x="329026" y="2497064"/>
            <a:ext cx="1904025" cy="270000"/>
          </a:xfrm>
          <a:prstGeom prst="rect">
            <a:avLst/>
          </a:prstGeom>
        </p:spPr>
        <p:txBody>
          <a:bodyPr lIns="108000" tIns="36000" rIns="36000" bIns="36000" anchor="ctr"/>
          <a:lstStyle>
            <a:lvl1pPr marL="0" indent="0" algn="l">
              <a:lnSpc>
                <a:spcPct val="120000"/>
              </a:lnSpc>
              <a:spcBef>
                <a:spcPts val="0"/>
              </a:spcBef>
              <a:buNone/>
              <a:defRPr sz="900" b="0" i="1"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a:t>+33 X XX XX XX XX</a:t>
            </a:r>
          </a:p>
        </p:txBody>
      </p:sp>
      <p:pic>
        <p:nvPicPr>
          <p:cNvPr id="6" name="Imag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white">
          <a:xfrm>
            <a:off x="53402" y="2497064"/>
            <a:ext cx="315000" cy="270000"/>
          </a:xfrm>
          <a:prstGeom prst="rect">
            <a:avLst/>
          </a:prstGeom>
        </p:spPr>
      </p:pic>
      <p:sp>
        <p:nvSpPr>
          <p:cNvPr id="17" name="Espace réservé du texte 4"/>
          <p:cNvSpPr>
            <a:spLocks noGrp="1"/>
          </p:cNvSpPr>
          <p:nvPr>
            <p:ph type="body" sz="quarter" idx="13" hasCustomPrompt="1"/>
          </p:nvPr>
        </p:nvSpPr>
        <p:spPr bwMode="white">
          <a:xfrm>
            <a:off x="329026" y="2807134"/>
            <a:ext cx="1904025" cy="270000"/>
          </a:xfrm>
          <a:prstGeom prst="rect">
            <a:avLst/>
          </a:prstGeom>
        </p:spPr>
        <p:txBody>
          <a:bodyPr lIns="108000" tIns="36000" rIns="0" bIns="36000" anchor="ctr"/>
          <a:lstStyle>
            <a:lvl1pPr marL="0" indent="0" algn="l">
              <a:lnSpc>
                <a:spcPct val="100000"/>
              </a:lnSpc>
              <a:spcBef>
                <a:spcPts val="0"/>
              </a:spcBef>
              <a:buNone/>
              <a:defRPr sz="750" b="0" i="1" baseline="0">
                <a:solidFill>
                  <a:schemeClr val="bg1"/>
                </a:solidFill>
                <a:latin typeface="Century Gothic" panose="020B0502020202020204" pitchFamily="34" charset="0"/>
                <a:ea typeface="Century Gothic" panose="020B0502020202020204" pitchFamily="34" charset="0"/>
                <a:cs typeface="Century Gothic" panose="020B0502020202020204" pitchFamily="34" charset="0"/>
              </a:defRPr>
            </a:lvl1pPr>
          </a:lstStyle>
          <a:p>
            <a:pPr lvl="0"/>
            <a:r>
              <a:rPr lang="fr-FR" dirty="0" err="1"/>
              <a:t>prenom.nom@rhapsodies.eu</a:t>
            </a:r>
            <a:endParaRPr lang="fr-FR" dirty="0"/>
          </a:p>
        </p:txBody>
      </p:sp>
      <p:pic>
        <p:nvPicPr>
          <p:cNvPr id="8" name="Imag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92777" y="2840884"/>
            <a:ext cx="236249" cy="202500"/>
          </a:xfrm>
          <a:prstGeom prst="rect">
            <a:avLst/>
          </a:prstGeom>
        </p:spPr>
      </p:pic>
      <p:pic>
        <p:nvPicPr>
          <p:cNvPr id="12" name="Image 1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587469" y="3831495"/>
            <a:ext cx="1350000" cy="971053"/>
          </a:xfrm>
          <a:prstGeom prst="rect">
            <a:avLst/>
          </a:prstGeom>
        </p:spPr>
      </p:pic>
      <p:sp>
        <p:nvSpPr>
          <p:cNvPr id="13" name="Rectangle 12"/>
          <p:cNvSpPr/>
          <p:nvPr userDrawn="1"/>
        </p:nvSpPr>
        <p:spPr>
          <a:xfrm>
            <a:off x="2565779" y="4294789"/>
            <a:ext cx="135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l"/>
            <a:r>
              <a:rPr lang="fr-FR" sz="1200" i="1" dirty="0">
                <a:solidFill>
                  <a:schemeClr val="tx2"/>
                </a:solidFill>
                <a:latin typeface="Helvetica" charset="0"/>
                <a:ea typeface="Helvetica" charset="0"/>
                <a:cs typeface="Helvetica" charset="0"/>
              </a:rPr>
              <a:t>A bientôt sur nos réseaux sociaux : </a:t>
            </a:r>
          </a:p>
        </p:txBody>
      </p:sp>
      <p:pic>
        <p:nvPicPr>
          <p:cNvPr id="18" name="Image 17">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982761" y="4362289"/>
            <a:ext cx="405000" cy="405000"/>
          </a:xfrm>
          <a:prstGeom prst="rect">
            <a:avLst/>
          </a:prstGeom>
        </p:spPr>
      </p:pic>
      <p:pic>
        <p:nvPicPr>
          <p:cNvPr id="19" name="Image 18">
            <a:hlinkClick r:id="rId7"/>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4584248" y="4362289"/>
            <a:ext cx="405000" cy="405000"/>
          </a:xfrm>
          <a:prstGeom prst="rect">
            <a:avLst/>
          </a:prstGeom>
        </p:spPr>
      </p:pic>
      <p:pic>
        <p:nvPicPr>
          <p:cNvPr id="20" name="Image 19">
            <a:hlinkClick r:id="rId9"/>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5185734" y="4362289"/>
            <a:ext cx="405000" cy="405000"/>
          </a:xfrm>
          <a:prstGeom prst="rect">
            <a:avLst/>
          </a:prstGeom>
        </p:spPr>
      </p:pic>
      <p:pic>
        <p:nvPicPr>
          <p:cNvPr id="21" name="Image 20">
            <a:hlinkClick r:id="rId11"/>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5787220" y="4362289"/>
            <a:ext cx="405000" cy="405000"/>
          </a:xfrm>
          <a:prstGeom prst="rect">
            <a:avLst/>
          </a:prstGeom>
        </p:spPr>
      </p:pic>
      <p:sp>
        <p:nvSpPr>
          <p:cNvPr id="4" name="Rectangle 3"/>
          <p:cNvSpPr/>
          <p:nvPr userDrawn="1"/>
        </p:nvSpPr>
        <p:spPr>
          <a:xfrm>
            <a:off x="7344575" y="3685751"/>
            <a:ext cx="1620000" cy="1215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050" dirty="0" err="1">
              <a:latin typeface="Helvetica" charset="0"/>
              <a:ea typeface="Helvetica" charset="0"/>
              <a:cs typeface="Helvetica" charset="0"/>
            </a:endParaRPr>
          </a:p>
        </p:txBody>
      </p:sp>
      <p:grpSp>
        <p:nvGrpSpPr>
          <p:cNvPr id="24" name="Grouper 41">
            <a:extLst>
              <a:ext uri="{FF2B5EF4-FFF2-40B4-BE49-F238E27FC236}">
                <a16:creationId xmlns:a16="http://schemas.microsoft.com/office/drawing/2014/main" id="{9040199D-5A3C-4A66-95E3-15C9B27B53EE}"/>
              </a:ext>
            </a:extLst>
          </p:cNvPr>
          <p:cNvGrpSpPr/>
          <p:nvPr userDrawn="1"/>
        </p:nvGrpSpPr>
        <p:grpSpPr>
          <a:xfrm>
            <a:off x="2871118" y="3213251"/>
            <a:ext cx="5602844" cy="543428"/>
            <a:chOff x="3350286" y="4405305"/>
            <a:chExt cx="7470458" cy="724570"/>
          </a:xfrm>
        </p:grpSpPr>
        <p:grpSp>
          <p:nvGrpSpPr>
            <p:cNvPr id="27" name="Grouper 31">
              <a:extLst>
                <a:ext uri="{FF2B5EF4-FFF2-40B4-BE49-F238E27FC236}">
                  <a16:creationId xmlns:a16="http://schemas.microsoft.com/office/drawing/2014/main" id="{2FBDDE06-8D94-47A5-9603-5EFBD66BEE85}"/>
                </a:ext>
              </a:extLst>
            </p:cNvPr>
            <p:cNvGrpSpPr/>
            <p:nvPr userDrawn="1"/>
          </p:nvGrpSpPr>
          <p:grpSpPr>
            <a:xfrm>
              <a:off x="3350286" y="4405305"/>
              <a:ext cx="4249662" cy="720000"/>
              <a:chOff x="3421039" y="3895021"/>
              <a:chExt cx="4249662" cy="720000"/>
            </a:xfrm>
          </p:grpSpPr>
          <p:sp>
            <p:nvSpPr>
              <p:cNvPr id="36" name="Rectangle 35">
                <a:extLst>
                  <a:ext uri="{FF2B5EF4-FFF2-40B4-BE49-F238E27FC236}">
                    <a16:creationId xmlns:a16="http://schemas.microsoft.com/office/drawing/2014/main" id="{B18D7DD1-C6E4-4DD8-9D66-28D3682C261C}"/>
                  </a:ext>
                </a:extLst>
              </p:cNvPr>
              <p:cNvSpPr/>
              <p:nvPr userDrawn="1"/>
            </p:nvSpPr>
            <p:spPr>
              <a:xfrm>
                <a:off x="4070701" y="3895021"/>
                <a:ext cx="3600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fr-FR" sz="1200" b="1" i="1" dirty="0">
                    <a:solidFill>
                      <a:schemeClr val="tx2"/>
                    </a:solidFill>
                    <a:latin typeface="Helvetica" charset="0"/>
                    <a:ea typeface="Helvetica" charset="0"/>
                    <a:cs typeface="Helvetica" charset="0"/>
                  </a:rPr>
                  <a:t>43 rue de Liège, 75008 Paris</a:t>
                </a:r>
              </a:p>
            </p:txBody>
          </p:sp>
          <p:pic>
            <p:nvPicPr>
              <p:cNvPr id="37" name="Image 36">
                <a:extLst>
                  <a:ext uri="{FF2B5EF4-FFF2-40B4-BE49-F238E27FC236}">
                    <a16:creationId xmlns:a16="http://schemas.microsoft.com/office/drawing/2014/main" id="{D3BBDA3A-24B7-4B29-B065-4C0983CF8FF6}"/>
                  </a:ext>
                </a:extLst>
              </p:cNvPr>
              <p:cNvPicPr>
                <a:picLocks noChangeAspect="1"/>
              </p:cNvPicPr>
              <p:nvPr userDrawn="1"/>
            </p:nvPicPr>
            <p:blipFill>
              <a:blip r:embed="rId13"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421039" y="3985021"/>
                <a:ext cx="630000" cy="540000"/>
              </a:xfrm>
              <a:prstGeom prst="rect">
                <a:avLst/>
              </a:prstGeom>
            </p:spPr>
          </p:pic>
        </p:grpSp>
        <p:grpSp>
          <p:nvGrpSpPr>
            <p:cNvPr id="28" name="Grouper 30">
              <a:extLst>
                <a:ext uri="{FF2B5EF4-FFF2-40B4-BE49-F238E27FC236}">
                  <a16:creationId xmlns:a16="http://schemas.microsoft.com/office/drawing/2014/main" id="{D97D29AA-482F-41AA-9741-AA4E0089FFC1}"/>
                </a:ext>
              </a:extLst>
            </p:cNvPr>
            <p:cNvGrpSpPr/>
            <p:nvPr userDrawn="1"/>
          </p:nvGrpSpPr>
          <p:grpSpPr>
            <a:xfrm>
              <a:off x="7599948" y="4405305"/>
              <a:ext cx="3220796" cy="720000"/>
              <a:chOff x="3421039" y="4831429"/>
              <a:chExt cx="3220796" cy="720000"/>
            </a:xfrm>
          </p:grpSpPr>
          <p:sp>
            <p:nvSpPr>
              <p:cNvPr id="34" name="Rectangle 33">
                <a:extLst>
                  <a:ext uri="{FF2B5EF4-FFF2-40B4-BE49-F238E27FC236}">
                    <a16:creationId xmlns:a16="http://schemas.microsoft.com/office/drawing/2014/main" id="{981A06C5-B0B7-46B1-8CA0-595C4BA11AA5}"/>
                  </a:ext>
                </a:extLst>
              </p:cNvPr>
              <p:cNvSpPr/>
              <p:nvPr userDrawn="1"/>
            </p:nvSpPr>
            <p:spPr>
              <a:xfrm>
                <a:off x="4070700" y="4831429"/>
                <a:ext cx="2571135"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fr-FR" sz="1200" b="0" i="1" dirty="0">
                    <a:solidFill>
                      <a:schemeClr val="tx2"/>
                    </a:solidFill>
                    <a:latin typeface="Helvetica" charset="0"/>
                    <a:ea typeface="Helvetica" charset="0"/>
                    <a:cs typeface="Helvetica" charset="0"/>
                  </a:rPr>
                  <a:t>www.rhapsodiesconseil.fr/</a:t>
                </a:r>
              </a:p>
            </p:txBody>
          </p:sp>
          <p:pic>
            <p:nvPicPr>
              <p:cNvPr id="35" name="Image 34">
                <a:extLst>
                  <a:ext uri="{FF2B5EF4-FFF2-40B4-BE49-F238E27FC236}">
                    <a16:creationId xmlns:a16="http://schemas.microsoft.com/office/drawing/2014/main" id="{7156BFAE-80BF-44D2-A5A0-1FBB26E8963D}"/>
                  </a:ext>
                </a:extLst>
              </p:cNvPr>
              <p:cNvPicPr>
                <a:picLocks noChangeAspect="1"/>
              </p:cNvPicPr>
              <p:nvPr userDrawn="1"/>
            </p:nvPicPr>
            <p:blipFill>
              <a:blip r:embed="rId14"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421039" y="4924810"/>
                <a:ext cx="630000" cy="540000"/>
              </a:xfrm>
              <a:prstGeom prst="rect">
                <a:avLst/>
              </a:prstGeom>
            </p:spPr>
          </p:pic>
        </p:grpSp>
        <p:cxnSp>
          <p:nvCxnSpPr>
            <p:cNvPr id="33" name="Connecteur droit 32">
              <a:extLst>
                <a:ext uri="{FF2B5EF4-FFF2-40B4-BE49-F238E27FC236}">
                  <a16:creationId xmlns:a16="http://schemas.microsoft.com/office/drawing/2014/main" id="{80D44D57-088D-46E9-930F-38DB25B85C5C}"/>
                </a:ext>
              </a:extLst>
            </p:cNvPr>
            <p:cNvCxnSpPr/>
            <p:nvPr userDrawn="1"/>
          </p:nvCxnSpPr>
          <p:spPr>
            <a:xfrm rot="-4200000">
              <a:off x="6784516" y="4769875"/>
              <a:ext cx="720000"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25" name="Image 24">
            <a:extLst>
              <a:ext uri="{FF2B5EF4-FFF2-40B4-BE49-F238E27FC236}">
                <a16:creationId xmlns:a16="http://schemas.microsoft.com/office/drawing/2014/main" id="{22715B10-7811-4F5F-A55B-A2480DB58837}"/>
              </a:ext>
            </a:extLst>
          </p:cNvPr>
          <p:cNvPicPr>
            <a:picLocks noChangeAspect="1"/>
          </p:cNvPicPr>
          <p:nvPr userDrawn="1"/>
        </p:nvPicPr>
        <p:blipFill>
          <a:blip r:embed="rId15"/>
          <a:stretch>
            <a:fillRect/>
          </a:stretch>
        </p:blipFill>
        <p:spPr>
          <a:xfrm>
            <a:off x="449026" y="3430406"/>
            <a:ext cx="1428750" cy="1428750"/>
          </a:xfrm>
          <a:prstGeom prst="rect">
            <a:avLst/>
          </a:prstGeom>
        </p:spPr>
      </p:pic>
    </p:spTree>
    <p:extLst>
      <p:ext uri="{BB962C8B-B14F-4D97-AF65-F5344CB8AC3E}">
        <p14:creationId xmlns:p14="http://schemas.microsoft.com/office/powerpoint/2010/main" val="29086748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Deep Ocean - Full page illustration">
  <p:cSld name="1_Deep Ocean - Full page illustration">
    <p:spTree>
      <p:nvGrpSpPr>
        <p:cNvPr id="1" name="Shape 9"/>
        <p:cNvGrpSpPr/>
        <p:nvPr/>
      </p:nvGrpSpPr>
      <p:grpSpPr>
        <a:xfrm>
          <a:off x="0" y="0"/>
          <a:ext cx="0" cy="0"/>
          <a:chOff x="0" y="0"/>
          <a:chExt cx="0" cy="0"/>
        </a:xfrm>
      </p:grpSpPr>
      <p:sp>
        <p:nvSpPr>
          <p:cNvPr id="10" name="Google Shape;10;p2"/>
          <p:cNvSpPr/>
          <p:nvPr/>
        </p:nvSpPr>
        <p:spPr>
          <a:xfrm>
            <a:off x="59596" y="66150"/>
            <a:ext cx="9009900" cy="501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prstClr val="white"/>
              </a:solidFill>
              <a:effectLst/>
              <a:uLnTx/>
              <a:uFillTx/>
              <a:latin typeface="Arial"/>
              <a:ea typeface="Arial"/>
              <a:cs typeface="Arial"/>
              <a:sym typeface="Arial"/>
            </a:endParaRPr>
          </a:p>
        </p:txBody>
      </p:sp>
      <p:sp>
        <p:nvSpPr>
          <p:cNvPr id="11" name="Google Shape;11;p2"/>
          <p:cNvSpPr txBox="1">
            <a:spLocks noGrp="1"/>
          </p:cNvSpPr>
          <p:nvPr>
            <p:ph type="body" idx="1"/>
          </p:nvPr>
        </p:nvSpPr>
        <p:spPr>
          <a:xfrm>
            <a:off x="1332000" y="303510"/>
            <a:ext cx="7290000" cy="405000"/>
          </a:xfrm>
          <a:prstGeom prst="rect">
            <a:avLst/>
          </a:prstGeom>
          <a:noFill/>
          <a:ln>
            <a:noFill/>
          </a:ln>
        </p:spPr>
        <p:txBody>
          <a:bodyPr spcFirstLastPara="1" wrap="square" lIns="180000" tIns="36000" rIns="36000" bIns="36000" anchor="ctr" anchorCtr="0">
            <a:noAutofit/>
          </a:bodyPr>
          <a:lstStyle>
            <a:lvl1pPr marL="457200" marR="0" lvl="0" indent="-228600" algn="l" rtl="0">
              <a:lnSpc>
                <a:spcPct val="120000"/>
              </a:lnSpc>
              <a:spcBef>
                <a:spcPts val="750"/>
              </a:spcBef>
              <a:spcAft>
                <a:spcPts val="0"/>
              </a:spcAft>
              <a:buClr>
                <a:schemeClr val="dk1"/>
              </a:buClr>
              <a:buSzPts val="1650"/>
              <a:buFont typeface="Arial"/>
              <a:buNone/>
              <a:defRPr sz="1650" b="0" i="0" u="none" strike="noStrike" cap="none">
                <a:solidFill>
                  <a:schemeClr val="dk1"/>
                </a:solidFill>
                <a:latin typeface="Century Gothic"/>
                <a:ea typeface="Century Gothic"/>
                <a:cs typeface="Century Gothic"/>
                <a:sym typeface="Century Gothic"/>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2"/>
          <p:cNvSpPr txBox="1">
            <a:spLocks noGrp="1"/>
          </p:cNvSpPr>
          <p:nvPr>
            <p:ph type="body" idx="2"/>
          </p:nvPr>
        </p:nvSpPr>
        <p:spPr>
          <a:xfrm>
            <a:off x="1332000" y="590400"/>
            <a:ext cx="7290000" cy="405000"/>
          </a:xfrm>
          <a:prstGeom prst="rect">
            <a:avLst/>
          </a:prstGeom>
          <a:noFill/>
          <a:ln>
            <a:noFill/>
          </a:ln>
        </p:spPr>
        <p:txBody>
          <a:bodyPr spcFirstLastPara="1" wrap="square" lIns="180000" tIns="36000" rIns="36000" bIns="36000" anchor="ctr" anchorCtr="0">
            <a:noAutofit/>
          </a:bodyPr>
          <a:lstStyle>
            <a:lvl1pPr marL="457200" marR="0" lvl="0" indent="-228600" algn="l" rtl="0">
              <a:lnSpc>
                <a:spcPct val="120000"/>
              </a:lnSpc>
              <a:spcBef>
                <a:spcPts val="750"/>
              </a:spcBef>
              <a:spcAft>
                <a:spcPts val="0"/>
              </a:spcAft>
              <a:buClr>
                <a:schemeClr val="accent5"/>
              </a:buClr>
              <a:buSzPts val="1500"/>
              <a:buFont typeface="Arial"/>
              <a:buNone/>
              <a:defRPr sz="1500" b="1" i="1" u="none" strike="noStrike" cap="none">
                <a:solidFill>
                  <a:schemeClr val="accent5"/>
                </a:solidFill>
                <a:latin typeface="Century Gothic"/>
                <a:ea typeface="Century Gothic"/>
                <a:cs typeface="Century Gothic"/>
                <a:sym typeface="Century Gothic"/>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entury Gothic"/>
                <a:ea typeface="Century Gothic"/>
                <a:cs typeface="Century Gothic"/>
                <a:sym typeface="Century Gothic"/>
              </a:defRPr>
            </a:lvl9pPr>
          </a:lstStyle>
          <a:p>
            <a:endParaRPr/>
          </a:p>
        </p:txBody>
      </p:sp>
      <p:sp>
        <p:nvSpPr>
          <p:cNvPr id="13" name="Google Shape;13;p2"/>
          <p:cNvSpPr txBox="1">
            <a:spLocks noGrp="1"/>
          </p:cNvSpPr>
          <p:nvPr>
            <p:ph type="sldNum" idx="12"/>
          </p:nvPr>
        </p:nvSpPr>
        <p:spPr>
          <a:xfrm>
            <a:off x="8748000" y="4752000"/>
            <a:ext cx="270000" cy="270000"/>
          </a:xfrm>
          <a:prstGeom prst="rect">
            <a:avLst/>
          </a:prstGeom>
          <a:no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a:lvl1pPr>
            <a:lvl2pPr marL="0" lvl="1" indent="0" algn="ctr">
              <a:lnSpc>
                <a:spcPct val="100000"/>
              </a:lnSpc>
              <a:spcBef>
                <a:spcPts val="0"/>
              </a:spcBef>
              <a:spcAft>
                <a:spcPts val="0"/>
              </a:spcAft>
              <a:buNone/>
              <a:defRPr/>
            </a:lvl2pPr>
            <a:lvl3pPr marL="0" lvl="2" indent="0" algn="ctr">
              <a:lnSpc>
                <a:spcPct val="100000"/>
              </a:lnSpc>
              <a:spcBef>
                <a:spcPts val="0"/>
              </a:spcBef>
              <a:spcAft>
                <a:spcPts val="0"/>
              </a:spcAft>
              <a:buNone/>
              <a:defRPr/>
            </a:lvl3pPr>
            <a:lvl4pPr marL="0" lvl="3" indent="0" algn="ctr">
              <a:lnSpc>
                <a:spcPct val="100000"/>
              </a:lnSpc>
              <a:spcBef>
                <a:spcPts val="0"/>
              </a:spcBef>
              <a:spcAft>
                <a:spcPts val="0"/>
              </a:spcAft>
              <a:buNone/>
              <a:defRPr/>
            </a:lvl4pPr>
            <a:lvl5pPr marL="0" lvl="4" indent="0" algn="ctr">
              <a:lnSpc>
                <a:spcPct val="100000"/>
              </a:lnSpc>
              <a:spcBef>
                <a:spcPts val="0"/>
              </a:spcBef>
              <a:spcAft>
                <a:spcPts val="0"/>
              </a:spcAft>
              <a:buNone/>
              <a:defRPr/>
            </a:lvl5pPr>
            <a:lvl6pPr marL="0" lvl="5" indent="0" algn="ctr">
              <a:lnSpc>
                <a:spcPct val="100000"/>
              </a:lnSpc>
              <a:spcBef>
                <a:spcPts val="0"/>
              </a:spcBef>
              <a:spcAft>
                <a:spcPts val="0"/>
              </a:spcAft>
              <a:buNone/>
              <a:defRPr/>
            </a:lvl6pPr>
            <a:lvl7pPr marL="0" lvl="6" indent="0" algn="ctr">
              <a:lnSpc>
                <a:spcPct val="100000"/>
              </a:lnSpc>
              <a:spcBef>
                <a:spcPts val="0"/>
              </a:spcBef>
              <a:spcAft>
                <a:spcPts val="0"/>
              </a:spcAft>
              <a:buNone/>
              <a:defRPr/>
            </a:lvl7pPr>
            <a:lvl8pPr marL="0" lvl="7" indent="0" algn="ctr">
              <a:lnSpc>
                <a:spcPct val="100000"/>
              </a:lnSpc>
              <a:spcBef>
                <a:spcPts val="0"/>
              </a:spcBef>
              <a:spcAft>
                <a:spcPts val="0"/>
              </a:spcAft>
              <a:buNone/>
              <a:defRPr/>
            </a:lvl8pPr>
            <a:lvl9pPr marL="0" lvl="8" indent="0" algn="ctr">
              <a:lnSpc>
                <a:spcPct val="100000"/>
              </a:lnSpc>
              <a:spcBef>
                <a:spcPts val="0"/>
              </a:spcBef>
              <a:spcAft>
                <a:spcPts val="0"/>
              </a:spcAft>
              <a:buNone/>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900" b="1" i="1" u="none" strike="noStrike" kern="0" cap="none" spc="0" normalizeH="0" baseline="0" noProof="0">
                <a:ln>
                  <a:noFill/>
                </a:ln>
                <a:solidFill>
                  <a:prstClr val="white"/>
                </a:solidFill>
                <a:effectLst/>
                <a:uLnTx/>
                <a:uFillTx/>
                <a:latin typeface="Arial"/>
                <a:cs typeface="Arial"/>
                <a:sym typeface="Arial"/>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‹N°›</a:t>
            </a:fld>
            <a:endParaRPr kumimoji="0" sz="900" b="1" i="1" u="none" strike="noStrike" kern="0" cap="none" spc="0" normalizeH="0" baseline="0" noProof="0">
              <a:ln>
                <a:noFill/>
              </a:ln>
              <a:solidFill>
                <a:prstClr val="white"/>
              </a:solidFill>
              <a:effectLst/>
              <a:uLnTx/>
              <a:uFillTx/>
              <a:latin typeface="Arial"/>
              <a:cs typeface="Arial"/>
              <a:sym typeface="Arial"/>
            </a:endParaRPr>
          </a:p>
        </p:txBody>
      </p:sp>
      <p:pic>
        <p:nvPicPr>
          <p:cNvPr id="14" name="Google Shape;14;p2" descr="logo SEVEN-01.png"/>
          <p:cNvPicPr preferRelativeResize="0"/>
          <p:nvPr/>
        </p:nvPicPr>
        <p:blipFill rotWithShape="1">
          <a:blip r:embed="rId2">
            <a:alphaModFix/>
          </a:blip>
          <a:srcRect/>
          <a:stretch/>
        </p:blipFill>
        <p:spPr>
          <a:xfrm>
            <a:off x="529257" y="296056"/>
            <a:ext cx="710709" cy="708750"/>
          </a:xfrm>
          <a:prstGeom prst="rect">
            <a:avLst/>
          </a:prstGeom>
          <a:noFill/>
          <a:ln>
            <a:noFill/>
          </a:ln>
        </p:spPr>
      </p:pic>
    </p:spTree>
    <p:extLst>
      <p:ext uri="{BB962C8B-B14F-4D97-AF65-F5344CB8AC3E}">
        <p14:creationId xmlns:p14="http://schemas.microsoft.com/office/powerpoint/2010/main" val="9745079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Image 15" descr="Une image contenant ver, ciel nocturne&#10;&#10;Description générée automatiquement">
            <a:extLst>
              <a:ext uri="{FF2B5EF4-FFF2-40B4-BE49-F238E27FC236}">
                <a16:creationId xmlns:a16="http://schemas.microsoft.com/office/drawing/2014/main" id="{6D0AC165-58E6-4D57-A88C-46FF345E0DAC}"/>
              </a:ext>
            </a:extLst>
          </p:cNvPr>
          <p:cNvPicPr>
            <a:picLocks noChangeAspect="1"/>
          </p:cNvPicPr>
          <p:nvPr userDrawn="1"/>
        </p:nvPicPr>
        <p:blipFill rotWithShape="1">
          <a:blip cstate="print">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2658" y="3708"/>
            <a:ext cx="9140748" cy="3916649"/>
          </a:xfrm>
          <a:prstGeom prst="rect">
            <a:avLst/>
          </a:prstGeom>
          <a:ln>
            <a:solidFill>
              <a:schemeClr val="tx1"/>
            </a:solidFill>
          </a:ln>
        </p:spPr>
      </p:pic>
      <p:graphicFrame>
        <p:nvGraphicFramePr>
          <p:cNvPr id="4" name="Object 3" hidden="1"/>
          <p:cNvGraphicFramePr>
            <a:graphicFrameLocks noChangeAspect="1"/>
          </p:cNvGraphicFramePr>
          <p:nvPr userDrawn="1">
            <p:custDataLst>
              <p:tags r:id="rId2"/>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35860" name="Diapositive think-cell" r:id="rId5" imgW="384" imgH="384" progId="TCLayout.ActiveDocument.1">
                  <p:embed/>
                </p:oleObj>
              </mc:Choice>
              <mc:Fallback>
                <p:oleObj name="Diapositive think-cell" r:id="rId5" imgW="384" imgH="384" progId="TCLayout.ActiveDocument.1">
                  <p:embed/>
                  <p:pic>
                    <p:nvPicPr>
                      <p:cNvPr id="4" name="Object 3" hidden="1"/>
                      <p:cNvPicPr/>
                      <p:nvPr/>
                    </p:nvPicPr>
                    <p:blipFill>
                      <a:blip/>
                      <a:stretch>
                        <a:fillRect/>
                      </a:stretch>
                    </p:blipFill>
                    <p:spPr>
                      <a:xfrm>
                        <a:off x="1192" y="1192"/>
                        <a:ext cx="1191" cy="1191"/>
                      </a:xfrm>
                      <a:prstGeom prst="rect">
                        <a:avLst/>
                      </a:prstGeom>
                    </p:spPr>
                  </p:pic>
                </p:oleObj>
              </mc:Fallback>
            </mc:AlternateContent>
          </a:graphicData>
        </a:graphic>
      </p:graphicFrame>
      <p:sp>
        <p:nvSpPr>
          <p:cNvPr id="3" name="Rectangle 2"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93000"/>
              </a:lnSpc>
              <a:spcBef>
                <a:spcPct val="0"/>
              </a:spcBef>
              <a:spcAft>
                <a:spcPct val="0"/>
              </a:spcAft>
              <a:buClrTx/>
              <a:buSzTx/>
              <a:buFontTx/>
              <a:buNone/>
              <a:tabLst/>
              <a:defRPr/>
            </a:pPr>
            <a:endParaRPr kumimoji="0" lang="en-US" sz="405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8" name="Picture 17"/>
          <p:cNvPicPr>
            <a:picLocks noChangeAspect="1"/>
          </p:cNvPicPr>
          <p:nvPr userDrawn="1"/>
        </p:nvPicPr>
        <p:blipFill rotWithShape="1">
          <a:blip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sp>
        <p:nvSpPr>
          <p:cNvPr id="20" name="Picture Placeholder 8"/>
          <p:cNvSpPr>
            <a:spLocks noGrp="1"/>
          </p:cNvSpPr>
          <p:nvPr>
            <p:ph type="pic" sz="quarter" idx="13" hasCustomPrompt="1"/>
          </p:nvPr>
        </p:nvSpPr>
        <p:spPr>
          <a:xfrm>
            <a:off x="493848"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2347193" y="454660"/>
            <a:ext cx="6093900" cy="4147200"/>
          </a:xfrm>
          <a:prstGeom prst="rect">
            <a:avLst/>
          </a:prstGeom>
          <a:gradFill flip="none" rotWithShape="1">
            <a:gsLst>
              <a:gs pos="24000">
                <a:schemeClr val="accent1">
                  <a:alpha val="79000"/>
                </a:schemeClr>
              </a:gs>
              <a:gs pos="100000">
                <a:schemeClr val="tx2">
                  <a:alpha val="9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2712053" y="4655882"/>
            <a:ext cx="5151600" cy="245361"/>
          </a:xfrm>
          <a:prstGeom prst="rect">
            <a:avLst/>
          </a:prstGeom>
          <a:noFill/>
        </p:spPr>
        <p:txBody>
          <a:bodyPr anchor="ctr"/>
          <a:lstStyle>
            <a:lvl1pPr algn="l">
              <a:lnSpc>
                <a:spcPct val="110000"/>
              </a:lnSpc>
              <a:buNone/>
              <a:defRPr sz="900" b="1" cap="all" baseline="0">
                <a:solidFill>
                  <a:schemeClr val="tx1"/>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2712053" y="4121781"/>
            <a:ext cx="5151600" cy="327146"/>
          </a:xfrm>
          <a:prstGeom prst="rect">
            <a:avLst/>
          </a:prstGeom>
        </p:spPr>
        <p:txBody>
          <a:bodyPr anchor="ctr"/>
          <a:lstStyle>
            <a:lvl1pPr marL="0" indent="0" algn="l">
              <a:lnSpc>
                <a:spcPct val="110000"/>
              </a:lnSpc>
              <a:buNone/>
              <a:defRPr sz="1200" baseline="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2712053" y="1414683"/>
            <a:ext cx="5151600" cy="2353817"/>
          </a:xfrm>
          <a:prstGeom prst="rect">
            <a:avLst/>
          </a:prstGeom>
        </p:spPr>
        <p:txBody>
          <a:bodyPr anchor="b">
            <a:normAutofit/>
          </a:bodyPr>
          <a:lstStyle>
            <a:lvl1pPr algn="l">
              <a:lnSpc>
                <a:spcPct val="93000"/>
              </a:lnSpc>
              <a:defRPr sz="4050" baseline="0">
                <a:solidFill>
                  <a:schemeClr val="bg1"/>
                </a:solidFill>
                <a:latin typeface="DaunPenh" panose="020B0604020202020204" pitchFamily="2" charset="0"/>
                <a:cs typeface="DaunPenh" panose="020B0604020202020204" pitchFamily="2" charset="0"/>
                <a:sym typeface="Trebuchet MS" panose="020B0603020202020204" pitchFamily="34" charset="0"/>
              </a:defRPr>
            </a:lvl1pPr>
          </a:lstStyle>
          <a:p>
            <a:r>
              <a:rPr lang="en-US" dirty="0"/>
              <a:t>Title in Title Case</a:t>
            </a:r>
          </a:p>
        </p:txBody>
      </p:sp>
      <p:pic>
        <p:nvPicPr>
          <p:cNvPr id="24" name="Image 23" descr="logo SEVEN-01.png">
            <a:extLst>
              <a:ext uri="{FF2B5EF4-FFF2-40B4-BE49-F238E27FC236}">
                <a16:creationId xmlns:a16="http://schemas.microsoft.com/office/drawing/2014/main" id="{DEA8D59C-6EBE-45F1-A887-4E3CDF4D32D3}"/>
              </a:ext>
            </a:extLst>
          </p:cNvPr>
          <p:cNvPicPr>
            <a:picLocks noChangeAspect="1"/>
          </p:cNvPicPr>
          <p:nvPr userDrawn="1"/>
        </p:nvPicPr>
        <p:blipFill>
          <a:blip cstate="print">
            <a:extLst>
              <a:ext uri="{28A0092B-C50C-407E-A947-70E740481C1C}">
                <a14:useLocalDpi xmlns:a14="http://schemas.microsoft.com/office/drawing/2010/main"/>
              </a:ext>
            </a:extLst>
          </a:blip>
          <a:stretch>
            <a:fillRect/>
          </a:stretch>
        </p:blipFill>
        <p:spPr>
          <a:xfrm>
            <a:off x="7242641" y="752133"/>
            <a:ext cx="909733" cy="859156"/>
          </a:xfrm>
          <a:prstGeom prst="rect">
            <a:avLst/>
          </a:prstGeom>
        </p:spPr>
      </p:pic>
    </p:spTree>
    <p:extLst>
      <p:ext uri="{BB962C8B-B14F-4D97-AF65-F5344CB8AC3E}">
        <p14:creationId xmlns:p14="http://schemas.microsoft.com/office/powerpoint/2010/main" val="33001330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5" name="Title 4"/>
          <p:cNvSpPr>
            <a:spLocks noGrp="1"/>
          </p:cNvSpPr>
          <p:nvPr>
            <p:ph type="title" hasCustomPrompt="1"/>
          </p:nvPr>
        </p:nvSpPr>
        <p:spPr>
          <a:xfrm>
            <a:off x="472500" y="467101"/>
            <a:ext cx="81999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372437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472501" y="467101"/>
            <a:ext cx="8200013" cy="353174"/>
          </a:xfrm>
        </p:spPr>
        <p:txBody>
          <a:bodyPr/>
          <a:lstStyle>
            <a:lvl1pPr>
              <a:defRPr sz="255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472051" y="1564222"/>
            <a:ext cx="8200351" cy="3066848"/>
          </a:xfrm>
        </p:spPr>
        <p:txBody>
          <a:bodyPr/>
          <a:lstStyle>
            <a:lvl1pPr>
              <a:lnSpc>
                <a:spcPct val="100000"/>
              </a:lnSpc>
              <a:spcBef>
                <a:spcPts val="0"/>
              </a:spcBef>
              <a:spcAft>
                <a:spcPts val="0"/>
              </a:spcAft>
              <a:defRPr sz="1500"/>
            </a:lvl1pPr>
            <a:lvl2pPr>
              <a:lnSpc>
                <a:spcPct val="100000"/>
              </a:lnSpc>
              <a:spcBef>
                <a:spcPts val="0"/>
              </a:spcBef>
              <a:spcAft>
                <a:spcPts val="0"/>
              </a:spcAft>
              <a:defRPr sz="1500"/>
            </a:lvl2pPr>
            <a:lvl3pPr>
              <a:lnSpc>
                <a:spcPct val="100000"/>
              </a:lnSpc>
              <a:spcBef>
                <a:spcPts val="0"/>
              </a:spcBef>
              <a:spcAft>
                <a:spcPts val="0"/>
              </a:spcAft>
              <a:defRPr sz="1500"/>
            </a:lvl3pPr>
            <a:lvl4pPr>
              <a:lnSpc>
                <a:spcPct val="100000"/>
              </a:lnSpc>
              <a:spcBef>
                <a:spcPts val="0"/>
              </a:spcBef>
              <a:spcAft>
                <a:spcPts val="0"/>
              </a:spcAft>
              <a:defRPr sz="2100"/>
            </a:lvl4pPr>
            <a:lvl5pPr>
              <a:lnSpc>
                <a:spcPct val="100000"/>
              </a:lnSpc>
              <a:spcBef>
                <a:spcPts val="0"/>
              </a:spcBef>
              <a:spcAft>
                <a:spcPts val="0"/>
              </a:spcAft>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1681561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Title 1"/>
          <p:cNvSpPr>
            <a:spLocks noGrp="1"/>
          </p:cNvSpPr>
          <p:nvPr>
            <p:ph type="title" hasCustomPrompt="1"/>
          </p:nvPr>
        </p:nvSpPr>
        <p:spPr bwMode="ltGray">
          <a:xfrm>
            <a:off x="472500" y="1158205"/>
            <a:ext cx="2589300" cy="1121846"/>
          </a:xfrm>
          <a:noFill/>
        </p:spPr>
        <p:txBody>
          <a:bodyPr wrap="square" lIns="0" tIns="0" rIns="320040" bIns="0" anchor="b">
            <a:noAutofit/>
          </a:bodyPr>
          <a:lstStyle>
            <a:lvl1pPr>
              <a:defRPr sz="2400">
                <a:solidFill>
                  <a:schemeClr val="tx2"/>
                </a:solidFill>
                <a:latin typeface="+mj-lt"/>
              </a:defRPr>
            </a:lvl1pPr>
          </a:lstStyle>
          <a:p>
            <a:r>
              <a:rPr lang="en-US" dirty="0"/>
              <a:t>Click to add title</a:t>
            </a: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31025862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963558" y="2001031"/>
            <a:ext cx="7215368" cy="2400770"/>
          </a:xfrm>
          <a:prstGeom prst="rect">
            <a:avLst/>
          </a:prstGeom>
          <a:ln w="9525">
            <a:solidFill>
              <a:schemeClr val="bg1"/>
            </a:solidFill>
          </a:ln>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59" name="Rectangle 58"/>
          <p:cNvSpPr/>
          <p:nvPr userDrawn="1"/>
        </p:nvSpPr>
        <p:spPr bwMode="white">
          <a:xfrm>
            <a:off x="963557" y="1071098"/>
            <a:ext cx="710754" cy="710754"/>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15721226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4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464174" y="2760012"/>
            <a:ext cx="8682228"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5526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7"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6" name="Rectangle 25"/>
          <p:cNvSpPr/>
          <p:nvPr userDrawn="1"/>
        </p:nvSpPr>
        <p:spPr bwMode="white">
          <a:xfrm>
            <a:off x="1" y="0"/>
            <a:ext cx="30596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7"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1014221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3" name="Rectangle 12"/>
          <p:cNvSpPr/>
          <p:nvPr userDrawn="1"/>
        </p:nvSpPr>
        <p:spPr bwMode="white">
          <a:xfrm>
            <a:off x="1" y="0"/>
            <a:ext cx="5378967"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0"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7" name="TextBox 16"/>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3"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000015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1"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2"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14088745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2" name="Rectangle 11"/>
          <p:cNvSpPr/>
          <p:nvPr userDrawn="1"/>
        </p:nvSpPr>
        <p:spPr>
          <a:xfrm>
            <a:off x="4572000" y="0"/>
            <a:ext cx="4572000" cy="51435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3594418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0" name="Rectangle 9"/>
          <p:cNvSpPr/>
          <p:nvPr userDrawn="1"/>
        </p:nvSpPr>
        <p:spPr bwMode="gray">
          <a:xfrm>
            <a:off x="5864659" y="0"/>
            <a:ext cx="327934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5" name="Copyright"/>
          <p:cNvSpPr txBox="1"/>
          <p:nvPr userDrawn="1"/>
        </p:nvSpPr>
        <p:spPr>
          <a:xfrm rot="16200000">
            <a:off x="7115177" y="2937969"/>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4" name="Title 1"/>
          <p:cNvSpPr>
            <a:spLocks noGrp="1"/>
          </p:cNvSpPr>
          <p:nvPr>
            <p:ph type="title" hasCustomPrompt="1"/>
          </p:nvPr>
        </p:nvSpPr>
        <p:spPr bwMode="blackWhite">
          <a:xfrm>
            <a:off x="472500" y="1353488"/>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7766930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5"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7" name="Title 2"/>
          <p:cNvSpPr>
            <a:spLocks noGrp="1"/>
          </p:cNvSpPr>
          <p:nvPr>
            <p:ph type="title" hasCustomPrompt="1"/>
          </p:nvPr>
        </p:nvSpPr>
        <p:spPr>
          <a:xfrm>
            <a:off x="472501" y="2073154"/>
            <a:ext cx="1858979" cy="985733"/>
          </a:xfrm>
          <a:prstGeom prst="rect">
            <a:avLst/>
          </a:prstGeom>
        </p:spPr>
        <p:txBody>
          <a:bodyPr anchor="ctr">
            <a:noAutofit/>
          </a:bodyPr>
          <a:lstStyle>
            <a:lvl1pPr>
              <a:defRPr sz="24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7961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2073154"/>
            <a:ext cx="1858979" cy="985733"/>
          </a:xfrm>
        </p:spPr>
        <p:txBody>
          <a:bodyPr anchor="ctr" anchorCtr="0">
            <a:noAutofit/>
          </a:bodyPr>
          <a:lstStyle>
            <a:lvl1pPr>
              <a:defRPr sz="24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5659310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36884"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5" name="TextBox 4"/>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3" name="Pentagon 3"/>
          <p:cNvSpPr/>
          <p:nvPr userDrawn="1"/>
        </p:nvSpPr>
        <p:spPr bwMode="white">
          <a:xfrm>
            <a:off x="1" y="0"/>
            <a:ext cx="407019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797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485551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Pentagon 8"/>
          <p:cNvSpPr/>
          <p:nvPr userDrawn="1"/>
        </p:nvSpPr>
        <p:spPr bwMode="white">
          <a:xfrm>
            <a:off x="1" y="0"/>
            <a:ext cx="477266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418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869648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1103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2078226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8"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019426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41788828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37908" name="Diapositive think-cell" r:id="rId4" imgW="324" imgH="324" progId="TCLayout.ActiveDocument.1">
                  <p:embed/>
                </p:oleObj>
              </mc:Choice>
              <mc:Fallback>
                <p:oleObj name="Diapositive think-cell" r:id="rId4" imgW="324" imgH="32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7" name="Picture 6"/>
          <p:cNvPicPr>
            <a:picLocks noChangeAspect="1"/>
          </p:cNvPicPr>
          <p:nvPr userDrawn="1"/>
        </p:nvPicPr>
        <p:blipFill rotWithShape="1">
          <a:blip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6048285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4" name="Title 3"/>
          <p:cNvSpPr>
            <a:spLocks noGrp="1"/>
          </p:cNvSpPr>
          <p:nvPr>
            <p:ph type="title" hasCustomPrompt="1"/>
          </p:nvPr>
        </p:nvSpPr>
        <p:spPr>
          <a:xfrm>
            <a:off x="472500" y="467101"/>
            <a:ext cx="8199900" cy="353174"/>
          </a:xfrm>
        </p:spPr>
        <p:txBody>
          <a:bodyPr/>
          <a:lstStyle>
            <a:lvl1pPr>
              <a:defRPr sz="255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383189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32420894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884312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38932" name="Diapositive think-cell" r:id="rId4" imgW="384" imgH="384" progId="TCLayout.ActiveDocument.1">
                  <p:embed/>
                </p:oleObj>
              </mc:Choice>
              <mc:Fallback>
                <p:oleObj name="Diapositive think-cell" r:id="rId4" imgW="384" imgH="38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pic>
        <p:nvPicPr>
          <p:cNvPr id="9" name="Picture 8" descr="A picture containing person&#10;&#10;Description automatically generated">
            <a:extLst>
              <a:ext uri="{FF2B5EF4-FFF2-40B4-BE49-F238E27FC236}">
                <a16:creationId xmlns:a16="http://schemas.microsoft.com/office/drawing/2014/main" id="{556D4492-000B-4D82-BE09-85D7601E7C43}"/>
              </a:ext>
            </a:extLst>
          </p:cNvPr>
          <p:cNvPicPr>
            <a:picLocks/>
          </p:cNvPicPr>
          <p:nvPr userDrawn="1"/>
        </p:nvPicPr>
        <p:blipFill>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SEVEN.com</a:t>
            </a:r>
          </a:p>
        </p:txBody>
      </p:sp>
    </p:spTree>
    <p:extLst>
      <p:ext uri="{BB962C8B-B14F-4D97-AF65-F5344CB8AC3E}">
        <p14:creationId xmlns:p14="http://schemas.microsoft.com/office/powerpoint/2010/main" val="1524333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39956" name="Diapositive think-cell" r:id="rId6" imgW="384" imgH="384" progId="TCLayout.ActiveDocument.1">
                  <p:embed/>
                </p:oleObj>
              </mc:Choice>
              <mc:Fallback>
                <p:oleObj name="Diapositive think-cell" r:id="rId6" imgW="384" imgH="384" progId="TCLayout.ActiveDocument.1">
                  <p:embed/>
                  <p:pic>
                    <p:nvPicPr>
                      <p:cNvPr id="3" name="Object 2" hidden="1"/>
                      <p:cNvPicPr/>
                      <p:nvPr/>
                    </p:nvPicPr>
                    <p:blipFill>
                      <a:blip/>
                      <a:stretch>
                        <a:fillRect/>
                      </a:stretch>
                    </p:blipFill>
                    <p:spPr>
                      <a:xfrm>
                        <a:off x="1192" y="1192"/>
                        <a:ext cx="1191" cy="1191"/>
                      </a:xfrm>
                      <a:prstGeom prst="rect">
                        <a:avLst/>
                      </a:prstGeom>
                    </p:spPr>
                  </p:pic>
                </p:oleObj>
              </mc:Fallback>
            </mc:AlternateContent>
          </a:graphicData>
        </a:graphic>
      </p:graphicFrame>
      <p:sp>
        <p:nvSpPr>
          <p:cNvPr id="2" name="Rectangle 1"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93000"/>
              </a:lnSpc>
              <a:spcBef>
                <a:spcPct val="0"/>
              </a:spcBef>
              <a:spcAft>
                <a:spcPct val="0"/>
              </a:spcAft>
              <a:buClrTx/>
              <a:buSzTx/>
              <a:buFontTx/>
              <a:buNone/>
              <a:tabLst/>
              <a:defRPr/>
            </a:pPr>
            <a:endParaRPr kumimoji="0" lang="en-US" sz="405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8" name="Picture 17"/>
          <p:cNvPicPr>
            <a:picLocks noChangeAspect="1"/>
          </p:cNvPicPr>
          <p:nvPr userDrawn="1"/>
        </p:nvPicPr>
        <p:blipFill rotWithShape="1">
          <a:blip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pic>
        <p:nvPicPr>
          <p:cNvPr id="16" name="TitleAndEndImages">
            <a:extLst>
              <a:ext uri="{FF2B5EF4-FFF2-40B4-BE49-F238E27FC236}">
                <a16:creationId xmlns:a16="http://schemas.microsoft.com/office/drawing/2014/main" id="{F9914E51-7D9C-4889-BF5B-943C11606E06}"/>
              </a:ext>
            </a:extLst>
          </p:cNvPr>
          <p:cNvPicPr>
            <a:picLocks noChangeAspect="1"/>
          </p:cNvPicPr>
          <p:nvPr userDrawn="1">
            <p:custDataLst>
              <p:tags r:id="rId4"/>
            </p:custDataLst>
          </p:nvPr>
        </p:nvPicPr>
        <p:blipFill rotWithShape="1">
          <a:blip cstate="print">
            <a:extLst>
              <a:ext uri="{28A0092B-C50C-407E-A947-70E740481C1C}">
                <a14:useLocalDpi xmlns:a14="http://schemas.microsoft.com/office/drawing/2010/main"/>
              </a:ext>
            </a:extLst>
          </a:blip>
          <a:srcRect/>
          <a:stretch/>
        </p:blipFill>
        <p:spPr>
          <a:xfrm>
            <a:off x="0" y="-22485"/>
            <a:ext cx="9144000" cy="3957638"/>
          </a:xfrm>
          <a:prstGeom prst="rect">
            <a:avLst/>
          </a:prstGeom>
        </p:spPr>
      </p:pic>
      <p:sp>
        <p:nvSpPr>
          <p:cNvPr id="20" name="Picture Placeholder 8"/>
          <p:cNvSpPr>
            <a:spLocks noGrp="1"/>
          </p:cNvSpPr>
          <p:nvPr>
            <p:ph type="pic" sz="quarter" idx="13" hasCustomPrompt="1"/>
          </p:nvPr>
        </p:nvSpPr>
        <p:spPr>
          <a:xfrm>
            <a:off x="7024922"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838061" y="4121781"/>
            <a:ext cx="5151600" cy="327146"/>
          </a:xfrm>
          <a:prstGeom prst="rect">
            <a:avLst/>
          </a:prstGeom>
        </p:spPr>
        <p:txBody>
          <a:bodyPr anchor="ctr"/>
          <a:lstStyle>
            <a:lvl1pPr marL="0" indent="0" algn="l">
              <a:lnSpc>
                <a:spcPct val="110000"/>
              </a:lnSpc>
              <a:buNone/>
              <a:defRPr sz="120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838061" y="1414683"/>
            <a:ext cx="5151600" cy="2353817"/>
          </a:xfrm>
        </p:spPr>
        <p:txBody>
          <a:bodyPr anchor="b">
            <a:normAutofit/>
          </a:bodyPr>
          <a:lstStyle>
            <a:lvl1pPr algn="l">
              <a:lnSpc>
                <a:spcPct val="93000"/>
              </a:lnSpc>
              <a:defRPr sz="405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378638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8" name="Title 7"/>
          <p:cNvSpPr>
            <a:spLocks noGrp="1"/>
          </p:cNvSpPr>
          <p:nvPr>
            <p:ph type="title" hasCustomPrompt="1"/>
          </p:nvPr>
        </p:nvSpPr>
        <p:spPr>
          <a:xfrm>
            <a:off x="472501" y="467102"/>
            <a:ext cx="8200013" cy="2492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702209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472050" y="1564221"/>
            <a:ext cx="8200463" cy="3054732"/>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225004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7" name="Rectangle 6"/>
          <p:cNvSpPr/>
          <p:nvPr userDrawn="1"/>
        </p:nvSpPr>
        <p:spPr bwMode="white">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8" name="Subtitle 2"/>
          <p:cNvSpPr>
            <a:spLocks noGrp="1"/>
          </p:cNvSpPr>
          <p:nvPr>
            <p:ph type="subTitle" idx="13" hasCustomPrompt="1"/>
          </p:nvPr>
        </p:nvSpPr>
        <p:spPr>
          <a:xfrm>
            <a:off x="472500" y="1619242"/>
            <a:ext cx="2808000" cy="406265"/>
          </a:xfrm>
          <a:prstGeom prst="rect">
            <a:avLst/>
          </a:prstGeom>
        </p:spPr>
        <p:txBody>
          <a:bodyPr>
            <a:noAutofit/>
          </a:bodyPr>
          <a:lstStyle>
            <a:lvl1pPr marL="0" indent="0" algn="l">
              <a:buNone/>
              <a:defRPr sz="1200">
                <a:solidFill>
                  <a:schemeClr val="tx2"/>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add subtitle</a:t>
            </a:r>
          </a:p>
        </p:txBody>
      </p:sp>
      <p:sp>
        <p:nvSpPr>
          <p:cNvPr id="9" name="Title 4"/>
          <p:cNvSpPr>
            <a:spLocks noGrp="1"/>
          </p:cNvSpPr>
          <p:nvPr>
            <p:ph type="title" hasCustomPrompt="1"/>
          </p:nvPr>
        </p:nvSpPr>
        <p:spPr>
          <a:xfrm>
            <a:off x="472500" y="920286"/>
            <a:ext cx="2808000" cy="498598"/>
          </a:xfrm>
        </p:spPr>
        <p:txBody>
          <a:bodyPr anchor="t">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1199384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8" name="Title 1"/>
          <p:cNvSpPr>
            <a:spLocks noGrp="1"/>
          </p:cNvSpPr>
          <p:nvPr>
            <p:ph type="title" hasCustomPrompt="1"/>
          </p:nvPr>
        </p:nvSpPr>
        <p:spPr bwMode="blackWhite">
          <a:xfrm>
            <a:off x="963558" y="2001031"/>
            <a:ext cx="7215368" cy="2400770"/>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960521" y="1068062"/>
            <a:ext cx="713791" cy="71379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4094600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472501" y="2760012"/>
            <a:ext cx="8668940"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700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8"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24" name="Rectangle 23"/>
          <p:cNvSpPr/>
          <p:nvPr userDrawn="1"/>
        </p:nvSpPr>
        <p:spPr bwMode="white">
          <a:xfrm>
            <a:off x="1" y="0"/>
            <a:ext cx="305963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5"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833500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4" name="Rectangle 13"/>
          <p:cNvSpPr/>
          <p:nvPr userDrawn="1"/>
        </p:nvSpPr>
        <p:spPr bwMode="white">
          <a:xfrm>
            <a:off x="1" y="0"/>
            <a:ext cx="53789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8"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2" name="Title 1"/>
          <p:cNvSpPr>
            <a:spLocks noGrp="1"/>
          </p:cNvSpPr>
          <p:nvPr>
            <p:ph type="title" hasCustomPrompt="1"/>
          </p:nvPr>
        </p:nvSpPr>
        <p:spPr>
          <a:xfrm>
            <a:off x="472501" y="467102"/>
            <a:ext cx="470739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010294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6771936" y="0"/>
            <a:ext cx="312713" cy="5143500"/>
          </a:xfrm>
          <a:prstGeom prst="rect">
            <a:avLst/>
          </a:prstGeom>
        </p:spPr>
      </p:pic>
      <p:sp>
        <p:nvSpPr>
          <p:cNvPr id="10" name="Rectangle 9"/>
          <p:cNvSpPr/>
          <p:nvPr userDrawn="1"/>
        </p:nvSpPr>
        <p:spPr bwMode="white">
          <a:xfrm>
            <a:off x="0" y="0"/>
            <a:ext cx="6775704"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6076188"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546392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4"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5"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3536951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1" name="Rectangle 10"/>
          <p:cNvSpPr/>
          <p:nvPr userDrawn="1"/>
        </p:nvSpPr>
        <p:spPr>
          <a:xfrm>
            <a:off x="4572000" y="0"/>
            <a:ext cx="4572000" cy="51435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2"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70471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1" name="Rectangle 10"/>
          <p:cNvSpPr/>
          <p:nvPr userDrawn="1"/>
        </p:nvSpPr>
        <p:spPr bwMode="gray">
          <a:xfrm>
            <a:off x="5864659" y="0"/>
            <a:ext cx="327934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2"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itle 1"/>
          <p:cNvSpPr>
            <a:spLocks noGrp="1"/>
          </p:cNvSpPr>
          <p:nvPr>
            <p:ph type="title" hasCustomPrompt="1"/>
          </p:nvPr>
        </p:nvSpPr>
        <p:spPr bwMode="black">
          <a:xfrm>
            <a:off x="473202" y="1339200"/>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14070466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0980"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2"/>
          <p:cNvSpPr>
            <a:spLocks noGrp="1"/>
          </p:cNvSpPr>
          <p:nvPr>
            <p:ph type="title" hasCustomPrompt="1"/>
          </p:nvPr>
        </p:nvSpPr>
        <p:spPr>
          <a:xfrm>
            <a:off x="472501" y="2073154"/>
            <a:ext cx="1858979" cy="985733"/>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38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5" name="Title 4"/>
          <p:cNvSpPr>
            <a:spLocks noGrp="1"/>
          </p:cNvSpPr>
          <p:nvPr>
            <p:ph type="title" hasCustomPrompt="1"/>
          </p:nvPr>
        </p:nvSpPr>
        <p:spPr>
          <a:xfrm>
            <a:off x="472501" y="2073154"/>
            <a:ext cx="1858979" cy="985733"/>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9920555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9" name="Pentagon 3"/>
          <p:cNvSpPr/>
          <p:nvPr userDrawn="1"/>
        </p:nvSpPr>
        <p:spPr bwMode="white">
          <a:xfrm>
            <a:off x="1" y="0"/>
            <a:ext cx="407019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3999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32686262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805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7857439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349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7615860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0" name="TextBox 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4836661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414092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2004" name="Diapositive think-cell" r:id="rId4" imgW="384" imgH="384" progId="TCLayout.ActiveDocument.1">
                  <p:embed/>
                </p:oleObj>
              </mc:Choice>
              <mc:Fallback>
                <p:oleObj name="Diapositive think-cell" r:id="rId4" imgW="384" imgH="38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pic>
        <p:nvPicPr>
          <p:cNvPr id="7" name="Picture 6"/>
          <p:cNvPicPr>
            <a:picLocks noChangeAspect="1"/>
          </p:cNvPicPr>
          <p:nvPr userDrawn="1"/>
        </p:nvPicPr>
        <p:blipFill rotWithShape="1">
          <a:blip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40984602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extBox 19"/>
          <p:cNvSpPr txBox="1"/>
          <p:nvPr userDrawn="1"/>
        </p:nvSpPr>
        <p:spPr>
          <a:xfrm>
            <a:off x="472500" y="1933484"/>
            <a:ext cx="2114550" cy="1321259"/>
          </a:xfrm>
          <a:prstGeom prst="rect">
            <a:avLst/>
          </a:prstGeom>
          <a:noFill/>
        </p:spPr>
        <p:txBody>
          <a:bodyPr wrap="square" lIns="0" tIns="0" rIns="0" bIns="0" rtlCol="0" anchor="ctr">
            <a:spAutoFit/>
          </a:bodyPr>
          <a:lstStyle/>
          <a:p>
            <a:pPr marL="0" marR="0" lvl="0" indent="0" algn="l" defTabSz="685800" rtl="0" eaLnBrk="1" fontAlgn="auto" latinLnBrk="0" hangingPunct="1">
              <a:lnSpc>
                <a:spcPct val="106000"/>
              </a:lnSpc>
              <a:spcBef>
                <a:spcPts val="0"/>
              </a:spcBef>
              <a:spcAft>
                <a:spcPts val="525"/>
              </a:spcAft>
              <a:buClrTx/>
              <a:buSzTx/>
              <a:buFontTx/>
              <a:buNone/>
              <a:tabLst/>
              <a:defRPr/>
            </a:pPr>
            <a:r>
              <a:rPr kumimoji="0" lang="en-US" sz="4050" b="0" i="0" u="none" strike="noStrike" kern="1200" cap="none" spc="0" normalizeH="0" baseline="0" noProof="0" dirty="0">
                <a:ln>
                  <a:noFill/>
                </a:ln>
                <a:solidFill>
                  <a:srgbClr val="39302A"/>
                </a:solidFill>
                <a:effectLst/>
                <a:uLnTx/>
                <a:uFillTx/>
                <a:latin typeface="Trebuchet MS"/>
                <a:ea typeface="+mn-ea"/>
                <a:cs typeface="+mn-cs"/>
                <a:sym typeface="Trebuchet MS" panose="020B0603020202020204" pitchFamily="34" charset="0"/>
              </a:rPr>
              <a:t>Table of contents</a:t>
            </a:r>
          </a:p>
        </p:txBody>
      </p:sp>
      <p:sp>
        <p:nvSpPr>
          <p:cNvPr id="15"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8693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1" name="TextBox 10"/>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6991575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1589804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3028" name="Diapositive think-cell" r:id="rId5" imgW="384" imgH="384" progId="TCLayout.ActiveDocument.1">
                  <p:embed/>
                </p:oleObj>
              </mc:Choice>
              <mc:Fallback>
                <p:oleObj name="Diapositive think-cell" r:id="rId5" imgW="384" imgH="38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pic>
        <p:nvPicPr>
          <p:cNvPr id="7" name="TitleAndEndImages">
            <a:extLst>
              <a:ext uri="{FF2B5EF4-FFF2-40B4-BE49-F238E27FC236}">
                <a16:creationId xmlns:a16="http://schemas.microsoft.com/office/drawing/2014/main" id="{5D1A33BC-588E-4C5A-9BCE-9C5AA9C9ABB3}"/>
              </a:ext>
            </a:extLst>
          </p:cNvPr>
          <p:cNvPicPr>
            <a:picLocks noChangeAspect="1"/>
          </p:cNvPicPr>
          <p:nvPr userDrawn="1">
            <p:custDataLst>
              <p:tags r:id="rId3"/>
            </p:custDataLst>
          </p:nvPr>
        </p:nvPicPr>
        <p:blipFill>
          <a:blip>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SEVEN.com</a:t>
            </a:r>
          </a:p>
        </p:txBody>
      </p:sp>
    </p:spTree>
    <p:extLst>
      <p:ext uri="{BB962C8B-B14F-4D97-AF65-F5344CB8AC3E}">
        <p14:creationId xmlns:p14="http://schemas.microsoft.com/office/powerpoint/2010/main" val="2823631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4052" name="Diapositive think-cell" r:id="rId5" imgW="270" imgH="270" progId="TCLayout.ActiveDocument.1">
                  <p:embed/>
                </p:oleObj>
              </mc:Choice>
              <mc:Fallback>
                <p:oleObj name="Diapositive think-cell" r:id="rId5" imgW="270" imgH="270" progId="TCLayout.ActiveDocument.1">
                  <p:embed/>
                  <p:pic>
                    <p:nvPicPr>
                      <p:cNvPr id="3" name="Object 2"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11" name="Rectangle 10"/>
          <p:cNvSpPr/>
          <p:nvPr userDrawn="1"/>
        </p:nvSpPr>
        <p:spPr bwMode="invGray">
          <a:xfrm>
            <a:off x="1041110" y="3518391"/>
            <a:ext cx="697003" cy="746906"/>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12" name="Rectangle 11"/>
          <p:cNvSpPr/>
          <p:nvPr userDrawn="1">
            <p:custDataLst>
              <p:tags r:id="rId3"/>
            </p:custDataLst>
          </p:nvPr>
        </p:nvSpPr>
        <p:spPr>
          <a:xfrm>
            <a:off x="1882112" y="3518390"/>
            <a:ext cx="1177614" cy="1101132"/>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 name="TextBox 1"/>
          <p:cNvSpPr txBox="1"/>
          <p:nvPr userDrawn="1"/>
        </p:nvSpPr>
        <p:spPr>
          <a:xfrm>
            <a:off x="472500" y="680401"/>
            <a:ext cx="2586600" cy="915351"/>
          </a:xfrm>
          <a:prstGeom prst="rect">
            <a:avLst/>
          </a:prstGeom>
          <a:noFill/>
          <a:ln>
            <a:solidFill>
              <a:schemeClr val="bg1"/>
            </a:solidFill>
          </a:ln>
        </p:spPr>
        <p:txBody>
          <a:bodyPr wrap="square" lIns="459000" tIns="35100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endParaRPr kumimoji="0" lang="en-US" sz="405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 name="TextBox 1"/>
          <p:cNvSpPr txBox="1"/>
          <p:nvPr userDrawn="1"/>
        </p:nvSpPr>
        <p:spPr>
          <a:xfrm>
            <a:off x="824407" y="836562"/>
            <a:ext cx="1882247" cy="684418"/>
          </a:xfrm>
          <a:prstGeom prst="rect">
            <a:avLst/>
          </a:prstGeom>
          <a:noFill/>
        </p:spPr>
        <p:txBody>
          <a:bodyPr wrap="none" rtlCol="0">
            <a:spAutoFit/>
          </a:bodyPr>
          <a:lstStyle/>
          <a:p>
            <a:pPr marL="0" marR="0" lvl="0" indent="0" algn="ctr" defTabSz="685800" rtl="0" eaLnBrk="1" fontAlgn="auto" latinLnBrk="0" hangingPunct="1">
              <a:lnSpc>
                <a:spcPct val="95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41086524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5076"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10" name="Rectangle 9"/>
          <p:cNvSpPr/>
          <p:nvPr userDrawn="1"/>
        </p:nvSpPr>
        <p:spPr bwMode="white">
          <a:xfrm>
            <a:off x="963557" y="1071098"/>
            <a:ext cx="710754" cy="71075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3" name="Rectangle 12"/>
          <p:cNvSpPr/>
          <p:nvPr userDrawn="1"/>
        </p:nvSpPr>
        <p:spPr>
          <a:xfrm>
            <a:off x="963900" y="2000700"/>
            <a:ext cx="7214400" cy="24003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2332371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6100"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10"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550" b="0"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sym typeface="Trebuchet MS" panose="020B0603020202020204" pitchFamily="34" charset="0"/>
              </a:rPr>
              <a:t>Agenda</a:t>
            </a:r>
          </a:p>
        </p:txBody>
      </p:sp>
      <p:cxnSp>
        <p:nvCxnSpPr>
          <p:cNvPr id="13" name="Straight Connector 12"/>
          <p:cNvCxnSpPr/>
          <p:nvPr userDrawn="1"/>
        </p:nvCxnSpPr>
        <p:spPr bwMode="white">
          <a:xfrm>
            <a:off x="464174" y="904500"/>
            <a:ext cx="8682228"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9440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7124"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TextBox 16"/>
          <p:cNvSpPr txBox="1"/>
          <p:nvPr userDrawn="1"/>
        </p:nvSpPr>
        <p:spPr>
          <a:xfrm>
            <a:off x="472502" y="2405788"/>
            <a:ext cx="1160357" cy="332399"/>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27425064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8148" name="Diapositive think-cell" r:id="rId5" imgW="270" imgH="270" progId="TCLayout.ActiveDocument.1">
                  <p:embed/>
                </p:oleObj>
              </mc:Choice>
              <mc:Fallback>
                <p:oleObj name="Diapositive think-cell" r:id="rId5" imgW="270" imgH="270"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8" name="Rectangle 7"/>
          <p:cNvSpPr/>
          <p:nvPr userDrawn="1"/>
        </p:nvSpPr>
        <p:spPr bwMode="invGray">
          <a:xfrm>
            <a:off x="1041110" y="3518391"/>
            <a:ext cx="697003" cy="746906"/>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10" name="Rectangle 9"/>
          <p:cNvSpPr/>
          <p:nvPr userDrawn="1">
            <p:custDataLst>
              <p:tags r:id="rId3"/>
            </p:custDataLst>
          </p:nvPr>
        </p:nvSpPr>
        <p:spPr>
          <a:xfrm>
            <a:off x="1882112" y="3518390"/>
            <a:ext cx="1177614" cy="1101132"/>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1" name="TextBox 10"/>
          <p:cNvSpPr txBox="1"/>
          <p:nvPr userDrawn="1"/>
        </p:nvSpPr>
        <p:spPr>
          <a:xfrm>
            <a:off x="472500" y="680400"/>
            <a:ext cx="2586600" cy="915351"/>
          </a:xfrm>
          <a:prstGeom prst="rect">
            <a:avLst/>
          </a:prstGeom>
          <a:noFill/>
          <a:ln>
            <a:solidFill>
              <a:schemeClr val="accent4"/>
            </a:solidFill>
          </a:ln>
        </p:spPr>
        <p:txBody>
          <a:bodyPr wrap="square" lIns="459000" tIns="35100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endParaRPr kumimoji="0" lang="en-US" sz="4050" b="0" i="0" u="none" strike="noStrike" kern="1200" cap="none" spc="0" normalizeH="0" baseline="0" noProof="0" dirty="0">
              <a:ln>
                <a:noFill/>
              </a:ln>
              <a:solidFill>
                <a:srgbClr val="EC7016"/>
              </a:solidFill>
              <a:effectLst/>
              <a:uLnTx/>
              <a:uFillTx/>
              <a:latin typeface="Trebuchet MS"/>
              <a:ea typeface="+mn-ea"/>
              <a:cs typeface="+mn-cs"/>
            </a:endParaRPr>
          </a:p>
        </p:txBody>
      </p:sp>
      <p:sp>
        <p:nvSpPr>
          <p:cNvPr id="9" name="TextBox 1"/>
          <p:cNvSpPr txBox="1"/>
          <p:nvPr userDrawn="1"/>
        </p:nvSpPr>
        <p:spPr>
          <a:xfrm>
            <a:off x="824407" y="836562"/>
            <a:ext cx="1882247" cy="684418"/>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685800" rtl="0" eaLnBrk="1" fontAlgn="auto" latinLnBrk="0" hangingPunct="1">
              <a:lnSpc>
                <a:spcPct val="95000"/>
              </a:lnSpc>
              <a:spcBef>
                <a:spcPts val="0"/>
              </a:spcBef>
              <a:spcAft>
                <a:spcPts val="0"/>
              </a:spcAft>
              <a:buClrTx/>
              <a:buSzTx/>
              <a:buFontTx/>
              <a:buNone/>
              <a:tabLst/>
              <a:defRPr/>
            </a:pPr>
            <a:r>
              <a:rPr kumimoji="0" lang="en-US" sz="4050" b="0" i="0" u="none" strike="noStrike" kern="1200" cap="none" spc="0" normalizeH="0" baseline="0" noProof="0" dirty="0">
                <a:ln>
                  <a:noFill/>
                </a:ln>
                <a:solidFill>
                  <a:srgbClr val="EC7016"/>
                </a:solidFill>
                <a:effectLst/>
                <a:uLnTx/>
                <a:uFillTx/>
                <a:latin typeface="Trebuchet MS"/>
                <a:ea typeface="+mn-ea"/>
                <a:cs typeface="+mn-cs"/>
              </a:rPr>
              <a:t>Agenda</a:t>
            </a:r>
          </a:p>
        </p:txBody>
      </p:sp>
    </p:spTree>
    <p:extLst>
      <p:ext uri="{BB962C8B-B14F-4D97-AF65-F5344CB8AC3E}">
        <p14:creationId xmlns:p14="http://schemas.microsoft.com/office/powerpoint/2010/main" val="1405935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917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8" name="Rectangle 7"/>
          <p:cNvSpPr/>
          <p:nvPr userDrawn="1"/>
        </p:nvSpPr>
        <p:spPr bwMode="white">
          <a:xfrm>
            <a:off x="963557" y="1071098"/>
            <a:ext cx="710754" cy="71075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a:xfrm>
            <a:off x="963900" y="2000700"/>
            <a:ext cx="7214400" cy="24003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4365369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0196"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7"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550" b="0" i="0" u="none" strike="noStrike" kern="1200" cap="none" spc="0" normalizeH="0" baseline="0" noProof="0" dirty="0">
                <a:ln>
                  <a:noFill/>
                </a:ln>
                <a:solidFill>
                  <a:srgbClr val="EC7016"/>
                </a:solidFill>
                <a:effectLst/>
                <a:uLnTx/>
                <a:uFillTx/>
                <a:latin typeface="Trebuchet MS" panose="020B0603020202020204" pitchFamily="34" charset="0"/>
                <a:ea typeface="+mj-ea"/>
                <a:cs typeface="+mj-cs"/>
                <a:sym typeface="Trebuchet MS" panose="020B0603020202020204" pitchFamily="34" charset="0"/>
              </a:rPr>
              <a:t>Agenda</a:t>
            </a:r>
          </a:p>
        </p:txBody>
      </p:sp>
      <p:cxnSp>
        <p:nvCxnSpPr>
          <p:cNvPr id="9" name="Straight Connector 8"/>
          <p:cNvCxnSpPr/>
          <p:nvPr userDrawn="1"/>
        </p:nvCxnSpPr>
        <p:spPr bwMode="white">
          <a:xfrm>
            <a:off x="464174" y="904500"/>
            <a:ext cx="8682228"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0346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122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23" name="Picture 22"/>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0" name="TextBox 9"/>
          <p:cNvSpPr txBox="1"/>
          <p:nvPr userDrawn="1"/>
        </p:nvSpPr>
        <p:spPr>
          <a:xfrm>
            <a:off x="472502" y="2446610"/>
            <a:ext cx="870785" cy="249299"/>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170495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2244"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20" name="TextBox 19"/>
          <p:cNvSpPr txBox="1"/>
          <p:nvPr userDrawn="1"/>
        </p:nvSpPr>
        <p:spPr>
          <a:xfrm>
            <a:off x="472500" y="1933484"/>
            <a:ext cx="2114550" cy="1321259"/>
          </a:xfrm>
          <a:prstGeom prst="rect">
            <a:avLst/>
          </a:prstGeom>
          <a:noFill/>
        </p:spPr>
        <p:txBody>
          <a:bodyPr wrap="square" lIns="0" tIns="0" rIns="0" bIns="0" rtlCol="0" anchor="ctr">
            <a:spAutoFit/>
          </a:bodyPr>
          <a:lstStyle/>
          <a:p>
            <a:pPr marL="0" marR="0" lvl="0" indent="0" algn="l" defTabSz="685800" rtl="0" eaLnBrk="1" fontAlgn="auto" latinLnBrk="0" hangingPunct="1">
              <a:lnSpc>
                <a:spcPct val="106000"/>
              </a:lnSpc>
              <a:spcBef>
                <a:spcPts val="0"/>
              </a:spcBef>
              <a:spcAft>
                <a:spcPts val="525"/>
              </a:spcAft>
              <a:buClrTx/>
              <a:buSzTx/>
              <a:buFontTx/>
              <a:buNone/>
              <a:tabLst/>
              <a:defRPr/>
            </a:pPr>
            <a:r>
              <a:rPr kumimoji="0" lang="en-US" sz="4050" b="0" i="0" u="none" strike="noStrike" kern="1200" cap="none" spc="0" normalizeH="0" baseline="0" noProof="0" dirty="0">
                <a:ln>
                  <a:noFill/>
                </a:ln>
                <a:solidFill>
                  <a:srgbClr val="39302A"/>
                </a:solidFill>
                <a:effectLst/>
                <a:uLnTx/>
                <a:uFillTx/>
                <a:latin typeface="Trebuchet MS" panose="020B0603020202020204" pitchFamily="34" charset="0"/>
                <a:ea typeface="+mn-ea"/>
                <a:cs typeface="+mn-cs"/>
                <a:sym typeface="Trebuchet MS" panose="020B0603020202020204" pitchFamily="34" charset="0"/>
              </a:rPr>
              <a:t>Table of contents</a:t>
            </a: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258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01_Basic_without content_one-line title">
    <p:spTree>
      <p:nvGrpSpPr>
        <p:cNvPr id="1" name=""/>
        <p:cNvGrpSpPr/>
        <p:nvPr/>
      </p:nvGrpSpPr>
      <p:grpSpPr>
        <a:xfrm>
          <a:off x="0" y="0"/>
          <a:ext cx="0" cy="0"/>
          <a:chOff x="0" y="0"/>
          <a:chExt cx="0" cy="0"/>
        </a:xfrm>
      </p:grpSpPr>
      <p:sp>
        <p:nvSpPr>
          <p:cNvPr id="9" name="Espace réservé du texte 4"/>
          <p:cNvSpPr>
            <a:spLocks noGrp="1"/>
          </p:cNvSpPr>
          <p:nvPr>
            <p:ph type="body" sz="quarter" idx="35"/>
          </p:nvPr>
        </p:nvSpPr>
        <p:spPr>
          <a:xfrm>
            <a:off x="253449" y="692036"/>
            <a:ext cx="8575241" cy="205409"/>
          </a:xfrm>
          <a:prstGeom prst="rect">
            <a:avLst/>
          </a:prstGeom>
        </p:spPr>
        <p:txBody>
          <a:bodyPr anchor="t" anchorCtr="0"/>
          <a:lstStyle>
            <a:lvl1pPr marL="0" marR="0" indent="0" algn="l" defTabSz="685783" rtl="0" eaLnBrk="1" fontAlgn="auto" latinLnBrk="0" hangingPunct="1">
              <a:lnSpc>
                <a:spcPct val="90000"/>
              </a:lnSpc>
              <a:spcBef>
                <a:spcPts val="750"/>
              </a:spcBef>
              <a:spcAft>
                <a:spcPts val="0"/>
              </a:spcAft>
              <a:buClrTx/>
              <a:buSzTx/>
              <a:buFont typeface="Arial" panose="020B0604020202020204" pitchFamily="34" charset="0"/>
              <a:buNone/>
              <a:tabLst/>
              <a:defRPr lang="fr-FR" sz="1200" b="0" kern="1200" dirty="0">
                <a:solidFill>
                  <a:schemeClr val="tx1"/>
                </a:solidFill>
                <a:latin typeface="Arial"/>
                <a:ea typeface="Arial" charset="0"/>
                <a:cs typeface="Arial"/>
              </a:defRPr>
            </a:lvl1pPr>
            <a:lvl2pPr>
              <a:defRPr sz="1800">
                <a:latin typeface="Poppins"/>
              </a:defRPr>
            </a:lvl2pPr>
            <a:lvl3pPr>
              <a:defRPr sz="1800">
                <a:latin typeface="Poppins"/>
              </a:defRPr>
            </a:lvl3pPr>
            <a:lvl4pPr>
              <a:defRPr sz="1800">
                <a:latin typeface="Poppins"/>
              </a:defRPr>
            </a:lvl4pPr>
            <a:lvl5pPr>
              <a:defRPr sz="1800">
                <a:latin typeface="Poppins"/>
              </a:defRPr>
            </a:lvl5pPr>
          </a:lstStyle>
          <a:p>
            <a:pPr lvl="0"/>
            <a:r>
              <a:rPr lang="fr-FR"/>
              <a:t>Cliquez pour modifier les styles du texte du masque</a:t>
            </a:r>
          </a:p>
        </p:txBody>
      </p:sp>
      <p:sp>
        <p:nvSpPr>
          <p:cNvPr id="11" name="Espace réservé du texte 6"/>
          <p:cNvSpPr>
            <a:spLocks noGrp="1"/>
          </p:cNvSpPr>
          <p:nvPr>
            <p:ph type="body" sz="quarter" idx="10"/>
          </p:nvPr>
        </p:nvSpPr>
        <p:spPr>
          <a:xfrm>
            <a:off x="253451" y="423018"/>
            <a:ext cx="8575239" cy="269018"/>
          </a:xfrm>
          <a:prstGeom prst="rect">
            <a:avLst/>
          </a:prstGeom>
        </p:spPr>
        <p:txBody>
          <a:bodyPr anchor="t" anchorCtr="0"/>
          <a:lstStyle>
            <a:lvl1pPr marL="0" indent="0">
              <a:buNone/>
              <a:defRPr sz="1650" b="1" cap="all" spc="-113" baseline="0">
                <a:latin typeface="+mj-lt"/>
              </a:defRPr>
            </a:lvl1pPr>
          </a:lstStyle>
          <a:p>
            <a:pPr lvl="0"/>
            <a:r>
              <a:rPr lang="fr-FR"/>
              <a:t>Cliquez pour modifier les styles du texte du masque</a:t>
            </a:r>
          </a:p>
        </p:txBody>
      </p:sp>
      <p:sp>
        <p:nvSpPr>
          <p:cNvPr id="4" name="Espace réservé du pied de page 1">
            <a:extLst>
              <a:ext uri="{FF2B5EF4-FFF2-40B4-BE49-F238E27FC236}">
                <a16:creationId xmlns:a16="http://schemas.microsoft.com/office/drawing/2014/main" id="{35FC5623-A634-AF06-3382-F267200F3AEE}"/>
              </a:ext>
            </a:extLst>
          </p:cNvPr>
          <p:cNvSpPr>
            <a:spLocks noGrp="1"/>
          </p:cNvSpPr>
          <p:nvPr>
            <p:ph type="ftr" sz="quarter" idx="36"/>
          </p:nvPr>
        </p:nvSpPr>
        <p:spPr>
          <a:xfrm>
            <a:off x="253603" y="183356"/>
            <a:ext cx="1303734" cy="66675"/>
          </a:xfrm>
          <a:prstGeom prst="rect">
            <a:avLst/>
          </a:prstGeom>
          <a:solidFill>
            <a:schemeClr val="bg1"/>
          </a:solidFill>
        </p:spPr>
        <p:txBody>
          <a:bodyPr vert="horz" lIns="91440" tIns="45720" rIns="91440" bIns="45720" rtlCol="0" anchor="ctr"/>
          <a:lstStyle>
            <a:lvl1pPr algn="l" eaLnBrk="1" fontAlgn="auto" hangingPunct="1">
              <a:spcBef>
                <a:spcPts val="0"/>
              </a:spcBef>
              <a:spcAft>
                <a:spcPts val="0"/>
              </a:spcAft>
              <a:defRPr sz="675">
                <a:solidFill>
                  <a:schemeClr val="tx1"/>
                </a:solidFill>
                <a:latin typeface="+mn-lt"/>
              </a:defRPr>
            </a:lvl1pPr>
          </a:lstStyle>
          <a:p>
            <a:pPr defTabSz="685800">
              <a:buClrTx/>
              <a:defRPr/>
            </a:pPr>
            <a:r>
              <a:rPr lang="fr-FR" kern="1200">
                <a:solidFill>
                  <a:prstClr val="black"/>
                </a:solidFill>
                <a:ea typeface="+mn-ea"/>
                <a:cs typeface="+mn-cs"/>
              </a:rPr>
              <a:t>CFG Transformation</a:t>
            </a:r>
            <a:endParaRPr lang="fr-FR" kern="1200" dirty="0">
              <a:solidFill>
                <a:prstClr val="black"/>
              </a:solidFill>
              <a:ea typeface="+mn-ea"/>
              <a:cs typeface="+mn-cs"/>
            </a:endParaRPr>
          </a:p>
        </p:txBody>
      </p:sp>
    </p:spTree>
    <p:extLst>
      <p:ext uri="{BB962C8B-B14F-4D97-AF65-F5344CB8AC3E}">
        <p14:creationId xmlns:p14="http://schemas.microsoft.com/office/powerpoint/2010/main" val="139903809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02_Summary">
    <p:spTree>
      <p:nvGrpSpPr>
        <p:cNvPr id="1" name=""/>
        <p:cNvGrpSpPr/>
        <p:nvPr/>
      </p:nvGrpSpPr>
      <p:grpSpPr>
        <a:xfrm>
          <a:off x="0" y="0"/>
          <a:ext cx="0" cy="0"/>
          <a:chOff x="0" y="0"/>
          <a:chExt cx="0" cy="0"/>
        </a:xfrm>
      </p:grpSpPr>
      <p:sp>
        <p:nvSpPr>
          <p:cNvPr id="8" name="Rectangle 7"/>
          <p:cNvSpPr/>
          <p:nvPr userDrawn="1"/>
        </p:nvSpPr>
        <p:spPr>
          <a:xfrm>
            <a:off x="5943600" y="0"/>
            <a:ext cx="320040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050"/>
          </a:p>
        </p:txBody>
      </p:sp>
      <p:sp>
        <p:nvSpPr>
          <p:cNvPr id="9" name="Espace réservé du pied de page 1">
            <a:extLst>
              <a:ext uri="{FF2B5EF4-FFF2-40B4-BE49-F238E27FC236}">
                <a16:creationId xmlns:a16="http://schemas.microsoft.com/office/drawing/2014/main" id="{331D98FA-6043-E048-9284-C11F3F24F888}"/>
              </a:ext>
            </a:extLst>
          </p:cNvPr>
          <p:cNvSpPr>
            <a:spLocks noGrp="1"/>
          </p:cNvSpPr>
          <p:nvPr>
            <p:ph type="ftr" sz="quarter" idx="3"/>
          </p:nvPr>
        </p:nvSpPr>
        <p:spPr>
          <a:xfrm>
            <a:off x="253451" y="183592"/>
            <a:ext cx="1303889" cy="66299"/>
          </a:xfrm>
          <a:prstGeom prst="rect">
            <a:avLst/>
          </a:prstGeom>
          <a:solidFill>
            <a:schemeClr val="bg1"/>
          </a:solidFill>
        </p:spPr>
        <p:txBody>
          <a:bodyPr vert="horz" lIns="91440" tIns="45720" rIns="91440" bIns="45720" rtlCol="0" anchor="ctr"/>
          <a:lstStyle>
            <a:lvl1pPr algn="l">
              <a:defRPr sz="675">
                <a:solidFill>
                  <a:schemeClr val="tx1"/>
                </a:solidFill>
              </a:defRPr>
            </a:lvl1pPr>
          </a:lstStyle>
          <a:p>
            <a:r>
              <a:rPr lang="fr-FR"/>
              <a:t>Document Header</a:t>
            </a:r>
          </a:p>
        </p:txBody>
      </p:sp>
      <p:sp>
        <p:nvSpPr>
          <p:cNvPr id="10" name="Espace réservé pour une image  10"/>
          <p:cNvSpPr>
            <a:spLocks noGrp="1" noChangeAspect="1"/>
          </p:cNvSpPr>
          <p:nvPr>
            <p:ph type="pic" sz="quarter" idx="36"/>
          </p:nvPr>
        </p:nvSpPr>
        <p:spPr>
          <a:xfrm>
            <a:off x="3909615" y="0"/>
            <a:ext cx="2239662" cy="5143500"/>
          </a:xfrm>
          <a:prstGeom prst="rect">
            <a:avLst/>
          </a:prstGeom>
        </p:spPr>
        <p:txBody>
          <a:bodyPr/>
          <a:lstStyle>
            <a:lvl1pPr>
              <a:defRPr sz="825"/>
            </a:lvl1pPr>
          </a:lstStyle>
          <a:p>
            <a:r>
              <a:rPr lang="fr-FR"/>
              <a:t>Cliquez sur l'icône pour ajouter une image</a:t>
            </a:r>
          </a:p>
        </p:txBody>
      </p:sp>
    </p:spTree>
    <p:extLst>
      <p:ext uri="{BB962C8B-B14F-4D97-AF65-F5344CB8AC3E}">
        <p14:creationId xmlns:p14="http://schemas.microsoft.com/office/powerpoint/2010/main" val="340785714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Section vide">
    <p:spTree>
      <p:nvGrpSpPr>
        <p:cNvPr id="1" name=""/>
        <p:cNvGrpSpPr/>
        <p:nvPr/>
      </p:nvGrpSpPr>
      <p:grpSpPr>
        <a:xfrm>
          <a:off x="0" y="0"/>
          <a:ext cx="0" cy="0"/>
          <a:chOff x="0" y="0"/>
          <a:chExt cx="0" cy="0"/>
        </a:xfrm>
      </p:grpSpPr>
      <p:sp>
        <p:nvSpPr>
          <p:cNvPr id="7" name="Picture Placeholder 2"/>
          <p:cNvSpPr>
            <a:spLocks noGrp="1"/>
          </p:cNvSpPr>
          <p:nvPr>
            <p:ph type="pic" sz="quarter" idx="10" hasCustomPrompt="1"/>
          </p:nvPr>
        </p:nvSpPr>
        <p:spPr>
          <a:xfrm>
            <a:off x="-15880" y="0"/>
            <a:ext cx="3816713" cy="2533650"/>
          </a:xfrm>
          <a:prstGeom prst="rect">
            <a:avLst/>
          </a:prstGeom>
          <a:pattFill prst="lgCheck">
            <a:fgClr>
              <a:schemeClr val="bg2">
                <a:lumMod val="90000"/>
              </a:schemeClr>
            </a:fgClr>
            <a:bgClr>
              <a:schemeClr val="bg1"/>
            </a:bgClr>
          </a:pattFill>
        </p:spPr>
        <p:txBody>
          <a:bodyPr anchor="ctr"/>
          <a:lstStyle>
            <a:lvl1pPr marL="0" indent="0" algn="ctr">
              <a:buNone/>
              <a:defRPr sz="1200" b="1" i="0" baseline="0">
                <a:latin typeface="Source Sans Pro" charset="0"/>
                <a:ea typeface="Source Sans Pro" charset="0"/>
                <a:cs typeface="Source Sans Pro" charset="0"/>
              </a:defRPr>
            </a:lvl1pPr>
          </a:lstStyle>
          <a:p>
            <a:r>
              <a:rPr lang="en-US" err="1"/>
              <a:t>Glissez</a:t>
            </a:r>
            <a:r>
              <a:rPr lang="en-US"/>
              <a:t> </a:t>
            </a:r>
            <a:r>
              <a:rPr lang="en-US" err="1"/>
              <a:t>une</a:t>
            </a:r>
            <a:r>
              <a:rPr lang="en-US"/>
              <a:t> image</a:t>
            </a:r>
          </a:p>
        </p:txBody>
      </p:sp>
    </p:spTree>
    <p:extLst>
      <p:ext uri="{BB962C8B-B14F-4D97-AF65-F5344CB8AC3E}">
        <p14:creationId xmlns:p14="http://schemas.microsoft.com/office/powerpoint/2010/main" val="201928381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6" name="Do not remove" hidden="1"/>
          <p:cNvSpPr/>
          <p:nvPr userDrawn="1">
            <p:custDataLst>
              <p:tags r:id="rId1"/>
            </p:custDataLst>
          </p:nvPr>
        </p:nvSpPr>
        <p:spPr>
          <a:xfrm>
            <a:off x="0" y="2"/>
            <a:ext cx="12700" cy="9525"/>
          </a:xfrm>
          <a:prstGeom prst="octagon">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 name="Espace réservé du texte 9">
            <a:extLst>
              <a:ext uri="{FF2B5EF4-FFF2-40B4-BE49-F238E27FC236}">
                <a16:creationId xmlns:a16="http://schemas.microsoft.com/office/drawing/2014/main" id="{3F2538F4-D8D1-84A6-927A-1F0D364AEBA3}"/>
              </a:ext>
            </a:extLst>
          </p:cNvPr>
          <p:cNvSpPr>
            <a:spLocks noGrp="1"/>
          </p:cNvSpPr>
          <p:nvPr>
            <p:ph idx="1"/>
          </p:nvPr>
        </p:nvSpPr>
        <p:spPr>
          <a:xfrm>
            <a:off x="324000" y="1150941"/>
            <a:ext cx="8496000" cy="1399756"/>
          </a:xfrm>
          <a:prstGeom prst="rect">
            <a:avLst/>
          </a:prstGeom>
        </p:spPr>
        <p:txBody>
          <a:bodyPr vert="horz" lIns="0" tIns="0" rIns="0" bIns="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GB" dirty="0"/>
          </a:p>
        </p:txBody>
      </p:sp>
    </p:spTree>
    <p:extLst>
      <p:ext uri="{BB962C8B-B14F-4D97-AF65-F5344CB8AC3E}">
        <p14:creationId xmlns:p14="http://schemas.microsoft.com/office/powerpoint/2010/main" val="29805038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131078"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235869143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Image 15" descr="Une image contenant ver, ciel nocturne&#10;&#10;Description générée automatiquement">
            <a:extLst>
              <a:ext uri="{FF2B5EF4-FFF2-40B4-BE49-F238E27FC236}">
                <a16:creationId xmlns:a16="http://schemas.microsoft.com/office/drawing/2014/main" id="{6D0AC165-58E6-4D57-A88C-46FF345E0DAC}"/>
              </a:ext>
            </a:extLst>
          </p:cNvPr>
          <p:cNvPicPr>
            <a:picLocks noChangeAspect="1"/>
          </p:cNvPicPr>
          <p:nvPr userDrawn="1"/>
        </p:nvPicPr>
        <p:blipFill rotWithShape="1">
          <a:blip r:embed="rId5" cstate="print">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2658" y="3708"/>
            <a:ext cx="9140748" cy="3916649"/>
          </a:xfrm>
          <a:prstGeom prst="rect">
            <a:avLst/>
          </a:prstGeom>
          <a:ln>
            <a:solidFill>
              <a:schemeClr val="tx1"/>
            </a:solidFill>
          </a:ln>
        </p:spPr>
      </p:pic>
      <p:graphicFrame>
        <p:nvGraphicFramePr>
          <p:cNvPr id="4" name="Object 3" hidden="1"/>
          <p:cNvGraphicFramePr>
            <a:graphicFrameLocks noChangeAspect="1"/>
          </p:cNvGraphicFramePr>
          <p:nvPr userDrawn="1">
            <p:custDataLst>
              <p:tags r:id="rId2"/>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55316" name="Diapositive think-cell" r:id="rId6" imgW="384" imgH="384" progId="TCLayout.ActiveDocument.1">
                  <p:embed/>
                </p:oleObj>
              </mc:Choice>
              <mc:Fallback>
                <p:oleObj name="Diapositive think-cell" r:id="rId6" imgW="384" imgH="384" progId="TCLayout.ActiveDocument.1">
                  <p:embed/>
                  <p:pic>
                    <p:nvPicPr>
                      <p:cNvPr id="4" name="Object 3"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3" name="Rectangle 2"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93000"/>
              </a:lnSpc>
              <a:spcBef>
                <a:spcPct val="0"/>
              </a:spcBef>
              <a:spcAft>
                <a:spcPct val="0"/>
              </a:spcAft>
              <a:buClrTx/>
              <a:buSzTx/>
              <a:buFontTx/>
              <a:buNone/>
              <a:tabLst/>
              <a:defRPr/>
            </a:pPr>
            <a:endParaRPr kumimoji="0" lang="en-US" sz="405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sp>
        <p:nvSpPr>
          <p:cNvPr id="20" name="Picture Placeholder 8"/>
          <p:cNvSpPr>
            <a:spLocks noGrp="1"/>
          </p:cNvSpPr>
          <p:nvPr>
            <p:ph type="pic" sz="quarter" idx="13" hasCustomPrompt="1"/>
          </p:nvPr>
        </p:nvSpPr>
        <p:spPr>
          <a:xfrm>
            <a:off x="493848"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2347193" y="454660"/>
            <a:ext cx="6093900" cy="4147200"/>
          </a:xfrm>
          <a:prstGeom prst="rect">
            <a:avLst/>
          </a:prstGeom>
          <a:gradFill flip="none" rotWithShape="1">
            <a:gsLst>
              <a:gs pos="24000">
                <a:schemeClr val="accent1">
                  <a:alpha val="79000"/>
                </a:schemeClr>
              </a:gs>
              <a:gs pos="100000">
                <a:schemeClr val="tx2">
                  <a:alpha val="9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2712053" y="4655882"/>
            <a:ext cx="5151600" cy="245361"/>
          </a:xfrm>
          <a:prstGeom prst="rect">
            <a:avLst/>
          </a:prstGeom>
          <a:noFill/>
        </p:spPr>
        <p:txBody>
          <a:bodyPr anchor="ctr"/>
          <a:lstStyle>
            <a:lvl1pPr algn="l">
              <a:lnSpc>
                <a:spcPct val="110000"/>
              </a:lnSpc>
              <a:buNone/>
              <a:defRPr sz="900" b="1" cap="all" baseline="0">
                <a:solidFill>
                  <a:schemeClr val="tx1"/>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2712053" y="4121781"/>
            <a:ext cx="5151600" cy="327146"/>
          </a:xfrm>
          <a:prstGeom prst="rect">
            <a:avLst/>
          </a:prstGeom>
        </p:spPr>
        <p:txBody>
          <a:bodyPr anchor="ctr"/>
          <a:lstStyle>
            <a:lvl1pPr marL="0" indent="0" algn="l">
              <a:lnSpc>
                <a:spcPct val="110000"/>
              </a:lnSpc>
              <a:buNone/>
              <a:defRPr sz="1200" baseline="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2712053" y="1414683"/>
            <a:ext cx="5151600" cy="2353817"/>
          </a:xfrm>
          <a:prstGeom prst="rect">
            <a:avLst/>
          </a:prstGeom>
        </p:spPr>
        <p:txBody>
          <a:bodyPr anchor="b">
            <a:normAutofit/>
          </a:bodyPr>
          <a:lstStyle>
            <a:lvl1pPr algn="l">
              <a:lnSpc>
                <a:spcPct val="93000"/>
              </a:lnSpc>
              <a:defRPr sz="4050" baseline="0">
                <a:solidFill>
                  <a:schemeClr val="bg1"/>
                </a:solidFill>
                <a:latin typeface="DaunPenh" panose="020B0604020202020204" pitchFamily="2" charset="0"/>
                <a:cs typeface="DaunPenh" panose="020B0604020202020204" pitchFamily="2" charset="0"/>
                <a:sym typeface="Trebuchet MS" panose="020B0603020202020204" pitchFamily="34" charset="0"/>
              </a:defRPr>
            </a:lvl1pPr>
          </a:lstStyle>
          <a:p>
            <a:r>
              <a:rPr lang="en-US" dirty="0"/>
              <a:t>Title in Title Case</a:t>
            </a:r>
          </a:p>
        </p:txBody>
      </p:sp>
      <p:pic>
        <p:nvPicPr>
          <p:cNvPr id="24" name="Image 23" descr="logo SEVEN-01.png">
            <a:extLst>
              <a:ext uri="{FF2B5EF4-FFF2-40B4-BE49-F238E27FC236}">
                <a16:creationId xmlns:a16="http://schemas.microsoft.com/office/drawing/2014/main" id="{DEA8D59C-6EBE-45F1-A887-4E3CDF4D32D3}"/>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7242641" y="752133"/>
            <a:ext cx="909733" cy="859156"/>
          </a:xfrm>
          <a:prstGeom prst="rect">
            <a:avLst/>
          </a:prstGeom>
        </p:spPr>
      </p:pic>
    </p:spTree>
    <p:extLst>
      <p:ext uri="{BB962C8B-B14F-4D97-AF65-F5344CB8AC3E}">
        <p14:creationId xmlns:p14="http://schemas.microsoft.com/office/powerpoint/2010/main" val="38803765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5" name="Title 4"/>
          <p:cNvSpPr>
            <a:spLocks noGrp="1"/>
          </p:cNvSpPr>
          <p:nvPr>
            <p:ph type="title" hasCustomPrompt="1"/>
          </p:nvPr>
        </p:nvSpPr>
        <p:spPr>
          <a:xfrm>
            <a:off x="472500" y="467101"/>
            <a:ext cx="81999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28383912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472501" y="467101"/>
            <a:ext cx="8200013" cy="353174"/>
          </a:xfrm>
        </p:spPr>
        <p:txBody>
          <a:bodyPr/>
          <a:lstStyle>
            <a:lvl1pPr>
              <a:defRPr sz="255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472051" y="1564222"/>
            <a:ext cx="8200351" cy="3066848"/>
          </a:xfrm>
        </p:spPr>
        <p:txBody>
          <a:bodyPr/>
          <a:lstStyle>
            <a:lvl1pPr>
              <a:lnSpc>
                <a:spcPct val="100000"/>
              </a:lnSpc>
              <a:spcBef>
                <a:spcPts val="0"/>
              </a:spcBef>
              <a:spcAft>
                <a:spcPts val="0"/>
              </a:spcAft>
              <a:defRPr sz="1500"/>
            </a:lvl1pPr>
            <a:lvl2pPr>
              <a:lnSpc>
                <a:spcPct val="100000"/>
              </a:lnSpc>
              <a:spcBef>
                <a:spcPts val="0"/>
              </a:spcBef>
              <a:spcAft>
                <a:spcPts val="0"/>
              </a:spcAft>
              <a:defRPr sz="1500"/>
            </a:lvl2pPr>
            <a:lvl3pPr>
              <a:lnSpc>
                <a:spcPct val="100000"/>
              </a:lnSpc>
              <a:spcBef>
                <a:spcPts val="0"/>
              </a:spcBef>
              <a:spcAft>
                <a:spcPts val="0"/>
              </a:spcAft>
              <a:defRPr sz="1500"/>
            </a:lvl3pPr>
            <a:lvl4pPr>
              <a:lnSpc>
                <a:spcPct val="100000"/>
              </a:lnSpc>
              <a:spcBef>
                <a:spcPts val="0"/>
              </a:spcBef>
              <a:spcAft>
                <a:spcPts val="0"/>
              </a:spcAft>
              <a:defRPr sz="2100"/>
            </a:lvl4pPr>
            <a:lvl5pPr>
              <a:lnSpc>
                <a:spcPct val="100000"/>
              </a:lnSpc>
              <a:spcBef>
                <a:spcPts val="0"/>
              </a:spcBef>
              <a:spcAft>
                <a:spcPts val="0"/>
              </a:spcAft>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40567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Title 1"/>
          <p:cNvSpPr>
            <a:spLocks noGrp="1"/>
          </p:cNvSpPr>
          <p:nvPr>
            <p:ph type="title" hasCustomPrompt="1"/>
          </p:nvPr>
        </p:nvSpPr>
        <p:spPr bwMode="ltGray">
          <a:xfrm>
            <a:off x="472500" y="1158205"/>
            <a:ext cx="2589300" cy="1121846"/>
          </a:xfrm>
          <a:noFill/>
        </p:spPr>
        <p:txBody>
          <a:bodyPr wrap="square" lIns="0" tIns="0" rIns="320040" bIns="0" anchor="b">
            <a:noAutofit/>
          </a:bodyPr>
          <a:lstStyle>
            <a:lvl1pPr>
              <a:defRPr sz="2400">
                <a:solidFill>
                  <a:schemeClr val="tx2"/>
                </a:solidFill>
                <a:latin typeface="+mj-lt"/>
              </a:defRPr>
            </a:lvl1pPr>
          </a:lstStyle>
          <a:p>
            <a:r>
              <a:rPr lang="en-US" dirty="0"/>
              <a:t>Click to add title</a:t>
            </a: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188322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963558" y="2001031"/>
            <a:ext cx="7215368" cy="2400770"/>
          </a:xfrm>
          <a:prstGeom prst="rect">
            <a:avLst/>
          </a:prstGeom>
          <a:ln w="9525">
            <a:solidFill>
              <a:schemeClr val="bg1"/>
            </a:solidFill>
          </a:ln>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59" name="Rectangle 58"/>
          <p:cNvSpPr/>
          <p:nvPr userDrawn="1"/>
        </p:nvSpPr>
        <p:spPr bwMode="white">
          <a:xfrm>
            <a:off x="963557" y="1071098"/>
            <a:ext cx="710754" cy="710754"/>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3195822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4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464174" y="2760012"/>
            <a:ext cx="8682228"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825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7"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6" name="Rectangle 25"/>
          <p:cNvSpPr/>
          <p:nvPr userDrawn="1"/>
        </p:nvSpPr>
        <p:spPr bwMode="white">
          <a:xfrm>
            <a:off x="1" y="0"/>
            <a:ext cx="30596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7"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055840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3" name="Rectangle 12"/>
          <p:cNvSpPr/>
          <p:nvPr userDrawn="1"/>
        </p:nvSpPr>
        <p:spPr bwMode="white">
          <a:xfrm>
            <a:off x="1" y="0"/>
            <a:ext cx="5378967"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0"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7" name="TextBox 16"/>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3"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558123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1"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2"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204038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2" name="Rectangle 11"/>
          <p:cNvSpPr/>
          <p:nvPr userDrawn="1"/>
        </p:nvSpPr>
        <p:spPr>
          <a:xfrm>
            <a:off x="4572000" y="0"/>
            <a:ext cx="4572000" cy="51435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4064543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0" name="Rectangle 9"/>
          <p:cNvSpPr/>
          <p:nvPr userDrawn="1"/>
        </p:nvSpPr>
        <p:spPr bwMode="gray">
          <a:xfrm>
            <a:off x="5864659" y="0"/>
            <a:ext cx="327934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5" name="Copyright"/>
          <p:cNvSpPr txBox="1"/>
          <p:nvPr userDrawn="1"/>
        </p:nvSpPr>
        <p:spPr>
          <a:xfrm rot="16200000">
            <a:off x="7115177" y="2937969"/>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4" name="Title 1"/>
          <p:cNvSpPr>
            <a:spLocks noGrp="1"/>
          </p:cNvSpPr>
          <p:nvPr>
            <p:ph type="title" hasCustomPrompt="1"/>
          </p:nvPr>
        </p:nvSpPr>
        <p:spPr bwMode="blackWhite">
          <a:xfrm>
            <a:off x="472500" y="1353488"/>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2318999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5"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7" name="Title 2"/>
          <p:cNvSpPr>
            <a:spLocks noGrp="1"/>
          </p:cNvSpPr>
          <p:nvPr>
            <p:ph type="title" hasCustomPrompt="1"/>
          </p:nvPr>
        </p:nvSpPr>
        <p:spPr>
          <a:xfrm>
            <a:off x="472501" y="2073154"/>
            <a:ext cx="1858979" cy="985733"/>
          </a:xfrm>
          <a:prstGeom prst="rect">
            <a:avLst/>
          </a:prstGeom>
        </p:spPr>
        <p:txBody>
          <a:bodyPr anchor="ctr">
            <a:noAutofit/>
          </a:bodyPr>
          <a:lstStyle>
            <a:lvl1pPr>
              <a:defRPr sz="24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3942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2073154"/>
            <a:ext cx="1858979" cy="985733"/>
          </a:xfrm>
        </p:spPr>
        <p:txBody>
          <a:bodyPr anchor="ctr" anchorCtr="0">
            <a:noAutofit/>
          </a:bodyPr>
          <a:lstStyle>
            <a:lvl1pPr>
              <a:defRPr sz="24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8116839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6340"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TextBox 4"/>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Pentagon 3"/>
          <p:cNvSpPr/>
          <p:nvPr userDrawn="1"/>
        </p:nvSpPr>
        <p:spPr bwMode="white">
          <a:xfrm>
            <a:off x="1" y="0"/>
            <a:ext cx="407019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5866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4737067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4" name="Pentagon 8"/>
          <p:cNvSpPr/>
          <p:nvPr userDrawn="1"/>
        </p:nvSpPr>
        <p:spPr bwMode="white">
          <a:xfrm>
            <a:off x="1" y="0"/>
            <a:ext cx="477266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5924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821660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0533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797987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8"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14073073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40374000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7364" name="Diapositive think-cell" r:id="rId4" imgW="324" imgH="324" progId="TCLayout.ActiveDocument.1">
                  <p:embed/>
                </p:oleObj>
              </mc:Choice>
              <mc:Fallback>
                <p:oleObj name="Diapositive think-cell" r:id="rId4" imgW="324" imgH="32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6188639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4" name="Title 3"/>
          <p:cNvSpPr>
            <a:spLocks noGrp="1"/>
          </p:cNvSpPr>
          <p:nvPr>
            <p:ph type="title" hasCustomPrompt="1"/>
          </p:nvPr>
        </p:nvSpPr>
        <p:spPr>
          <a:xfrm>
            <a:off x="472500" y="467101"/>
            <a:ext cx="8199900" cy="353174"/>
          </a:xfrm>
        </p:spPr>
        <p:txBody>
          <a:bodyPr/>
          <a:lstStyle>
            <a:lvl1pPr>
              <a:defRPr sz="255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6540801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4963207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42168824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8388" name="Diapositive think-cell" r:id="rId4" imgW="384" imgH="384" progId="TCLayout.ActiveDocument.1">
                  <p:embed/>
                </p:oleObj>
              </mc:Choice>
              <mc:Fallback>
                <p:oleObj name="Diapositive think-cell" r:id="rId4" imgW="384" imgH="38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9" name="Picture 8" descr="A picture containing person&#10;&#10;Description automatically generated">
            <a:extLst>
              <a:ext uri="{FF2B5EF4-FFF2-40B4-BE49-F238E27FC236}">
                <a16:creationId xmlns:a16="http://schemas.microsoft.com/office/drawing/2014/main" id="{556D4492-000B-4D82-BE09-85D7601E7C43}"/>
              </a:ext>
            </a:extLst>
          </p:cNvPr>
          <p:cNvPicPr>
            <a:picLocks/>
          </p:cNvPicPr>
          <p:nvPr userDrawn="1"/>
        </p:nvPicPr>
        <p:blipFill>
          <a:blip r:embed="rId6"/>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SEVEN.com</a:t>
            </a:r>
          </a:p>
        </p:txBody>
      </p:sp>
    </p:spTree>
    <p:extLst>
      <p:ext uri="{BB962C8B-B14F-4D97-AF65-F5344CB8AC3E}">
        <p14:creationId xmlns:p14="http://schemas.microsoft.com/office/powerpoint/2010/main" val="28512140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59412" name="Diapositive think-cell" r:id="rId6" imgW="384" imgH="384" progId="TCLayout.ActiveDocument.1">
                  <p:embed/>
                </p:oleObj>
              </mc:Choice>
              <mc:Fallback>
                <p:oleObj name="Diapositive think-cell" r:id="rId6" imgW="384" imgH="384" progId="TCLayout.ActiveDocument.1">
                  <p:embed/>
                  <p:pic>
                    <p:nvPicPr>
                      <p:cNvPr id="3" name="Object 2"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2" name="Rectangle 1"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93000"/>
              </a:lnSpc>
              <a:spcBef>
                <a:spcPct val="0"/>
              </a:spcBef>
              <a:spcAft>
                <a:spcPct val="0"/>
              </a:spcAft>
              <a:buClrTx/>
              <a:buSzTx/>
              <a:buFontTx/>
              <a:buNone/>
              <a:tabLst/>
              <a:defRPr/>
            </a:pPr>
            <a:endParaRPr kumimoji="0" lang="en-US" sz="405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pic>
        <p:nvPicPr>
          <p:cNvPr id="16" name="TitleAndEndImages">
            <a:extLst>
              <a:ext uri="{FF2B5EF4-FFF2-40B4-BE49-F238E27FC236}">
                <a16:creationId xmlns:a16="http://schemas.microsoft.com/office/drawing/2014/main" id="{F9914E51-7D9C-4889-BF5B-943C11606E06}"/>
              </a:ext>
            </a:extLst>
          </p:cNvPr>
          <p:cNvPicPr>
            <a:picLocks noChangeAspect="1"/>
          </p:cNvPicPr>
          <p:nvPr userDrawn="1">
            <p:custDataLst>
              <p:tags r:id="rId4"/>
            </p:custDataLst>
          </p:nvPr>
        </p:nvPicPr>
        <p:blipFill rotWithShape="1">
          <a:blip r:embed="rId9" cstate="print">
            <a:extLst>
              <a:ext uri="{28A0092B-C50C-407E-A947-70E740481C1C}">
                <a14:useLocalDpi xmlns:a14="http://schemas.microsoft.com/office/drawing/2010/main"/>
              </a:ext>
            </a:extLst>
          </a:blip>
          <a:srcRect/>
          <a:stretch/>
        </p:blipFill>
        <p:spPr>
          <a:xfrm>
            <a:off x="0" y="-22485"/>
            <a:ext cx="9144000" cy="3957638"/>
          </a:xfrm>
          <a:prstGeom prst="rect">
            <a:avLst/>
          </a:prstGeom>
        </p:spPr>
      </p:pic>
      <p:sp>
        <p:nvSpPr>
          <p:cNvPr id="20" name="Picture Placeholder 8"/>
          <p:cNvSpPr>
            <a:spLocks noGrp="1"/>
          </p:cNvSpPr>
          <p:nvPr>
            <p:ph type="pic" sz="quarter" idx="13" hasCustomPrompt="1"/>
          </p:nvPr>
        </p:nvSpPr>
        <p:spPr>
          <a:xfrm>
            <a:off x="7024922"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838061" y="4121781"/>
            <a:ext cx="5151600" cy="327146"/>
          </a:xfrm>
          <a:prstGeom prst="rect">
            <a:avLst/>
          </a:prstGeom>
        </p:spPr>
        <p:txBody>
          <a:bodyPr anchor="ctr"/>
          <a:lstStyle>
            <a:lvl1pPr marL="0" indent="0" algn="l">
              <a:lnSpc>
                <a:spcPct val="110000"/>
              </a:lnSpc>
              <a:buNone/>
              <a:defRPr sz="120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838061" y="1414683"/>
            <a:ext cx="5151600" cy="2353817"/>
          </a:xfrm>
        </p:spPr>
        <p:txBody>
          <a:bodyPr anchor="b">
            <a:normAutofit/>
          </a:bodyPr>
          <a:lstStyle>
            <a:lvl1pPr algn="l">
              <a:lnSpc>
                <a:spcPct val="93000"/>
              </a:lnSpc>
              <a:defRPr sz="405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3969917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8" name="Title 7"/>
          <p:cNvSpPr>
            <a:spLocks noGrp="1"/>
          </p:cNvSpPr>
          <p:nvPr>
            <p:ph type="title" hasCustomPrompt="1"/>
          </p:nvPr>
        </p:nvSpPr>
        <p:spPr>
          <a:xfrm>
            <a:off x="472501" y="467102"/>
            <a:ext cx="8200013" cy="2492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7478444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472050" y="1564221"/>
            <a:ext cx="8200463" cy="3054732"/>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8469585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7" name="Rectangle 6"/>
          <p:cNvSpPr/>
          <p:nvPr userDrawn="1"/>
        </p:nvSpPr>
        <p:spPr bwMode="white">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8" name="Subtitle 2"/>
          <p:cNvSpPr>
            <a:spLocks noGrp="1"/>
          </p:cNvSpPr>
          <p:nvPr>
            <p:ph type="subTitle" idx="13" hasCustomPrompt="1"/>
          </p:nvPr>
        </p:nvSpPr>
        <p:spPr>
          <a:xfrm>
            <a:off x="472500" y="1619242"/>
            <a:ext cx="2808000" cy="406265"/>
          </a:xfrm>
          <a:prstGeom prst="rect">
            <a:avLst/>
          </a:prstGeom>
        </p:spPr>
        <p:txBody>
          <a:bodyPr>
            <a:noAutofit/>
          </a:bodyPr>
          <a:lstStyle>
            <a:lvl1pPr marL="0" indent="0" algn="l">
              <a:buNone/>
              <a:defRPr sz="1200">
                <a:solidFill>
                  <a:schemeClr val="tx2"/>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add subtitle</a:t>
            </a:r>
          </a:p>
        </p:txBody>
      </p:sp>
      <p:sp>
        <p:nvSpPr>
          <p:cNvPr id="9" name="Title 4"/>
          <p:cNvSpPr>
            <a:spLocks noGrp="1"/>
          </p:cNvSpPr>
          <p:nvPr>
            <p:ph type="title" hasCustomPrompt="1"/>
          </p:nvPr>
        </p:nvSpPr>
        <p:spPr>
          <a:xfrm>
            <a:off x="472500" y="920286"/>
            <a:ext cx="2808000" cy="498598"/>
          </a:xfrm>
        </p:spPr>
        <p:txBody>
          <a:bodyPr anchor="t">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8426442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8" name="Title 1"/>
          <p:cNvSpPr>
            <a:spLocks noGrp="1"/>
          </p:cNvSpPr>
          <p:nvPr>
            <p:ph type="title" hasCustomPrompt="1"/>
          </p:nvPr>
        </p:nvSpPr>
        <p:spPr bwMode="blackWhite">
          <a:xfrm>
            <a:off x="963558" y="2001031"/>
            <a:ext cx="7215368" cy="2400770"/>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960521" y="1068062"/>
            <a:ext cx="713791" cy="71379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9049003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472501" y="2760012"/>
            <a:ext cx="8668940"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34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8"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4" name="Rectangle 23"/>
          <p:cNvSpPr/>
          <p:nvPr userDrawn="1"/>
        </p:nvSpPr>
        <p:spPr bwMode="white">
          <a:xfrm>
            <a:off x="1" y="0"/>
            <a:ext cx="305963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5"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25466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4" name="Rectangle 13"/>
          <p:cNvSpPr/>
          <p:nvPr userDrawn="1"/>
        </p:nvSpPr>
        <p:spPr bwMode="white">
          <a:xfrm>
            <a:off x="1" y="0"/>
            <a:ext cx="53789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8"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1" y="467102"/>
            <a:ext cx="470739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0719982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6771936" y="0"/>
            <a:ext cx="312713" cy="5143500"/>
          </a:xfrm>
          <a:prstGeom prst="rect">
            <a:avLst/>
          </a:prstGeom>
        </p:spPr>
      </p:pic>
      <p:sp>
        <p:nvSpPr>
          <p:cNvPr id="10" name="Rectangle 9"/>
          <p:cNvSpPr/>
          <p:nvPr userDrawn="1"/>
        </p:nvSpPr>
        <p:spPr bwMode="white">
          <a:xfrm>
            <a:off x="0" y="0"/>
            <a:ext cx="6775704"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6076188"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5588647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4"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5"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4023686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1" name="Rectangle 10"/>
          <p:cNvSpPr/>
          <p:nvPr userDrawn="1"/>
        </p:nvSpPr>
        <p:spPr>
          <a:xfrm>
            <a:off x="4572000" y="0"/>
            <a:ext cx="4572000" cy="51435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2"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1194930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1" name="Rectangle 10"/>
          <p:cNvSpPr/>
          <p:nvPr userDrawn="1"/>
        </p:nvSpPr>
        <p:spPr bwMode="gray">
          <a:xfrm>
            <a:off x="5864659" y="0"/>
            <a:ext cx="327934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2"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Title 1"/>
          <p:cNvSpPr>
            <a:spLocks noGrp="1"/>
          </p:cNvSpPr>
          <p:nvPr>
            <p:ph type="title" hasCustomPrompt="1"/>
          </p:nvPr>
        </p:nvSpPr>
        <p:spPr bwMode="black">
          <a:xfrm>
            <a:off x="473202" y="1339200"/>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12054254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0436"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2"/>
          <p:cNvSpPr>
            <a:spLocks noGrp="1"/>
          </p:cNvSpPr>
          <p:nvPr>
            <p:ph type="title" hasCustomPrompt="1"/>
          </p:nvPr>
        </p:nvSpPr>
        <p:spPr>
          <a:xfrm>
            <a:off x="472501" y="2073154"/>
            <a:ext cx="1858979" cy="985733"/>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283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5" name="Title 4"/>
          <p:cNvSpPr>
            <a:spLocks noGrp="1"/>
          </p:cNvSpPr>
          <p:nvPr>
            <p:ph type="title" hasCustomPrompt="1"/>
          </p:nvPr>
        </p:nvSpPr>
        <p:spPr>
          <a:xfrm>
            <a:off x="472501" y="2073154"/>
            <a:ext cx="1858979" cy="985733"/>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6600489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6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9" name="Pentagon 3"/>
          <p:cNvSpPr/>
          <p:nvPr userDrawn="1"/>
        </p:nvSpPr>
        <p:spPr bwMode="white">
          <a:xfrm>
            <a:off x="1" y="0"/>
            <a:ext cx="407019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0509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7486697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301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6340959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6740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601963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0" name="TextBox 9"/>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771625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1240610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1460" name="Diapositive think-cell" r:id="rId4" imgW="384" imgH="384" progId="TCLayout.ActiveDocument.1">
                  <p:embed/>
                </p:oleObj>
              </mc:Choice>
              <mc:Fallback>
                <p:oleObj name="Diapositive think-cell" r:id="rId4" imgW="384" imgH="38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547202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0" name="TextBox 19"/>
          <p:cNvSpPr txBox="1"/>
          <p:nvPr userDrawn="1"/>
        </p:nvSpPr>
        <p:spPr>
          <a:xfrm>
            <a:off x="472500" y="1933484"/>
            <a:ext cx="2114550" cy="1321259"/>
          </a:xfrm>
          <a:prstGeom prst="rect">
            <a:avLst/>
          </a:prstGeom>
          <a:noFill/>
        </p:spPr>
        <p:txBody>
          <a:bodyPr wrap="square" lIns="0" tIns="0" rIns="0" bIns="0" rtlCol="0" anchor="ctr">
            <a:spAutoFit/>
          </a:bodyPr>
          <a:lstStyle/>
          <a:p>
            <a:pPr marL="0" marR="0" lvl="0" indent="0" algn="l" defTabSz="685800" rtl="0" eaLnBrk="1" fontAlgn="auto" latinLnBrk="0" hangingPunct="1">
              <a:lnSpc>
                <a:spcPct val="106000"/>
              </a:lnSpc>
              <a:spcBef>
                <a:spcPts val="0"/>
              </a:spcBef>
              <a:spcAft>
                <a:spcPts val="525"/>
              </a:spcAft>
              <a:buClrTx/>
              <a:buSzTx/>
              <a:buFontTx/>
              <a:buNone/>
              <a:tabLst/>
              <a:defRPr/>
            </a:pPr>
            <a:r>
              <a:rPr kumimoji="0" lang="en-US" sz="4050" b="0" i="0" u="none" strike="noStrike" kern="1200" cap="none" spc="0" normalizeH="0" baseline="0" noProof="0" dirty="0">
                <a:ln>
                  <a:noFill/>
                </a:ln>
                <a:solidFill>
                  <a:srgbClr val="39302A"/>
                </a:solidFill>
                <a:effectLst/>
                <a:uLnTx/>
                <a:uFillTx/>
                <a:latin typeface="Trebuchet MS"/>
                <a:ea typeface="+mn-ea"/>
                <a:cs typeface="+mn-cs"/>
                <a:sym typeface="Trebuchet MS" panose="020B0603020202020204" pitchFamily="34" charset="0"/>
              </a:rPr>
              <a:t>Table of contents</a:t>
            </a:r>
          </a:p>
        </p:txBody>
      </p:sp>
      <p:sp>
        <p:nvSpPr>
          <p:cNvPr id="15"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409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pPr defTabSz="685800">
              <a:buClrTx/>
            </a:pPr>
            <a:endParaRPr lang="en-US" kern="1200" dirty="0">
              <a:solidFill>
                <a:prstClr val="white"/>
              </a:solidFill>
              <a:ea typeface="+mn-ea"/>
              <a:cs typeface="+mn-cs"/>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1" name="TextBox 10"/>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32958176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Tree>
    <p:extLst>
      <p:ext uri="{BB962C8B-B14F-4D97-AF65-F5344CB8AC3E}">
        <p14:creationId xmlns:p14="http://schemas.microsoft.com/office/powerpoint/2010/main" val="2532382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2484" name="Diapositive think-cell" r:id="rId5" imgW="384" imgH="384" progId="TCLayout.ActiveDocument.1">
                  <p:embed/>
                </p:oleObj>
              </mc:Choice>
              <mc:Fallback>
                <p:oleObj name="Diapositive think-cell" r:id="rId5" imgW="384" imgH="384"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pic>
        <p:nvPicPr>
          <p:cNvPr id="7" name="TitleAndEndImages">
            <a:extLst>
              <a:ext uri="{FF2B5EF4-FFF2-40B4-BE49-F238E27FC236}">
                <a16:creationId xmlns:a16="http://schemas.microsoft.com/office/drawing/2014/main" id="{5D1A33BC-588E-4C5A-9BCE-9C5AA9C9ABB3}"/>
              </a:ext>
            </a:extLst>
          </p:cNvPr>
          <p:cNvPicPr>
            <a:picLocks noChangeAspect="1"/>
          </p:cNvPicPr>
          <p:nvPr userDrawn="1">
            <p:custDataLst>
              <p:tags r:id="rId3"/>
            </p:custDataLst>
          </p:nvPr>
        </p:nvPicPr>
        <p:blipFill>
          <a:blip r:embed="rId7">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rPr>
              <a:t>SEVEN.com</a:t>
            </a:r>
          </a:p>
        </p:txBody>
      </p:sp>
    </p:spTree>
    <p:extLst>
      <p:ext uri="{BB962C8B-B14F-4D97-AF65-F5344CB8AC3E}">
        <p14:creationId xmlns:p14="http://schemas.microsoft.com/office/powerpoint/2010/main" val="31213937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3508" name="Diapositive think-cell" r:id="rId5" imgW="270" imgH="270" progId="TCLayout.ActiveDocument.1">
                  <p:embed/>
                </p:oleObj>
              </mc:Choice>
              <mc:Fallback>
                <p:oleObj name="Diapositive think-cell" r:id="rId5" imgW="270" imgH="270" progId="TCLayout.ActiveDocument.1">
                  <p:embed/>
                  <p:pic>
                    <p:nvPicPr>
                      <p:cNvPr id="3" name="Object 2"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1" name="Rectangle 10"/>
          <p:cNvSpPr/>
          <p:nvPr userDrawn="1"/>
        </p:nvSpPr>
        <p:spPr bwMode="invGray">
          <a:xfrm>
            <a:off x="1041110" y="3518391"/>
            <a:ext cx="697003" cy="746906"/>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12" name="Rectangle 11"/>
          <p:cNvSpPr/>
          <p:nvPr userDrawn="1">
            <p:custDataLst>
              <p:tags r:id="rId3"/>
            </p:custDataLst>
          </p:nvPr>
        </p:nvSpPr>
        <p:spPr>
          <a:xfrm>
            <a:off x="1882112" y="3518390"/>
            <a:ext cx="1177614" cy="1101132"/>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 name="TextBox 1"/>
          <p:cNvSpPr txBox="1"/>
          <p:nvPr userDrawn="1"/>
        </p:nvSpPr>
        <p:spPr>
          <a:xfrm>
            <a:off x="472500" y="680401"/>
            <a:ext cx="2586600" cy="915351"/>
          </a:xfrm>
          <a:prstGeom prst="rect">
            <a:avLst/>
          </a:prstGeom>
          <a:noFill/>
          <a:ln>
            <a:solidFill>
              <a:schemeClr val="bg1"/>
            </a:solidFill>
          </a:ln>
        </p:spPr>
        <p:txBody>
          <a:bodyPr wrap="square" lIns="459000" tIns="35100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endParaRPr kumimoji="0" lang="en-US" sz="405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 name="TextBox 1"/>
          <p:cNvSpPr txBox="1"/>
          <p:nvPr userDrawn="1"/>
        </p:nvSpPr>
        <p:spPr>
          <a:xfrm>
            <a:off x="824407" y="836562"/>
            <a:ext cx="1882247" cy="684418"/>
          </a:xfrm>
          <a:prstGeom prst="rect">
            <a:avLst/>
          </a:prstGeom>
          <a:noFill/>
        </p:spPr>
        <p:txBody>
          <a:bodyPr wrap="none" rtlCol="0">
            <a:spAutoFit/>
          </a:bodyPr>
          <a:lstStyle/>
          <a:p>
            <a:pPr marL="0" marR="0" lvl="0" indent="0" algn="ctr" defTabSz="685800" rtl="0" eaLnBrk="1" fontAlgn="auto" latinLnBrk="0" hangingPunct="1">
              <a:lnSpc>
                <a:spcPct val="95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23990184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4532"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bwMode="white">
          <a:xfrm>
            <a:off x="963557" y="1071098"/>
            <a:ext cx="710754" cy="71075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3" name="Rectangle 12"/>
          <p:cNvSpPr/>
          <p:nvPr userDrawn="1"/>
        </p:nvSpPr>
        <p:spPr>
          <a:xfrm>
            <a:off x="963900" y="2000700"/>
            <a:ext cx="7214400" cy="24003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5754923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5556"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0"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550" b="0"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sym typeface="Trebuchet MS" panose="020B0603020202020204" pitchFamily="34" charset="0"/>
              </a:rPr>
              <a:t>Agenda</a:t>
            </a:r>
          </a:p>
        </p:txBody>
      </p:sp>
      <p:cxnSp>
        <p:nvCxnSpPr>
          <p:cNvPr id="13" name="Straight Connector 12"/>
          <p:cNvCxnSpPr/>
          <p:nvPr userDrawn="1"/>
        </p:nvCxnSpPr>
        <p:spPr bwMode="white">
          <a:xfrm>
            <a:off x="464174" y="904500"/>
            <a:ext cx="8682228"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050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658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7" name="TextBox 16"/>
          <p:cNvSpPr txBox="1"/>
          <p:nvPr userDrawn="1"/>
        </p:nvSpPr>
        <p:spPr>
          <a:xfrm>
            <a:off x="472502" y="2405788"/>
            <a:ext cx="1160357" cy="332399"/>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2627687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7604" name="Diapositive think-cell" r:id="rId5" imgW="270" imgH="270" progId="TCLayout.ActiveDocument.1">
                  <p:embed/>
                </p:oleObj>
              </mc:Choice>
              <mc:Fallback>
                <p:oleObj name="Diapositive think-cell" r:id="rId5" imgW="270" imgH="270"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endParaRPr>
          </a:p>
        </p:txBody>
      </p:sp>
      <p:sp>
        <p:nvSpPr>
          <p:cNvPr id="8" name="Rectangle 7"/>
          <p:cNvSpPr/>
          <p:nvPr userDrawn="1"/>
        </p:nvSpPr>
        <p:spPr bwMode="invGray">
          <a:xfrm>
            <a:off x="1041110" y="3518391"/>
            <a:ext cx="697003" cy="746906"/>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95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10" name="Rectangle 9"/>
          <p:cNvSpPr/>
          <p:nvPr userDrawn="1">
            <p:custDataLst>
              <p:tags r:id="rId3"/>
            </p:custDataLst>
          </p:nvPr>
        </p:nvSpPr>
        <p:spPr>
          <a:xfrm>
            <a:off x="1882112" y="3518390"/>
            <a:ext cx="1177614" cy="1101132"/>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marL="0" marR="0" lvl="0" indent="0" algn="l" defTabSz="685800"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1" name="TextBox 10"/>
          <p:cNvSpPr txBox="1"/>
          <p:nvPr userDrawn="1"/>
        </p:nvSpPr>
        <p:spPr>
          <a:xfrm>
            <a:off x="472500" y="680400"/>
            <a:ext cx="2586600" cy="915351"/>
          </a:xfrm>
          <a:prstGeom prst="rect">
            <a:avLst/>
          </a:prstGeom>
          <a:noFill/>
          <a:ln>
            <a:solidFill>
              <a:schemeClr val="accent4"/>
            </a:solidFill>
          </a:ln>
        </p:spPr>
        <p:txBody>
          <a:bodyPr wrap="square" lIns="459000" tIns="35100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endParaRPr kumimoji="0" lang="en-US" sz="4050" b="0" i="0" u="none" strike="noStrike" kern="1200" cap="none" spc="0" normalizeH="0" baseline="0" noProof="0" dirty="0">
              <a:ln>
                <a:noFill/>
              </a:ln>
              <a:solidFill>
                <a:srgbClr val="EC7016"/>
              </a:solidFill>
              <a:effectLst/>
              <a:uLnTx/>
              <a:uFillTx/>
              <a:latin typeface="Trebuchet MS"/>
              <a:ea typeface="+mn-ea"/>
              <a:cs typeface="+mn-cs"/>
            </a:endParaRPr>
          </a:p>
        </p:txBody>
      </p:sp>
      <p:sp>
        <p:nvSpPr>
          <p:cNvPr id="9" name="TextBox 1"/>
          <p:cNvSpPr txBox="1"/>
          <p:nvPr userDrawn="1"/>
        </p:nvSpPr>
        <p:spPr>
          <a:xfrm>
            <a:off x="824407" y="836562"/>
            <a:ext cx="1882247" cy="684418"/>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685800" rtl="0" eaLnBrk="1" fontAlgn="auto" latinLnBrk="0" hangingPunct="1">
              <a:lnSpc>
                <a:spcPct val="95000"/>
              </a:lnSpc>
              <a:spcBef>
                <a:spcPts val="0"/>
              </a:spcBef>
              <a:spcAft>
                <a:spcPts val="0"/>
              </a:spcAft>
              <a:buClrTx/>
              <a:buSzTx/>
              <a:buFontTx/>
              <a:buNone/>
              <a:tabLst/>
              <a:defRPr/>
            </a:pPr>
            <a:r>
              <a:rPr kumimoji="0" lang="en-US" sz="4050" b="0" i="0" u="none" strike="noStrike" kern="1200" cap="none" spc="0" normalizeH="0" baseline="0" noProof="0" dirty="0">
                <a:ln>
                  <a:noFill/>
                </a:ln>
                <a:solidFill>
                  <a:srgbClr val="EC7016"/>
                </a:solidFill>
                <a:effectLst/>
                <a:uLnTx/>
                <a:uFillTx/>
                <a:latin typeface="Trebuchet MS"/>
                <a:ea typeface="+mn-ea"/>
                <a:cs typeface="+mn-cs"/>
              </a:rPr>
              <a:t>Agenda</a:t>
            </a:r>
          </a:p>
        </p:txBody>
      </p:sp>
    </p:spTree>
    <p:extLst>
      <p:ext uri="{BB962C8B-B14F-4D97-AF65-F5344CB8AC3E}">
        <p14:creationId xmlns:p14="http://schemas.microsoft.com/office/powerpoint/2010/main" val="1899378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8628"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endParaRPr>
          </a:p>
        </p:txBody>
      </p:sp>
      <p:sp>
        <p:nvSpPr>
          <p:cNvPr id="8" name="Rectangle 7"/>
          <p:cNvSpPr/>
          <p:nvPr userDrawn="1"/>
        </p:nvSpPr>
        <p:spPr bwMode="white">
          <a:xfrm>
            <a:off x="963557" y="1071098"/>
            <a:ext cx="710754" cy="71075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a:xfrm>
            <a:off x="963900" y="2000700"/>
            <a:ext cx="7214400" cy="24003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2545043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6965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panose="020B0603020202020204" pitchFamily="34" charset="0"/>
              <a:ea typeface="+mn-ea"/>
              <a:cs typeface="+mn-cs"/>
              <a:sym typeface="Trebuchet MS" panose="020B0603020202020204" pitchFamily="34" charset="0"/>
            </a:endParaRPr>
          </a:p>
        </p:txBody>
      </p:sp>
      <p:sp>
        <p:nvSpPr>
          <p:cNvPr id="7"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550" b="0" i="0" u="none" strike="noStrike" kern="1200" cap="none" spc="0" normalizeH="0" baseline="0" noProof="0" dirty="0">
                <a:ln>
                  <a:noFill/>
                </a:ln>
                <a:solidFill>
                  <a:srgbClr val="EC7016"/>
                </a:solidFill>
                <a:effectLst/>
                <a:uLnTx/>
                <a:uFillTx/>
                <a:latin typeface="Trebuchet MS" panose="020B0603020202020204" pitchFamily="34" charset="0"/>
                <a:ea typeface="+mj-ea"/>
                <a:cs typeface="+mj-cs"/>
                <a:sym typeface="Trebuchet MS" panose="020B0603020202020204" pitchFamily="34" charset="0"/>
              </a:rPr>
              <a:t>Agenda</a:t>
            </a:r>
          </a:p>
        </p:txBody>
      </p:sp>
      <p:cxnSp>
        <p:nvCxnSpPr>
          <p:cNvPr id="9" name="Straight Connector 8"/>
          <p:cNvCxnSpPr/>
          <p:nvPr userDrawn="1"/>
        </p:nvCxnSpPr>
        <p:spPr bwMode="white">
          <a:xfrm>
            <a:off x="464174" y="904500"/>
            <a:ext cx="8682228"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6515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0676"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a:ea typeface="+mn-ea"/>
              <a:cs typeface="+mn-cs"/>
              <a:sym typeface="Trebuchet MS" panose="020B0603020202020204" pitchFamily="34" charset="0"/>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lumMod val="50000"/>
                  </a:prstClr>
                </a:solidFill>
                <a:effectLst/>
                <a:uLnTx/>
                <a:uFillTx/>
                <a:latin typeface="Trebuchet MS"/>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10" name="TextBox 9"/>
          <p:cNvSpPr txBox="1"/>
          <p:nvPr userDrawn="1"/>
        </p:nvSpPr>
        <p:spPr>
          <a:xfrm>
            <a:off x="472502" y="2446610"/>
            <a:ext cx="870785" cy="249299"/>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a:ea typeface="+mn-ea"/>
                <a:cs typeface="+mn-cs"/>
              </a:rPr>
              <a:t>Agenda</a:t>
            </a:r>
          </a:p>
        </p:txBody>
      </p:sp>
    </p:spTree>
    <p:extLst>
      <p:ext uri="{BB962C8B-B14F-4D97-AF65-F5344CB8AC3E}">
        <p14:creationId xmlns:p14="http://schemas.microsoft.com/office/powerpoint/2010/main" val="628728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170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685800" rtl="0" eaLnBrk="1" fontAlgn="auto" latinLnBrk="0" hangingPunct="1">
              <a:lnSpc>
                <a:spcPct val="90000"/>
              </a:lnSpc>
              <a:spcBef>
                <a:spcPts val="0"/>
              </a:spcBef>
              <a:spcAft>
                <a:spcPts val="750"/>
              </a:spcAft>
              <a:buClrTx/>
              <a:buSzTx/>
              <a:buFontTx/>
              <a:buNone/>
              <a:tabLst/>
              <a:defRPr/>
            </a:pPr>
            <a:endParaRPr kumimoji="0" lang="en-US" sz="9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20" name="TextBox 19"/>
          <p:cNvSpPr txBox="1"/>
          <p:nvPr userDrawn="1"/>
        </p:nvSpPr>
        <p:spPr>
          <a:xfrm>
            <a:off x="472500" y="1933484"/>
            <a:ext cx="2114550" cy="1321259"/>
          </a:xfrm>
          <a:prstGeom prst="rect">
            <a:avLst/>
          </a:prstGeom>
          <a:noFill/>
        </p:spPr>
        <p:txBody>
          <a:bodyPr wrap="square" lIns="0" tIns="0" rIns="0" bIns="0" rtlCol="0" anchor="ctr">
            <a:spAutoFit/>
          </a:bodyPr>
          <a:lstStyle/>
          <a:p>
            <a:pPr marL="0" marR="0" lvl="0" indent="0" algn="l" defTabSz="685800" rtl="0" eaLnBrk="1" fontAlgn="auto" latinLnBrk="0" hangingPunct="1">
              <a:lnSpc>
                <a:spcPct val="106000"/>
              </a:lnSpc>
              <a:spcBef>
                <a:spcPts val="0"/>
              </a:spcBef>
              <a:spcAft>
                <a:spcPts val="525"/>
              </a:spcAft>
              <a:buClrTx/>
              <a:buSzTx/>
              <a:buFontTx/>
              <a:buNone/>
              <a:tabLst/>
              <a:defRPr/>
            </a:pPr>
            <a:r>
              <a:rPr kumimoji="0" lang="en-US" sz="4050" b="0" i="0" u="none" strike="noStrike" kern="1200" cap="none" spc="0" normalizeH="0" baseline="0" noProof="0" dirty="0">
                <a:ln>
                  <a:noFill/>
                </a:ln>
                <a:solidFill>
                  <a:srgbClr val="39302A"/>
                </a:solidFill>
                <a:effectLst/>
                <a:uLnTx/>
                <a:uFillTx/>
                <a:latin typeface="Trebuchet MS" panose="020B0603020202020204" pitchFamily="34" charset="0"/>
                <a:ea typeface="+mn-ea"/>
                <a:cs typeface="+mn-cs"/>
                <a:sym typeface="Trebuchet MS" panose="020B0603020202020204" pitchFamily="34" charset="0"/>
              </a:rPr>
              <a:t>Table of contents</a:t>
            </a: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marL="0" marR="0" lvl="0" indent="0" algn="l" defTabSz="685800" rtl="0" eaLnBrk="1" fontAlgn="auto" latinLnBrk="0" hangingPunct="1">
              <a:lnSpc>
                <a:spcPct val="90000"/>
              </a:lnSpc>
              <a:spcBef>
                <a:spcPts val="0"/>
              </a:spcBef>
              <a:spcAft>
                <a:spcPts val="450"/>
              </a:spcAft>
              <a:buClrTx/>
              <a:buSzTx/>
              <a:buFontTx/>
              <a:buNone/>
              <a:tabLst/>
              <a:defRPr/>
            </a:pPr>
            <a:r>
              <a:rPr kumimoji="0" lang="en-US" sz="525" b="0" i="0" u="none" strike="noStrike" kern="1200" cap="none" spc="0" normalizeH="0" baseline="0" noProof="0">
                <a:ln>
                  <a:noFill/>
                </a:ln>
                <a:solidFill>
                  <a:prstClr val="white"/>
                </a:solidFill>
                <a:effectLst/>
                <a:uLnTx/>
                <a:uFillTx/>
                <a:latin typeface="Trebuchet MS" panose="020B0603020202020204" pitchFamily="34" charset="0"/>
                <a:ea typeface="+mn-ea"/>
                <a:cs typeface="+mn-cs"/>
                <a:sym typeface="Trebuchet MS" panose="020B0603020202020204" pitchFamily="34" charset="0"/>
              </a:rPr>
              <a:t>Copyright © 2020 by Boston Consulting Group. All rights reserved.</a:t>
            </a:r>
            <a:endParaRPr kumimoji="0" lang="en-US" sz="525"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solidFill>
                <a:effectLst/>
                <a:uLnTx/>
                <a:uFillTx/>
                <a:latin typeface="Trebuchet MS" panose="020B0603020202020204" pitchFamily="34" charset="0"/>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597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1_Section vide">
    <p:spTree>
      <p:nvGrpSpPr>
        <p:cNvPr id="1" name=""/>
        <p:cNvGrpSpPr/>
        <p:nvPr/>
      </p:nvGrpSpPr>
      <p:grpSpPr>
        <a:xfrm>
          <a:off x="0" y="0"/>
          <a:ext cx="0" cy="0"/>
          <a:chOff x="0" y="0"/>
          <a:chExt cx="0" cy="0"/>
        </a:xfrm>
      </p:grpSpPr>
      <p:sp>
        <p:nvSpPr>
          <p:cNvPr id="7" name="Picture Placeholder 2"/>
          <p:cNvSpPr>
            <a:spLocks noGrp="1"/>
          </p:cNvSpPr>
          <p:nvPr>
            <p:ph type="pic" sz="quarter" idx="10" hasCustomPrompt="1"/>
          </p:nvPr>
        </p:nvSpPr>
        <p:spPr>
          <a:xfrm>
            <a:off x="-15879" y="0"/>
            <a:ext cx="3816713" cy="2533650"/>
          </a:xfrm>
          <a:prstGeom prst="rect">
            <a:avLst/>
          </a:prstGeom>
          <a:pattFill prst="lgCheck">
            <a:fgClr>
              <a:schemeClr val="bg2">
                <a:lumMod val="90000"/>
              </a:schemeClr>
            </a:fgClr>
            <a:bgClr>
              <a:schemeClr val="bg1"/>
            </a:bgClr>
          </a:pattFill>
        </p:spPr>
        <p:txBody>
          <a:bodyPr anchor="ctr"/>
          <a:lstStyle>
            <a:lvl1pPr marL="0" indent="0" algn="ctr">
              <a:buNone/>
              <a:defRPr sz="1200" b="1" i="0" baseline="0">
                <a:latin typeface="Source Sans Pro" charset="0"/>
                <a:ea typeface="Source Sans Pro" charset="0"/>
                <a:cs typeface="Source Sans Pro" charset="0"/>
              </a:defRPr>
            </a:lvl1pPr>
          </a:lstStyle>
          <a:p>
            <a:r>
              <a:rPr lang="en-US" err="1"/>
              <a:t>Glissez</a:t>
            </a:r>
            <a:r>
              <a:rPr lang="en-US"/>
              <a:t> </a:t>
            </a:r>
            <a:r>
              <a:rPr lang="en-US" err="1"/>
              <a:t>une</a:t>
            </a:r>
            <a:r>
              <a:rPr lang="en-US"/>
              <a:t> image</a:t>
            </a:r>
          </a:p>
        </p:txBody>
      </p:sp>
    </p:spTree>
    <p:extLst>
      <p:ext uri="{BB962C8B-B14F-4D97-AF65-F5344CB8AC3E}">
        <p14:creationId xmlns:p14="http://schemas.microsoft.com/office/powerpoint/2010/main" val="416904527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02_Summary">
    <p:spTree>
      <p:nvGrpSpPr>
        <p:cNvPr id="1" name=""/>
        <p:cNvGrpSpPr/>
        <p:nvPr/>
      </p:nvGrpSpPr>
      <p:grpSpPr>
        <a:xfrm>
          <a:off x="0" y="0"/>
          <a:ext cx="0" cy="0"/>
          <a:chOff x="0" y="0"/>
          <a:chExt cx="0" cy="0"/>
        </a:xfrm>
      </p:grpSpPr>
      <p:sp>
        <p:nvSpPr>
          <p:cNvPr id="8" name="Rectangle 7"/>
          <p:cNvSpPr/>
          <p:nvPr userDrawn="1"/>
        </p:nvSpPr>
        <p:spPr>
          <a:xfrm>
            <a:off x="6152973" y="0"/>
            <a:ext cx="299102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Trebuchet MS"/>
              <a:ea typeface="+mn-ea"/>
              <a:cs typeface="+mn-cs"/>
            </a:endParaRPr>
          </a:p>
        </p:txBody>
      </p:sp>
      <p:sp>
        <p:nvSpPr>
          <p:cNvPr id="9" name="Espace réservé du pied de page 1">
            <a:extLst>
              <a:ext uri="{FF2B5EF4-FFF2-40B4-BE49-F238E27FC236}">
                <a16:creationId xmlns:a16="http://schemas.microsoft.com/office/drawing/2014/main" id="{331D98FA-6043-E048-9284-C11F3F24F888}"/>
              </a:ext>
            </a:extLst>
          </p:cNvPr>
          <p:cNvSpPr>
            <a:spLocks noGrp="1"/>
          </p:cNvSpPr>
          <p:nvPr>
            <p:ph type="ftr" sz="quarter" idx="3"/>
          </p:nvPr>
        </p:nvSpPr>
        <p:spPr>
          <a:xfrm>
            <a:off x="253450" y="183591"/>
            <a:ext cx="1303889" cy="66299"/>
          </a:xfrm>
          <a:prstGeom prst="rect">
            <a:avLst/>
          </a:prstGeom>
          <a:solidFill>
            <a:schemeClr val="bg1"/>
          </a:solidFill>
        </p:spPr>
        <p:txBody>
          <a:bodyPr vert="horz" lIns="91440" tIns="45720" rIns="91440" bIns="45720" rtlCol="0" anchor="ctr"/>
          <a:lstStyle>
            <a:lvl1pPr algn="l">
              <a:defRPr sz="675">
                <a:solidFill>
                  <a:schemeClr val="tx1"/>
                </a:solidFill>
              </a:defRPr>
            </a:lvl1pPr>
          </a:lstStyle>
          <a:p>
            <a:pPr defTabSz="685800">
              <a:buClrTx/>
            </a:pPr>
            <a:r>
              <a:rPr lang="fr-FR" kern="1200">
                <a:solidFill>
                  <a:prstClr val="black"/>
                </a:solidFill>
                <a:latin typeface="Trebuchet MS"/>
                <a:ea typeface="+mn-ea"/>
                <a:cs typeface="+mn-cs"/>
              </a:rPr>
              <a:t>Document Header</a:t>
            </a:r>
          </a:p>
        </p:txBody>
      </p:sp>
      <p:sp>
        <p:nvSpPr>
          <p:cNvPr id="10" name="Espace réservé pour une image  10"/>
          <p:cNvSpPr>
            <a:spLocks noGrp="1" noChangeAspect="1"/>
          </p:cNvSpPr>
          <p:nvPr>
            <p:ph type="pic" sz="quarter" idx="36"/>
          </p:nvPr>
        </p:nvSpPr>
        <p:spPr>
          <a:xfrm>
            <a:off x="3909615" y="0"/>
            <a:ext cx="2239662" cy="5143500"/>
          </a:xfrm>
          <a:prstGeom prst="rect">
            <a:avLst/>
          </a:prstGeom>
        </p:spPr>
        <p:txBody>
          <a:bodyPr/>
          <a:lstStyle>
            <a:lvl1pPr>
              <a:defRPr sz="825"/>
            </a:lvl1pPr>
          </a:lstStyle>
          <a:p>
            <a:r>
              <a:rPr lang="fr-FR"/>
              <a:t>Cliquez sur l'icône pour ajouter une image</a:t>
            </a:r>
          </a:p>
        </p:txBody>
      </p:sp>
    </p:spTree>
    <p:extLst>
      <p:ext uri="{BB962C8B-B14F-4D97-AF65-F5344CB8AC3E}">
        <p14:creationId xmlns:p14="http://schemas.microsoft.com/office/powerpoint/2010/main" val="200940108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Image 15" descr="Une image contenant ver, ciel nocturne&#10;&#10;Description générée automatiquement">
            <a:extLst>
              <a:ext uri="{FF2B5EF4-FFF2-40B4-BE49-F238E27FC236}">
                <a16:creationId xmlns:a16="http://schemas.microsoft.com/office/drawing/2014/main" id="{6D0AC165-58E6-4D57-A88C-46FF345E0DAC}"/>
              </a:ext>
            </a:extLst>
          </p:cNvPr>
          <p:cNvPicPr>
            <a:picLocks noChangeAspect="1"/>
          </p:cNvPicPr>
          <p:nvPr userDrawn="1"/>
        </p:nvPicPr>
        <p:blipFill rotWithShape="1">
          <a:blip r:embed="rId5" cstate="print">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2658" y="3708"/>
            <a:ext cx="9140748" cy="3916649"/>
          </a:xfrm>
          <a:prstGeom prst="rect">
            <a:avLst/>
          </a:prstGeom>
          <a:ln>
            <a:solidFill>
              <a:schemeClr val="tx1"/>
            </a:solidFill>
          </a:ln>
        </p:spPr>
      </p:pic>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12004790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73748" name="Diapositive think-cell" r:id="rId6" imgW="384" imgH="384" progId="TCLayout.ActiveDocument.1">
                  <p:embed/>
                </p:oleObj>
              </mc:Choice>
              <mc:Fallback>
                <p:oleObj name="Diapositive think-cell" r:id="rId6" imgW="384" imgH="384" progId="TCLayout.ActiveDocument.1">
                  <p:embed/>
                  <p:pic>
                    <p:nvPicPr>
                      <p:cNvPr id="4" name="Object 3"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3" name="Rectangle 2"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sp>
        <p:nvSpPr>
          <p:cNvPr id="20" name="Picture Placeholder 8"/>
          <p:cNvSpPr>
            <a:spLocks noGrp="1"/>
          </p:cNvSpPr>
          <p:nvPr>
            <p:ph type="pic" sz="quarter" idx="13" hasCustomPrompt="1"/>
          </p:nvPr>
        </p:nvSpPr>
        <p:spPr>
          <a:xfrm>
            <a:off x="493848"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2347193" y="454660"/>
            <a:ext cx="6093900" cy="4147200"/>
          </a:xfrm>
          <a:prstGeom prst="rect">
            <a:avLst/>
          </a:prstGeom>
          <a:gradFill flip="none" rotWithShape="1">
            <a:gsLst>
              <a:gs pos="24000">
                <a:schemeClr val="accent1">
                  <a:alpha val="79000"/>
                </a:schemeClr>
              </a:gs>
              <a:gs pos="100000">
                <a:schemeClr val="tx2">
                  <a:alpha val="9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2712053" y="4655882"/>
            <a:ext cx="5151600" cy="245361"/>
          </a:xfrm>
          <a:prstGeom prst="rect">
            <a:avLst/>
          </a:prstGeom>
          <a:noFill/>
        </p:spPr>
        <p:txBody>
          <a:bodyPr anchor="ctr"/>
          <a:lstStyle>
            <a:lvl1pPr algn="l">
              <a:lnSpc>
                <a:spcPct val="110000"/>
              </a:lnSpc>
              <a:buNone/>
              <a:defRPr sz="900" b="1" cap="all" baseline="0">
                <a:solidFill>
                  <a:schemeClr val="tx1"/>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2712053" y="4121781"/>
            <a:ext cx="5151600" cy="327146"/>
          </a:xfrm>
          <a:prstGeom prst="rect">
            <a:avLst/>
          </a:prstGeom>
        </p:spPr>
        <p:txBody>
          <a:bodyPr anchor="ctr"/>
          <a:lstStyle>
            <a:lvl1pPr marL="0" indent="0" algn="l">
              <a:lnSpc>
                <a:spcPct val="110000"/>
              </a:lnSpc>
              <a:buNone/>
              <a:defRPr sz="1200" baseline="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2712053" y="1414683"/>
            <a:ext cx="5151600" cy="2353817"/>
          </a:xfrm>
          <a:prstGeom prst="rect">
            <a:avLst/>
          </a:prstGeom>
        </p:spPr>
        <p:txBody>
          <a:bodyPr anchor="b">
            <a:normAutofit/>
          </a:bodyPr>
          <a:lstStyle>
            <a:lvl1pPr algn="l">
              <a:lnSpc>
                <a:spcPct val="93000"/>
              </a:lnSpc>
              <a:defRPr sz="4050" baseline="0">
                <a:solidFill>
                  <a:schemeClr val="bg1"/>
                </a:solidFill>
                <a:latin typeface="DaunPenh" panose="020B0604020202020204" pitchFamily="2" charset="0"/>
                <a:cs typeface="DaunPenh" panose="020B0604020202020204" pitchFamily="2" charset="0"/>
                <a:sym typeface="Trebuchet MS" panose="020B0603020202020204" pitchFamily="34" charset="0"/>
              </a:defRPr>
            </a:lvl1pPr>
          </a:lstStyle>
          <a:p>
            <a:r>
              <a:rPr lang="en-US" dirty="0"/>
              <a:t>Title in Title Case</a:t>
            </a:r>
          </a:p>
        </p:txBody>
      </p:sp>
      <p:pic>
        <p:nvPicPr>
          <p:cNvPr id="24" name="Image 23" descr="logo SEVEN-01.png">
            <a:extLst>
              <a:ext uri="{FF2B5EF4-FFF2-40B4-BE49-F238E27FC236}">
                <a16:creationId xmlns:a16="http://schemas.microsoft.com/office/drawing/2014/main" id="{DEA8D59C-6EBE-45F1-A887-4E3CDF4D32D3}"/>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7242641" y="752133"/>
            <a:ext cx="909733" cy="859156"/>
          </a:xfrm>
          <a:prstGeom prst="rect">
            <a:avLst/>
          </a:prstGeom>
        </p:spPr>
      </p:pic>
    </p:spTree>
    <p:extLst>
      <p:ext uri="{BB962C8B-B14F-4D97-AF65-F5344CB8AC3E}">
        <p14:creationId xmlns:p14="http://schemas.microsoft.com/office/powerpoint/2010/main" val="26547122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472500" y="467101"/>
            <a:ext cx="81999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4067757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472501" y="467101"/>
            <a:ext cx="8200013" cy="353174"/>
          </a:xfrm>
        </p:spPr>
        <p:txBody>
          <a:bodyPr/>
          <a:lstStyle>
            <a:lvl1pPr>
              <a:defRPr sz="255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472051" y="1564222"/>
            <a:ext cx="8200351" cy="3066848"/>
          </a:xfrm>
        </p:spPr>
        <p:txBody>
          <a:bodyPr/>
          <a:lstStyle>
            <a:lvl1pPr>
              <a:lnSpc>
                <a:spcPct val="100000"/>
              </a:lnSpc>
              <a:spcBef>
                <a:spcPts val="0"/>
              </a:spcBef>
              <a:spcAft>
                <a:spcPts val="0"/>
              </a:spcAft>
              <a:defRPr sz="1500"/>
            </a:lvl1pPr>
            <a:lvl2pPr>
              <a:lnSpc>
                <a:spcPct val="100000"/>
              </a:lnSpc>
              <a:spcBef>
                <a:spcPts val="0"/>
              </a:spcBef>
              <a:spcAft>
                <a:spcPts val="0"/>
              </a:spcAft>
              <a:defRPr sz="1500"/>
            </a:lvl2pPr>
            <a:lvl3pPr>
              <a:lnSpc>
                <a:spcPct val="100000"/>
              </a:lnSpc>
              <a:spcBef>
                <a:spcPts val="0"/>
              </a:spcBef>
              <a:spcAft>
                <a:spcPts val="0"/>
              </a:spcAft>
              <a:defRPr sz="1500"/>
            </a:lvl3pPr>
            <a:lvl4pPr>
              <a:lnSpc>
                <a:spcPct val="100000"/>
              </a:lnSpc>
              <a:spcBef>
                <a:spcPts val="0"/>
              </a:spcBef>
              <a:spcAft>
                <a:spcPts val="0"/>
              </a:spcAft>
              <a:defRPr sz="2100"/>
            </a:lvl4pPr>
            <a:lvl5pPr>
              <a:lnSpc>
                <a:spcPct val="100000"/>
              </a:lnSpc>
              <a:spcBef>
                <a:spcPts val="0"/>
              </a:spcBef>
              <a:spcAft>
                <a:spcPts val="0"/>
              </a:spcAft>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663484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472500" y="1158205"/>
            <a:ext cx="2589300" cy="1121846"/>
          </a:xfrm>
          <a:noFill/>
        </p:spPr>
        <p:txBody>
          <a:bodyPr wrap="square" lIns="0" tIns="0" rIns="320040" bIns="0" anchor="b">
            <a:noAutofit/>
          </a:bodyPr>
          <a:lstStyle>
            <a:lvl1pPr>
              <a:defRPr sz="2400">
                <a:solidFill>
                  <a:schemeClr val="tx2"/>
                </a:solidFill>
                <a:latin typeface="+mj-lt"/>
              </a:defRPr>
            </a:lvl1pPr>
          </a:lstStyle>
          <a:p>
            <a:r>
              <a:rPr lang="en-US" dirty="0"/>
              <a:t>Click to add title</a:t>
            </a: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5538261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963558" y="2001031"/>
            <a:ext cx="7215368" cy="2400770"/>
          </a:xfrm>
          <a:prstGeom prst="rect">
            <a:avLst/>
          </a:prstGeom>
          <a:ln w="9525">
            <a:solidFill>
              <a:schemeClr val="bg1"/>
            </a:solidFill>
          </a:ln>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59" name="Rectangle 58"/>
          <p:cNvSpPr/>
          <p:nvPr userDrawn="1"/>
        </p:nvSpPr>
        <p:spPr bwMode="white">
          <a:xfrm>
            <a:off x="963557" y="1071098"/>
            <a:ext cx="710754" cy="710754"/>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75170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464174" y="2760012"/>
            <a:ext cx="8682228"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70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7"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1" y="0"/>
            <a:ext cx="30596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606541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3" name="Rectangle 12"/>
          <p:cNvSpPr/>
          <p:nvPr userDrawn="1"/>
        </p:nvSpPr>
        <p:spPr bwMode="white">
          <a:xfrm>
            <a:off x="1" y="0"/>
            <a:ext cx="5378967"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7" name="TextBox 16"/>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2138730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1"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5708563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2" name="Rectangle 11"/>
          <p:cNvSpPr/>
          <p:nvPr userDrawn="1"/>
        </p:nvSpPr>
        <p:spPr>
          <a:xfrm>
            <a:off x="4572000" y="0"/>
            <a:ext cx="4572000" cy="51435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2348629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0" name="Rectangle 9"/>
          <p:cNvSpPr/>
          <p:nvPr userDrawn="1"/>
        </p:nvSpPr>
        <p:spPr bwMode="gray">
          <a:xfrm>
            <a:off x="5864659" y="0"/>
            <a:ext cx="327934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7115177" y="2937969"/>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472500" y="1353488"/>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743593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472501" y="2073154"/>
            <a:ext cx="1858979" cy="985733"/>
          </a:xfrm>
          <a:prstGeom prst="rect">
            <a:avLst/>
          </a:prstGeom>
        </p:spPr>
        <p:txBody>
          <a:bodyPr anchor="ctr">
            <a:noAutofit/>
          </a:bodyPr>
          <a:lstStyle>
            <a:lvl1pPr>
              <a:defRPr sz="24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920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2073154"/>
            <a:ext cx="1858979" cy="985733"/>
          </a:xfrm>
        </p:spPr>
        <p:txBody>
          <a:bodyPr anchor="ctr" anchorCtr="0">
            <a:noAutofit/>
          </a:bodyPr>
          <a:lstStyle>
            <a:lvl1pPr>
              <a:defRPr sz="24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191548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47153520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4772"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TextBox 4"/>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407019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6059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7884591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1" y="0"/>
            <a:ext cx="477266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5016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46785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613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825764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7923029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97521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699450072"/>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5796" name="Diapositive think-cell" r:id="rId4" imgW="324" imgH="324" progId="TCLayout.ActiveDocument.1">
                  <p:embed/>
                </p:oleObj>
              </mc:Choice>
              <mc:Fallback>
                <p:oleObj name="Diapositive think-cell" r:id="rId4" imgW="324" imgH="32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2044284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472500" y="467101"/>
            <a:ext cx="8199900" cy="353174"/>
          </a:xfrm>
        </p:spPr>
        <p:txBody>
          <a:bodyPr/>
          <a:lstStyle>
            <a:lvl1pPr>
              <a:defRPr sz="255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7135032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5922949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771557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3772163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6820" name="Diapositive think-cell" r:id="rId4" imgW="384" imgH="384" progId="TCLayout.ActiveDocument.1">
                  <p:embed/>
                </p:oleObj>
              </mc:Choice>
              <mc:Fallback>
                <p:oleObj name="Diapositive think-cell" r:id="rId4" imgW="384" imgH="38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9" name="Picture 8" descr="A picture containing person&#10;&#10;Description automatically generated">
            <a:extLst>
              <a:ext uri="{FF2B5EF4-FFF2-40B4-BE49-F238E27FC236}">
                <a16:creationId xmlns:a16="http://schemas.microsoft.com/office/drawing/2014/main" id="{556D4492-000B-4D82-BE09-85D7601E7C43}"/>
              </a:ext>
            </a:extLst>
          </p:cNvPr>
          <p:cNvPicPr>
            <a:picLocks/>
          </p:cNvPicPr>
          <p:nvPr userDrawn="1"/>
        </p:nvPicPr>
        <p:blipFill>
          <a:blip r:embed="rId6"/>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33439760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589565563"/>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77844" name="Diapositive think-cell" r:id="rId6" imgW="384" imgH="384" progId="TCLayout.ActiveDocument.1">
                  <p:embed/>
                </p:oleObj>
              </mc:Choice>
              <mc:Fallback>
                <p:oleObj name="Diapositive think-cell" r:id="rId6" imgW="384" imgH="384" progId="TCLayout.ActiveDocument.1">
                  <p:embed/>
                  <p:pic>
                    <p:nvPicPr>
                      <p:cNvPr id="3" name="Object 2"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2" name="Rectangle 1"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pic>
        <p:nvPicPr>
          <p:cNvPr id="16" name="TitleAndEndImages">
            <a:extLst>
              <a:ext uri="{FF2B5EF4-FFF2-40B4-BE49-F238E27FC236}">
                <a16:creationId xmlns:a16="http://schemas.microsoft.com/office/drawing/2014/main" id="{F9914E51-7D9C-4889-BF5B-943C11606E06}"/>
              </a:ext>
            </a:extLst>
          </p:cNvPr>
          <p:cNvPicPr>
            <a:picLocks noChangeAspect="1"/>
          </p:cNvPicPr>
          <p:nvPr userDrawn="1">
            <p:custDataLst>
              <p:tags r:id="rId4"/>
            </p:custDataLst>
          </p:nvPr>
        </p:nvPicPr>
        <p:blipFill rotWithShape="1">
          <a:blip r:embed="rId9" cstate="print">
            <a:extLst>
              <a:ext uri="{28A0092B-C50C-407E-A947-70E740481C1C}">
                <a14:useLocalDpi xmlns:a14="http://schemas.microsoft.com/office/drawing/2010/main"/>
              </a:ext>
            </a:extLst>
          </a:blip>
          <a:srcRect/>
          <a:stretch/>
        </p:blipFill>
        <p:spPr>
          <a:xfrm>
            <a:off x="0" y="-22485"/>
            <a:ext cx="9144000" cy="3957638"/>
          </a:xfrm>
          <a:prstGeom prst="rect">
            <a:avLst/>
          </a:prstGeom>
        </p:spPr>
      </p:pic>
      <p:sp>
        <p:nvSpPr>
          <p:cNvPr id="20" name="Picture Placeholder 8"/>
          <p:cNvSpPr>
            <a:spLocks noGrp="1"/>
          </p:cNvSpPr>
          <p:nvPr>
            <p:ph type="pic" sz="quarter" idx="13" hasCustomPrompt="1"/>
          </p:nvPr>
        </p:nvSpPr>
        <p:spPr>
          <a:xfrm>
            <a:off x="7024922"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838061" y="4121781"/>
            <a:ext cx="5151600" cy="327146"/>
          </a:xfrm>
          <a:prstGeom prst="rect">
            <a:avLst/>
          </a:prstGeom>
        </p:spPr>
        <p:txBody>
          <a:bodyPr anchor="ctr"/>
          <a:lstStyle>
            <a:lvl1pPr marL="0" indent="0" algn="l">
              <a:lnSpc>
                <a:spcPct val="110000"/>
              </a:lnSpc>
              <a:buNone/>
              <a:defRPr sz="120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838061" y="1414683"/>
            <a:ext cx="5151600" cy="2353817"/>
          </a:xfrm>
        </p:spPr>
        <p:txBody>
          <a:bodyPr anchor="b">
            <a:normAutofit/>
          </a:bodyPr>
          <a:lstStyle>
            <a:lvl1pPr algn="l">
              <a:lnSpc>
                <a:spcPct val="93000"/>
              </a:lnSpc>
              <a:defRPr sz="405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4290867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472501" y="467102"/>
            <a:ext cx="8200013" cy="2492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474350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472050" y="1564221"/>
            <a:ext cx="8200463" cy="3054732"/>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4220758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472500" y="1619242"/>
            <a:ext cx="2808000" cy="406265"/>
          </a:xfrm>
          <a:prstGeom prst="rect">
            <a:avLst/>
          </a:prstGeom>
        </p:spPr>
        <p:txBody>
          <a:bodyPr>
            <a:noAutofit/>
          </a:bodyPr>
          <a:lstStyle>
            <a:lvl1pPr marL="0" indent="0" algn="l">
              <a:buNone/>
              <a:defRPr sz="1200">
                <a:solidFill>
                  <a:schemeClr val="tx2"/>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add subtitle</a:t>
            </a:r>
          </a:p>
        </p:txBody>
      </p:sp>
      <p:sp>
        <p:nvSpPr>
          <p:cNvPr id="9" name="Title 4"/>
          <p:cNvSpPr>
            <a:spLocks noGrp="1"/>
          </p:cNvSpPr>
          <p:nvPr>
            <p:ph type="title" hasCustomPrompt="1"/>
          </p:nvPr>
        </p:nvSpPr>
        <p:spPr>
          <a:xfrm>
            <a:off x="472500" y="920286"/>
            <a:ext cx="2808000" cy="498598"/>
          </a:xfrm>
        </p:spPr>
        <p:txBody>
          <a:bodyPr anchor="t">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7782242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963558" y="2001031"/>
            <a:ext cx="7215368" cy="2400770"/>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960521" y="1068062"/>
            <a:ext cx="713791" cy="71379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010271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472501" y="2760012"/>
            <a:ext cx="8668940"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5143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8"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4" name="Rectangle 23"/>
          <p:cNvSpPr/>
          <p:nvPr userDrawn="1"/>
        </p:nvSpPr>
        <p:spPr bwMode="white">
          <a:xfrm>
            <a:off x="1" y="0"/>
            <a:ext cx="305963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020430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4" name="Rectangle 13"/>
          <p:cNvSpPr/>
          <p:nvPr userDrawn="1"/>
        </p:nvSpPr>
        <p:spPr bwMode="white">
          <a:xfrm>
            <a:off x="1" y="0"/>
            <a:ext cx="53789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472501" y="467102"/>
            <a:ext cx="470739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856307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6771936" y="0"/>
            <a:ext cx="312713" cy="5143500"/>
          </a:xfrm>
          <a:prstGeom prst="rect">
            <a:avLst/>
          </a:prstGeom>
        </p:spPr>
      </p:pic>
      <p:sp>
        <p:nvSpPr>
          <p:cNvPr id="10" name="Rectangle 9"/>
          <p:cNvSpPr/>
          <p:nvPr userDrawn="1"/>
        </p:nvSpPr>
        <p:spPr bwMode="white">
          <a:xfrm>
            <a:off x="0" y="0"/>
            <a:ext cx="6775704"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6076188"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6081594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4"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5626597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1" name="Rectangle 10"/>
          <p:cNvSpPr/>
          <p:nvPr userDrawn="1"/>
        </p:nvSpPr>
        <p:spPr>
          <a:xfrm>
            <a:off x="4572000" y="0"/>
            <a:ext cx="4572000" cy="51435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814367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1" name="Rectangle 10"/>
          <p:cNvSpPr/>
          <p:nvPr userDrawn="1"/>
        </p:nvSpPr>
        <p:spPr bwMode="gray">
          <a:xfrm>
            <a:off x="5864659" y="0"/>
            <a:ext cx="327934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473202" y="1339200"/>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1287736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56951237"/>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8868"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472501" y="2073154"/>
            <a:ext cx="1858979" cy="985733"/>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92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472501" y="2073154"/>
            <a:ext cx="1858979" cy="985733"/>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872749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407019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93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2483954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689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9069980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4627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858411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0" name="TextBox 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18118113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1894905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6277766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9892" name="Diapositive think-cell" r:id="rId4" imgW="384" imgH="384" progId="TCLayout.ActiveDocument.1">
                  <p:embed/>
                </p:oleObj>
              </mc:Choice>
              <mc:Fallback>
                <p:oleObj name="Diapositive think-cell" r:id="rId4" imgW="384" imgH="38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699460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86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1" name="TextBox 10"/>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514312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685510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23308539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0916" name="Diapositive think-cell" r:id="rId5" imgW="384" imgH="384" progId="TCLayout.ActiveDocument.1">
                  <p:embed/>
                </p:oleObj>
              </mc:Choice>
              <mc:Fallback>
                <p:oleObj name="Diapositive think-cell" r:id="rId5" imgW="384" imgH="384"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pic>
        <p:nvPicPr>
          <p:cNvPr id="7" name="TitleAndEndImages">
            <a:extLst>
              <a:ext uri="{FF2B5EF4-FFF2-40B4-BE49-F238E27FC236}">
                <a16:creationId xmlns:a16="http://schemas.microsoft.com/office/drawing/2014/main" id="{5D1A33BC-588E-4C5A-9BCE-9C5AA9C9ABB3}"/>
              </a:ext>
            </a:extLst>
          </p:cNvPr>
          <p:cNvPicPr>
            <a:picLocks noChangeAspect="1"/>
          </p:cNvPicPr>
          <p:nvPr userDrawn="1">
            <p:custDataLst>
              <p:tags r:id="rId3"/>
            </p:custDataLst>
          </p:nvPr>
        </p:nvPicPr>
        <p:blipFill>
          <a:blip r:embed="rId7">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36919236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1940" name="Diapositive think-cell" r:id="rId5" imgW="270" imgH="270" progId="TCLayout.ActiveDocument.1">
                  <p:embed/>
                </p:oleObj>
              </mc:Choice>
              <mc:Fallback>
                <p:oleObj name="Diapositive think-cell" r:id="rId5" imgW="270" imgH="270" progId="TCLayout.ActiveDocument.1">
                  <p:embed/>
                  <p:pic>
                    <p:nvPicPr>
                      <p:cNvPr id="3" name="Object 2"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041110" y="3518391"/>
            <a:ext cx="697003" cy="746906"/>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1882112" y="3518390"/>
            <a:ext cx="1177614" cy="1101132"/>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2" name="TextBox 1"/>
          <p:cNvSpPr txBox="1"/>
          <p:nvPr userDrawn="1"/>
        </p:nvSpPr>
        <p:spPr>
          <a:xfrm>
            <a:off x="472500" y="680401"/>
            <a:ext cx="2586600" cy="915351"/>
          </a:xfrm>
          <a:prstGeom prst="rect">
            <a:avLst/>
          </a:prstGeom>
          <a:noFill/>
          <a:ln>
            <a:solidFill>
              <a:schemeClr val="bg1"/>
            </a:solidFill>
          </a:ln>
        </p:spPr>
        <p:txBody>
          <a:bodyPr wrap="square" lIns="459000" tIns="351000" rIns="0" bIns="0" rtlCol="0" anchor="t">
            <a:spAutoFit/>
          </a:bodyPr>
          <a:lstStyle/>
          <a:p>
            <a:pPr>
              <a:lnSpc>
                <a:spcPct val="90000"/>
              </a:lnSpc>
              <a:spcAft>
                <a:spcPts val="450"/>
              </a:spcAft>
            </a:pPr>
            <a:endParaRPr lang="en-US" sz="4050" dirty="0">
              <a:solidFill>
                <a:schemeClr val="bg1"/>
              </a:solidFill>
            </a:endParaRPr>
          </a:p>
        </p:txBody>
      </p:sp>
      <p:sp>
        <p:nvSpPr>
          <p:cNvPr id="10" name="TextBox 1"/>
          <p:cNvSpPr txBox="1"/>
          <p:nvPr userDrawn="1"/>
        </p:nvSpPr>
        <p:spPr>
          <a:xfrm>
            <a:off x="824407" y="836562"/>
            <a:ext cx="1882247" cy="684418"/>
          </a:xfrm>
          <a:prstGeom prst="rect">
            <a:avLst/>
          </a:prstGeom>
          <a:noFill/>
        </p:spPr>
        <p:txBody>
          <a:bodyPr wrap="none" rtlCol="0">
            <a:spAutoFit/>
          </a:bodyPr>
          <a:lstStyle/>
          <a:p>
            <a:pPr algn="ctr" fontAlgn="auto">
              <a:lnSpc>
                <a:spcPct val="95000"/>
              </a:lnSpc>
              <a:spcBef>
                <a:spcPts val="0"/>
              </a:spcBef>
              <a:spcAft>
                <a:spcPts val="0"/>
              </a:spcAft>
            </a:pPr>
            <a:r>
              <a:rPr lang="en-US" sz="4050" dirty="0">
                <a:solidFill>
                  <a:schemeClr val="bg1"/>
                </a:solidFill>
                <a:latin typeface="+mj-lt"/>
              </a:rPr>
              <a:t>Agenda</a:t>
            </a:r>
          </a:p>
        </p:txBody>
      </p:sp>
    </p:spTree>
    <p:extLst>
      <p:ext uri="{BB962C8B-B14F-4D97-AF65-F5344CB8AC3E}">
        <p14:creationId xmlns:p14="http://schemas.microsoft.com/office/powerpoint/2010/main" val="24081135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881110013"/>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2964"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963557" y="1071098"/>
            <a:ext cx="710754" cy="71075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963900" y="2000700"/>
            <a:ext cx="7214400" cy="24003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18592226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3988"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bg1"/>
                </a:solidFill>
              </a:rPr>
              <a:t>Agenda</a:t>
            </a:r>
          </a:p>
        </p:txBody>
      </p:sp>
      <p:cxnSp>
        <p:nvCxnSpPr>
          <p:cNvPr id="13" name="Straight Connector 12"/>
          <p:cNvCxnSpPr/>
          <p:nvPr userDrawn="1"/>
        </p:nvCxnSpPr>
        <p:spPr bwMode="white">
          <a:xfrm>
            <a:off x="464174" y="904500"/>
            <a:ext cx="8682228"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969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501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472502" y="2405788"/>
            <a:ext cx="1160357" cy="332399"/>
          </a:xfrm>
          <a:prstGeom prst="rect">
            <a:avLst/>
          </a:prstGeom>
          <a:noFill/>
        </p:spPr>
        <p:txBody>
          <a:bodyPr wrap="square" lIns="0" tIns="0" rIns="0" bIns="0" rtlCol="0" anchor="t">
            <a:spAutoFit/>
          </a:bodyPr>
          <a:lstStyle/>
          <a:p>
            <a:pPr>
              <a:lnSpc>
                <a:spcPct val="90000"/>
              </a:lnSpc>
              <a:spcAft>
                <a:spcPts val="450"/>
              </a:spcAft>
            </a:pPr>
            <a:r>
              <a:rPr lang="en-US" sz="2400" dirty="0">
                <a:solidFill>
                  <a:schemeClr val="bg1"/>
                </a:solidFill>
              </a:rPr>
              <a:t>Agenda</a:t>
            </a:r>
          </a:p>
        </p:txBody>
      </p:sp>
    </p:spTree>
    <p:extLst>
      <p:ext uri="{BB962C8B-B14F-4D97-AF65-F5344CB8AC3E}">
        <p14:creationId xmlns:p14="http://schemas.microsoft.com/office/powerpoint/2010/main" val="35187445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6036" name="Diapositive think-cell" r:id="rId5" imgW="270" imgH="270" progId="TCLayout.ActiveDocument.1">
                  <p:embed/>
                </p:oleObj>
              </mc:Choice>
              <mc:Fallback>
                <p:oleObj name="Diapositive think-cell" r:id="rId5" imgW="270" imgH="270"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041110" y="3518391"/>
            <a:ext cx="697003" cy="746906"/>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1882112" y="3518390"/>
            <a:ext cx="1177614" cy="1101132"/>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11" name="TextBox 10"/>
          <p:cNvSpPr txBox="1"/>
          <p:nvPr userDrawn="1"/>
        </p:nvSpPr>
        <p:spPr>
          <a:xfrm>
            <a:off x="472500" y="680400"/>
            <a:ext cx="2586600" cy="915351"/>
          </a:xfrm>
          <a:prstGeom prst="rect">
            <a:avLst/>
          </a:prstGeom>
          <a:noFill/>
          <a:ln>
            <a:solidFill>
              <a:schemeClr val="accent4"/>
            </a:solidFill>
          </a:ln>
        </p:spPr>
        <p:txBody>
          <a:bodyPr wrap="square" lIns="459000" tIns="351000" rIns="0" bIns="0" rtlCol="0" anchor="t">
            <a:spAutoFit/>
          </a:bodyPr>
          <a:lstStyle/>
          <a:p>
            <a:pPr>
              <a:lnSpc>
                <a:spcPct val="90000"/>
              </a:lnSpc>
              <a:spcAft>
                <a:spcPts val="450"/>
              </a:spcAft>
            </a:pPr>
            <a:endParaRPr lang="en-US" sz="4050" dirty="0">
              <a:solidFill>
                <a:schemeClr val="accent4"/>
              </a:solidFill>
            </a:endParaRPr>
          </a:p>
        </p:txBody>
      </p:sp>
      <p:sp>
        <p:nvSpPr>
          <p:cNvPr id="9" name="TextBox 1"/>
          <p:cNvSpPr txBox="1"/>
          <p:nvPr userDrawn="1"/>
        </p:nvSpPr>
        <p:spPr>
          <a:xfrm>
            <a:off x="824407" y="836562"/>
            <a:ext cx="1882247" cy="684418"/>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4050" dirty="0"/>
              <a:t>Agenda</a:t>
            </a:r>
          </a:p>
        </p:txBody>
      </p:sp>
    </p:spTree>
    <p:extLst>
      <p:ext uri="{BB962C8B-B14F-4D97-AF65-F5344CB8AC3E}">
        <p14:creationId xmlns:p14="http://schemas.microsoft.com/office/powerpoint/2010/main" val="735910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90335943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706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963557" y="1071098"/>
            <a:ext cx="710754" cy="71075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963900" y="2000700"/>
            <a:ext cx="7214400" cy="24003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4150957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8084"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accent4"/>
                </a:solidFill>
              </a:rPr>
              <a:t>Agenda</a:t>
            </a:r>
          </a:p>
        </p:txBody>
      </p:sp>
      <p:cxnSp>
        <p:nvCxnSpPr>
          <p:cNvPr id="9" name="Straight Connector 8"/>
          <p:cNvCxnSpPr/>
          <p:nvPr userDrawn="1"/>
        </p:nvCxnSpPr>
        <p:spPr bwMode="white">
          <a:xfrm>
            <a:off x="464174" y="904500"/>
            <a:ext cx="8682228"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5783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89108"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472502" y="2446610"/>
            <a:ext cx="870785" cy="249299"/>
          </a:xfrm>
          <a:prstGeom prst="rect">
            <a:avLst/>
          </a:prstGeom>
          <a:noFill/>
        </p:spPr>
        <p:txBody>
          <a:bodyPr wrap="square" lIns="0" tIns="0" rIns="0" bIns="0" rtlCol="0" anchor="t">
            <a:spAutoFit/>
          </a:bodyPr>
          <a:lstStyle/>
          <a:p>
            <a:pPr>
              <a:lnSpc>
                <a:spcPct val="90000"/>
              </a:lnSpc>
              <a:spcAft>
                <a:spcPts val="450"/>
              </a:spcAft>
            </a:pPr>
            <a:r>
              <a:rPr lang="en-US" sz="1800" dirty="0">
                <a:solidFill>
                  <a:schemeClr val="bg1"/>
                </a:solidFill>
              </a:rPr>
              <a:t>Agenda</a:t>
            </a:r>
          </a:p>
        </p:txBody>
      </p:sp>
    </p:spTree>
    <p:extLst>
      <p:ext uri="{BB962C8B-B14F-4D97-AF65-F5344CB8AC3E}">
        <p14:creationId xmlns:p14="http://schemas.microsoft.com/office/powerpoint/2010/main" val="41576762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013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4383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Contenu 1 colonne">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p:txBody>
          <a:bodyPr/>
          <a:lstStyle>
            <a:lvl1pPr marL="0" indent="0">
              <a:spcBef>
                <a:spcPts val="225"/>
              </a:spcBef>
              <a:buNone/>
              <a:defRPr sz="1350">
                <a:solidFill>
                  <a:srgbClr val="002060"/>
                </a:solidFill>
              </a:defRPr>
            </a:lvl1pPr>
            <a:lvl2pPr>
              <a:spcBef>
                <a:spcPts val="0"/>
              </a:spcBef>
              <a:defRPr sz="1050"/>
            </a:lvl2pPr>
            <a:lvl3pPr>
              <a:spcBef>
                <a:spcPts val="0"/>
              </a:spcBef>
              <a:defRPr/>
            </a:lvl3pPr>
          </a:lstStyle>
          <a:p>
            <a:pPr lvl="0"/>
            <a:r>
              <a:rPr lang="fr-FR"/>
              <a:t> </a:t>
            </a:r>
          </a:p>
        </p:txBody>
      </p:sp>
      <p:sp>
        <p:nvSpPr>
          <p:cNvPr id="4" name="Espace réservé du pied de page 4"/>
          <p:cNvSpPr>
            <a:spLocks noGrp="1"/>
          </p:cNvSpPr>
          <p:nvPr>
            <p:ph type="ftr" sz="quarter" idx="10"/>
          </p:nvPr>
        </p:nvSpPr>
        <p:spPr/>
        <p:txBody>
          <a:bodyPr/>
          <a:lstStyle>
            <a:lvl1pPr>
              <a:defRPr/>
            </a:lvl1pPr>
          </a:lstStyle>
          <a:p>
            <a:pPr>
              <a:defRPr/>
            </a:pPr>
            <a:endParaRPr lang="fr-FR"/>
          </a:p>
        </p:txBody>
      </p:sp>
      <p:sp>
        <p:nvSpPr>
          <p:cNvPr id="6" name="Espace réservé du texte 4">
            <a:extLst>
              <a:ext uri="{FF2B5EF4-FFF2-40B4-BE49-F238E27FC236}">
                <a16:creationId xmlns:a16="http://schemas.microsoft.com/office/drawing/2014/main" id="{413D4025-04C2-495D-B456-073BA4FAC023}"/>
              </a:ext>
            </a:extLst>
          </p:cNvPr>
          <p:cNvSpPr>
            <a:spLocks noGrp="1"/>
          </p:cNvSpPr>
          <p:nvPr>
            <p:ph type="body" sz="quarter" idx="35" hasCustomPrompt="1"/>
          </p:nvPr>
        </p:nvSpPr>
        <p:spPr>
          <a:xfrm>
            <a:off x="253450" y="692037"/>
            <a:ext cx="8575241" cy="205409"/>
          </a:xfrm>
          <a:prstGeom prst="rect">
            <a:avLst/>
          </a:prstGeom>
        </p:spPr>
        <p:txBody>
          <a:bodyPr anchor="t" anchorCtr="0"/>
          <a:lstStyle>
            <a:lvl1pPr marL="0" marR="0" indent="0" algn="l" defTabSz="685766" rtl="0" eaLnBrk="1" fontAlgn="auto" latinLnBrk="0" hangingPunct="1">
              <a:lnSpc>
                <a:spcPct val="90000"/>
              </a:lnSpc>
              <a:spcBef>
                <a:spcPts val="750"/>
              </a:spcBef>
              <a:spcAft>
                <a:spcPts val="0"/>
              </a:spcAft>
              <a:buClrTx/>
              <a:buSzTx/>
              <a:buFont typeface="Arial" panose="020B0604020202020204" pitchFamily="34" charset="0"/>
              <a:buNone/>
              <a:tabLst/>
              <a:defRPr lang="fr-FR" sz="1200" b="0" kern="1200" dirty="0">
                <a:solidFill>
                  <a:schemeClr val="tx1"/>
                </a:solidFill>
                <a:latin typeface="Arial"/>
                <a:ea typeface="Arial" charset="0"/>
                <a:cs typeface="Arial"/>
              </a:defRPr>
            </a:lvl1pPr>
            <a:lvl2pPr>
              <a:defRPr sz="1800">
                <a:latin typeface="Poppins"/>
              </a:defRPr>
            </a:lvl2pPr>
            <a:lvl3pPr>
              <a:defRPr sz="1800">
                <a:latin typeface="Poppins"/>
              </a:defRPr>
            </a:lvl3pPr>
            <a:lvl4pPr>
              <a:defRPr sz="1800">
                <a:latin typeface="Poppins"/>
              </a:defRPr>
            </a:lvl4pPr>
            <a:lvl5pPr>
              <a:defRPr sz="1800">
                <a:latin typeface="Poppins"/>
              </a:defRPr>
            </a:lvl5pPr>
          </a:lstStyle>
          <a:p>
            <a:pPr marL="0" marR="0" lvl="0" indent="0" algn="l" defTabSz="685766"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Sous-titre</a:t>
            </a:r>
          </a:p>
        </p:txBody>
      </p:sp>
      <p:sp>
        <p:nvSpPr>
          <p:cNvPr id="7" name="Espace réservé du texte 6">
            <a:extLst>
              <a:ext uri="{FF2B5EF4-FFF2-40B4-BE49-F238E27FC236}">
                <a16:creationId xmlns:a16="http://schemas.microsoft.com/office/drawing/2014/main" id="{6D791E7F-1785-4793-B7A2-DF67074402D0}"/>
              </a:ext>
            </a:extLst>
          </p:cNvPr>
          <p:cNvSpPr>
            <a:spLocks noGrp="1"/>
          </p:cNvSpPr>
          <p:nvPr>
            <p:ph type="body" sz="quarter" idx="36" hasCustomPrompt="1"/>
          </p:nvPr>
        </p:nvSpPr>
        <p:spPr>
          <a:xfrm>
            <a:off x="253451" y="423019"/>
            <a:ext cx="8575241" cy="269018"/>
          </a:xfrm>
          <a:prstGeom prst="rect">
            <a:avLst/>
          </a:prstGeom>
        </p:spPr>
        <p:txBody>
          <a:bodyPr anchor="t" anchorCtr="0"/>
          <a:lstStyle>
            <a:lvl1pPr marL="0" indent="0">
              <a:buNone/>
              <a:defRPr sz="1650" b="1" cap="all" spc="-113" baseline="0">
                <a:latin typeface="+mj-lt"/>
              </a:defRPr>
            </a:lvl1pPr>
          </a:lstStyle>
          <a:p>
            <a:pPr lvl="0"/>
            <a:r>
              <a:rPr lang="fr-FR"/>
              <a:t>Titre</a:t>
            </a:r>
          </a:p>
        </p:txBody>
      </p:sp>
    </p:spTree>
    <p:extLst>
      <p:ext uri="{BB962C8B-B14F-4D97-AF65-F5344CB8AC3E}">
        <p14:creationId xmlns:p14="http://schemas.microsoft.com/office/powerpoint/2010/main" val="313672485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Tree>
    <p:extLst>
      <p:ext uri="{BB962C8B-B14F-4D97-AF65-F5344CB8AC3E}">
        <p14:creationId xmlns:p14="http://schemas.microsoft.com/office/powerpoint/2010/main" val="2138551888"/>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Image 15" descr="Une image contenant ver, ciel nocturne&#10;&#10;Description générée automatiquement">
            <a:extLst>
              <a:ext uri="{FF2B5EF4-FFF2-40B4-BE49-F238E27FC236}">
                <a16:creationId xmlns:a16="http://schemas.microsoft.com/office/drawing/2014/main" id="{6D0AC165-58E6-4D57-A88C-46FF345E0DAC}"/>
              </a:ext>
            </a:extLst>
          </p:cNvPr>
          <p:cNvPicPr>
            <a:picLocks noChangeAspect="1"/>
          </p:cNvPicPr>
          <p:nvPr userDrawn="1"/>
        </p:nvPicPr>
        <p:blipFill rotWithShape="1">
          <a:blip r:embed="rId5" cstate="print">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2658" y="3708"/>
            <a:ext cx="9140748" cy="3916649"/>
          </a:xfrm>
          <a:prstGeom prst="rect">
            <a:avLst/>
          </a:prstGeom>
          <a:ln>
            <a:solidFill>
              <a:schemeClr val="tx1"/>
            </a:solidFill>
          </a:ln>
        </p:spPr>
      </p:pic>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12004790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92180" name="Diapositive think-cell" r:id="rId6" imgW="384" imgH="384" progId="TCLayout.ActiveDocument.1">
                  <p:embed/>
                </p:oleObj>
              </mc:Choice>
              <mc:Fallback>
                <p:oleObj name="Diapositive think-cell" r:id="rId6" imgW="384" imgH="384" progId="TCLayout.ActiveDocument.1">
                  <p:embed/>
                  <p:pic>
                    <p:nvPicPr>
                      <p:cNvPr id="4" name="Object 3"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3" name="Rectangle 2"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sp>
        <p:nvSpPr>
          <p:cNvPr id="20" name="Picture Placeholder 8"/>
          <p:cNvSpPr>
            <a:spLocks noGrp="1"/>
          </p:cNvSpPr>
          <p:nvPr>
            <p:ph type="pic" sz="quarter" idx="13" hasCustomPrompt="1"/>
          </p:nvPr>
        </p:nvSpPr>
        <p:spPr>
          <a:xfrm>
            <a:off x="493848"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2347193" y="454660"/>
            <a:ext cx="6093900" cy="4147200"/>
          </a:xfrm>
          <a:prstGeom prst="rect">
            <a:avLst/>
          </a:prstGeom>
          <a:gradFill flip="none" rotWithShape="1">
            <a:gsLst>
              <a:gs pos="24000">
                <a:schemeClr val="accent1">
                  <a:alpha val="79000"/>
                </a:schemeClr>
              </a:gs>
              <a:gs pos="100000">
                <a:schemeClr val="tx2">
                  <a:alpha val="9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2712053" y="4655882"/>
            <a:ext cx="5151600" cy="245361"/>
          </a:xfrm>
          <a:prstGeom prst="rect">
            <a:avLst/>
          </a:prstGeom>
          <a:noFill/>
        </p:spPr>
        <p:txBody>
          <a:bodyPr anchor="ctr"/>
          <a:lstStyle>
            <a:lvl1pPr algn="l">
              <a:lnSpc>
                <a:spcPct val="110000"/>
              </a:lnSpc>
              <a:buNone/>
              <a:defRPr sz="900" b="1" cap="all" baseline="0">
                <a:solidFill>
                  <a:schemeClr val="tx1"/>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2712053" y="4121781"/>
            <a:ext cx="5151600" cy="327146"/>
          </a:xfrm>
          <a:prstGeom prst="rect">
            <a:avLst/>
          </a:prstGeom>
        </p:spPr>
        <p:txBody>
          <a:bodyPr anchor="ctr"/>
          <a:lstStyle>
            <a:lvl1pPr marL="0" indent="0" algn="l">
              <a:lnSpc>
                <a:spcPct val="110000"/>
              </a:lnSpc>
              <a:buNone/>
              <a:defRPr sz="1200" baseline="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2712053" y="1414683"/>
            <a:ext cx="5151600" cy="2353817"/>
          </a:xfrm>
          <a:prstGeom prst="rect">
            <a:avLst/>
          </a:prstGeom>
        </p:spPr>
        <p:txBody>
          <a:bodyPr anchor="b">
            <a:normAutofit/>
          </a:bodyPr>
          <a:lstStyle>
            <a:lvl1pPr algn="l">
              <a:lnSpc>
                <a:spcPct val="93000"/>
              </a:lnSpc>
              <a:defRPr sz="4050" baseline="0">
                <a:solidFill>
                  <a:schemeClr val="bg1"/>
                </a:solidFill>
                <a:latin typeface="DaunPenh" panose="020B0604020202020204" pitchFamily="2" charset="0"/>
                <a:cs typeface="DaunPenh" panose="020B0604020202020204" pitchFamily="2" charset="0"/>
                <a:sym typeface="Trebuchet MS" panose="020B0603020202020204" pitchFamily="34" charset="0"/>
              </a:defRPr>
            </a:lvl1pPr>
          </a:lstStyle>
          <a:p>
            <a:r>
              <a:rPr lang="en-US" dirty="0"/>
              <a:t>Title in Title Case</a:t>
            </a:r>
          </a:p>
        </p:txBody>
      </p:sp>
      <p:pic>
        <p:nvPicPr>
          <p:cNvPr id="24" name="Image 23" descr="logo SEVEN-01.png">
            <a:extLst>
              <a:ext uri="{FF2B5EF4-FFF2-40B4-BE49-F238E27FC236}">
                <a16:creationId xmlns:a16="http://schemas.microsoft.com/office/drawing/2014/main" id="{DEA8D59C-6EBE-45F1-A887-4E3CDF4D32D3}"/>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7242641" y="752133"/>
            <a:ext cx="909733" cy="859156"/>
          </a:xfrm>
          <a:prstGeom prst="rect">
            <a:avLst/>
          </a:prstGeom>
        </p:spPr>
      </p:pic>
    </p:spTree>
    <p:extLst>
      <p:ext uri="{BB962C8B-B14F-4D97-AF65-F5344CB8AC3E}">
        <p14:creationId xmlns:p14="http://schemas.microsoft.com/office/powerpoint/2010/main" val="4056583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472500" y="467101"/>
            <a:ext cx="81999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9898956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472501" y="467101"/>
            <a:ext cx="8200013" cy="353174"/>
          </a:xfrm>
        </p:spPr>
        <p:txBody>
          <a:bodyPr/>
          <a:lstStyle>
            <a:lvl1pPr>
              <a:defRPr sz="255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472051" y="1564222"/>
            <a:ext cx="8200351" cy="3066848"/>
          </a:xfrm>
        </p:spPr>
        <p:txBody>
          <a:bodyPr/>
          <a:lstStyle>
            <a:lvl1pPr>
              <a:lnSpc>
                <a:spcPct val="100000"/>
              </a:lnSpc>
              <a:spcBef>
                <a:spcPts val="0"/>
              </a:spcBef>
              <a:spcAft>
                <a:spcPts val="0"/>
              </a:spcAft>
              <a:defRPr sz="1500"/>
            </a:lvl1pPr>
            <a:lvl2pPr>
              <a:lnSpc>
                <a:spcPct val="100000"/>
              </a:lnSpc>
              <a:spcBef>
                <a:spcPts val="0"/>
              </a:spcBef>
              <a:spcAft>
                <a:spcPts val="0"/>
              </a:spcAft>
              <a:defRPr sz="1500"/>
            </a:lvl2pPr>
            <a:lvl3pPr>
              <a:lnSpc>
                <a:spcPct val="100000"/>
              </a:lnSpc>
              <a:spcBef>
                <a:spcPts val="0"/>
              </a:spcBef>
              <a:spcAft>
                <a:spcPts val="0"/>
              </a:spcAft>
              <a:defRPr sz="1500"/>
            </a:lvl3pPr>
            <a:lvl4pPr>
              <a:lnSpc>
                <a:spcPct val="100000"/>
              </a:lnSpc>
              <a:spcBef>
                <a:spcPts val="0"/>
              </a:spcBef>
              <a:spcAft>
                <a:spcPts val="0"/>
              </a:spcAft>
              <a:defRPr sz="2100"/>
            </a:lvl4pPr>
            <a:lvl5pPr>
              <a:lnSpc>
                <a:spcPct val="100000"/>
              </a:lnSpc>
              <a:spcBef>
                <a:spcPts val="0"/>
              </a:spcBef>
              <a:spcAft>
                <a:spcPts val="0"/>
              </a:spcAft>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05584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472500" y="1158205"/>
            <a:ext cx="2589300" cy="1121846"/>
          </a:xfrm>
          <a:noFill/>
        </p:spPr>
        <p:txBody>
          <a:bodyPr wrap="square" lIns="0" tIns="0" rIns="320040" bIns="0" anchor="b">
            <a:noAutofit/>
          </a:bodyPr>
          <a:lstStyle>
            <a:lvl1pPr>
              <a:defRPr sz="2400">
                <a:solidFill>
                  <a:schemeClr val="tx2"/>
                </a:solidFill>
                <a:latin typeface="+mj-lt"/>
              </a:defRPr>
            </a:lvl1pPr>
          </a:lstStyle>
          <a:p>
            <a:r>
              <a:rPr lang="en-US" dirty="0"/>
              <a:t>Click to add title</a:t>
            </a: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766018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963558" y="2001031"/>
            <a:ext cx="7215368" cy="2400770"/>
          </a:xfrm>
          <a:prstGeom prst="rect">
            <a:avLst/>
          </a:prstGeom>
          <a:ln w="9525">
            <a:solidFill>
              <a:schemeClr val="bg1"/>
            </a:solidFill>
          </a:ln>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59" name="Rectangle 58"/>
          <p:cNvSpPr/>
          <p:nvPr userDrawn="1"/>
        </p:nvSpPr>
        <p:spPr bwMode="white">
          <a:xfrm>
            <a:off x="963557" y="1071098"/>
            <a:ext cx="710754" cy="710754"/>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6179572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464174" y="2760012"/>
            <a:ext cx="8682228"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5830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7"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1" y="0"/>
            <a:ext cx="30596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491519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3" name="Rectangle 12"/>
          <p:cNvSpPr/>
          <p:nvPr userDrawn="1"/>
        </p:nvSpPr>
        <p:spPr bwMode="white">
          <a:xfrm>
            <a:off x="1" y="0"/>
            <a:ext cx="5378967"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7" name="TextBox 16"/>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408445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1"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922937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2" name="Rectangle 11"/>
          <p:cNvSpPr/>
          <p:nvPr userDrawn="1"/>
        </p:nvSpPr>
        <p:spPr>
          <a:xfrm>
            <a:off x="4572000" y="0"/>
            <a:ext cx="4572000" cy="51435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559062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0" name="Rectangle 9"/>
          <p:cNvSpPr/>
          <p:nvPr userDrawn="1"/>
        </p:nvSpPr>
        <p:spPr bwMode="gray">
          <a:xfrm>
            <a:off x="5864659" y="0"/>
            <a:ext cx="327934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7115177" y="2937969"/>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472500" y="1353488"/>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18636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472501" y="2073154"/>
            <a:ext cx="1858979" cy="985733"/>
          </a:xfrm>
          <a:prstGeom prst="rect">
            <a:avLst/>
          </a:prstGeom>
        </p:spPr>
        <p:txBody>
          <a:bodyPr anchor="ctr">
            <a:noAutofit/>
          </a:bodyPr>
          <a:lstStyle>
            <a:lvl1pPr>
              <a:defRPr sz="24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827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2073154"/>
            <a:ext cx="1858979" cy="985733"/>
          </a:xfrm>
        </p:spPr>
        <p:txBody>
          <a:bodyPr anchor="ctr" anchorCtr="0">
            <a:noAutofit/>
          </a:bodyPr>
          <a:lstStyle>
            <a:lvl1pPr>
              <a:defRPr sz="24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736216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47153520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3204"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TextBox 4"/>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407019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28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3745209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1" y="0"/>
            <a:ext cx="477266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9095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761360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5360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753280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1625316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7466895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699450072"/>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4228" name="Diapositive think-cell" r:id="rId4" imgW="324" imgH="324" progId="TCLayout.ActiveDocument.1">
                  <p:embed/>
                </p:oleObj>
              </mc:Choice>
              <mc:Fallback>
                <p:oleObj name="Diapositive think-cell" r:id="rId4" imgW="324" imgH="32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3665130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472500" y="467101"/>
            <a:ext cx="8199900" cy="353174"/>
          </a:xfrm>
        </p:spPr>
        <p:txBody>
          <a:bodyPr/>
          <a:lstStyle>
            <a:lvl1pPr>
              <a:defRPr sz="255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5867921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989002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0395356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3772163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5252" name="Diapositive think-cell" r:id="rId4" imgW="384" imgH="384" progId="TCLayout.ActiveDocument.1">
                  <p:embed/>
                </p:oleObj>
              </mc:Choice>
              <mc:Fallback>
                <p:oleObj name="Diapositive think-cell" r:id="rId4" imgW="384" imgH="384"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9" name="Picture 8" descr="A picture containing person&#10;&#10;Description automatically generated">
            <a:extLst>
              <a:ext uri="{FF2B5EF4-FFF2-40B4-BE49-F238E27FC236}">
                <a16:creationId xmlns:a16="http://schemas.microsoft.com/office/drawing/2014/main" id="{556D4492-000B-4D82-BE09-85D7601E7C43}"/>
              </a:ext>
            </a:extLst>
          </p:cNvPr>
          <p:cNvPicPr>
            <a:picLocks/>
          </p:cNvPicPr>
          <p:nvPr userDrawn="1"/>
        </p:nvPicPr>
        <p:blipFill>
          <a:blip r:embed="rId6"/>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40046537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589565563"/>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96276" name="Diapositive think-cell" r:id="rId6" imgW="384" imgH="384" progId="TCLayout.ActiveDocument.1">
                  <p:embed/>
                </p:oleObj>
              </mc:Choice>
              <mc:Fallback>
                <p:oleObj name="Diapositive think-cell" r:id="rId6" imgW="384" imgH="384" progId="TCLayout.ActiveDocument.1">
                  <p:embed/>
                  <p:pic>
                    <p:nvPicPr>
                      <p:cNvPr id="3" name="Object 2"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2" name="Rectangle 1"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pic>
        <p:nvPicPr>
          <p:cNvPr id="16" name="TitleAndEndImages">
            <a:extLst>
              <a:ext uri="{FF2B5EF4-FFF2-40B4-BE49-F238E27FC236}">
                <a16:creationId xmlns:a16="http://schemas.microsoft.com/office/drawing/2014/main" id="{F9914E51-7D9C-4889-BF5B-943C11606E06}"/>
              </a:ext>
            </a:extLst>
          </p:cNvPr>
          <p:cNvPicPr>
            <a:picLocks noChangeAspect="1"/>
          </p:cNvPicPr>
          <p:nvPr userDrawn="1">
            <p:custDataLst>
              <p:tags r:id="rId4"/>
            </p:custDataLst>
          </p:nvPr>
        </p:nvPicPr>
        <p:blipFill rotWithShape="1">
          <a:blip r:embed="rId9" cstate="print">
            <a:extLst>
              <a:ext uri="{28A0092B-C50C-407E-A947-70E740481C1C}">
                <a14:useLocalDpi xmlns:a14="http://schemas.microsoft.com/office/drawing/2010/main"/>
              </a:ext>
            </a:extLst>
          </a:blip>
          <a:srcRect/>
          <a:stretch/>
        </p:blipFill>
        <p:spPr>
          <a:xfrm>
            <a:off x="0" y="-22485"/>
            <a:ext cx="9144000" cy="3957638"/>
          </a:xfrm>
          <a:prstGeom prst="rect">
            <a:avLst/>
          </a:prstGeom>
        </p:spPr>
      </p:pic>
      <p:sp>
        <p:nvSpPr>
          <p:cNvPr id="20" name="Picture Placeholder 8"/>
          <p:cNvSpPr>
            <a:spLocks noGrp="1"/>
          </p:cNvSpPr>
          <p:nvPr>
            <p:ph type="pic" sz="quarter" idx="13" hasCustomPrompt="1"/>
          </p:nvPr>
        </p:nvSpPr>
        <p:spPr>
          <a:xfrm>
            <a:off x="7024922"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838061" y="4121781"/>
            <a:ext cx="5151600" cy="327146"/>
          </a:xfrm>
          <a:prstGeom prst="rect">
            <a:avLst/>
          </a:prstGeom>
        </p:spPr>
        <p:txBody>
          <a:bodyPr anchor="ctr"/>
          <a:lstStyle>
            <a:lvl1pPr marL="0" indent="0" algn="l">
              <a:lnSpc>
                <a:spcPct val="110000"/>
              </a:lnSpc>
              <a:buNone/>
              <a:defRPr sz="120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838061" y="1414683"/>
            <a:ext cx="5151600" cy="2353817"/>
          </a:xfrm>
        </p:spPr>
        <p:txBody>
          <a:bodyPr anchor="b">
            <a:normAutofit/>
          </a:bodyPr>
          <a:lstStyle>
            <a:lvl1pPr algn="l">
              <a:lnSpc>
                <a:spcPct val="93000"/>
              </a:lnSpc>
              <a:defRPr sz="405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4256463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472501" y="467102"/>
            <a:ext cx="8200013" cy="2492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713097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472050" y="1564221"/>
            <a:ext cx="8200463" cy="3054732"/>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010005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472500" y="1619242"/>
            <a:ext cx="2808000" cy="406265"/>
          </a:xfrm>
          <a:prstGeom prst="rect">
            <a:avLst/>
          </a:prstGeom>
        </p:spPr>
        <p:txBody>
          <a:bodyPr>
            <a:noAutofit/>
          </a:bodyPr>
          <a:lstStyle>
            <a:lvl1pPr marL="0" indent="0" algn="l">
              <a:buNone/>
              <a:defRPr sz="1200">
                <a:solidFill>
                  <a:schemeClr val="tx2"/>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add subtitle</a:t>
            </a:r>
          </a:p>
        </p:txBody>
      </p:sp>
      <p:sp>
        <p:nvSpPr>
          <p:cNvPr id="9" name="Title 4"/>
          <p:cNvSpPr>
            <a:spLocks noGrp="1"/>
          </p:cNvSpPr>
          <p:nvPr>
            <p:ph type="title" hasCustomPrompt="1"/>
          </p:nvPr>
        </p:nvSpPr>
        <p:spPr>
          <a:xfrm>
            <a:off x="472500" y="920286"/>
            <a:ext cx="2808000" cy="498598"/>
          </a:xfrm>
        </p:spPr>
        <p:txBody>
          <a:bodyPr anchor="t">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4334221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963558" y="2001031"/>
            <a:ext cx="7215368" cy="2400770"/>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960521" y="1068062"/>
            <a:ext cx="713791" cy="71379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1201913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472501" y="2760012"/>
            <a:ext cx="8668940"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7719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8"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4" name="Rectangle 23"/>
          <p:cNvSpPr/>
          <p:nvPr userDrawn="1"/>
        </p:nvSpPr>
        <p:spPr bwMode="white">
          <a:xfrm>
            <a:off x="1" y="0"/>
            <a:ext cx="305963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163837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4" name="Rectangle 13"/>
          <p:cNvSpPr/>
          <p:nvPr userDrawn="1"/>
        </p:nvSpPr>
        <p:spPr bwMode="white">
          <a:xfrm>
            <a:off x="1" y="0"/>
            <a:ext cx="53789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472501" y="467102"/>
            <a:ext cx="470739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26147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V="1">
            <a:off x="6771936" y="0"/>
            <a:ext cx="312713" cy="5143500"/>
          </a:xfrm>
          <a:prstGeom prst="rect">
            <a:avLst/>
          </a:prstGeom>
        </p:spPr>
      </p:pic>
      <p:sp>
        <p:nvSpPr>
          <p:cNvPr id="10" name="Rectangle 9"/>
          <p:cNvSpPr/>
          <p:nvPr userDrawn="1"/>
        </p:nvSpPr>
        <p:spPr bwMode="white">
          <a:xfrm>
            <a:off x="0" y="0"/>
            <a:ext cx="6775704"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6076188"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023519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4"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455574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1" name="Rectangle 10"/>
          <p:cNvSpPr/>
          <p:nvPr userDrawn="1"/>
        </p:nvSpPr>
        <p:spPr>
          <a:xfrm>
            <a:off x="4572000" y="0"/>
            <a:ext cx="4572000" cy="51435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5184119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1" name="Rectangle 10"/>
          <p:cNvSpPr/>
          <p:nvPr userDrawn="1"/>
        </p:nvSpPr>
        <p:spPr bwMode="gray">
          <a:xfrm>
            <a:off x="5864659" y="0"/>
            <a:ext cx="327934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473202" y="1339200"/>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2831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56951237"/>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7300"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472501" y="2073154"/>
            <a:ext cx="1858979" cy="985733"/>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9227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472501" y="2073154"/>
            <a:ext cx="1858979" cy="985733"/>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658565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407019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316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531988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8114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2757586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420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818043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0" name="TextBox 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445678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1174563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6277766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8324" name="Diapositive think-cell" r:id="rId4" imgW="384" imgH="384" progId="TCLayout.ActiveDocument.1">
                  <p:embed/>
                </p:oleObj>
              </mc:Choice>
              <mc:Fallback>
                <p:oleObj name="Diapositive think-cell" r:id="rId4" imgW="384" imgH="384"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15128024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3642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sym typeface="Trebuchet MS" panose="020B0603020202020204" pitchFamily="34" charset="0"/>
              </a:rPr>
              <a:t>Copyright © 2020 by Boston Consulting Group. All rights reserved.</a:t>
            </a:r>
            <a:endParaRPr lang="en-US" sz="525" dirty="0">
              <a:solidFill>
                <a:schemeClr val="bg1"/>
              </a:solidFill>
              <a:latin typeface="+mn-lt"/>
              <a:sym typeface="Trebuchet MS" panose="020B0603020202020204" pitchFamily="34" charset="0"/>
            </a:endParaRPr>
          </a:p>
        </p:txBody>
      </p:sp>
      <p:sp>
        <p:nvSpPr>
          <p:cNvPr id="11" name="TextBox 10"/>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84155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345840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23308539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9348" name="Diapositive think-cell" r:id="rId5" imgW="384" imgH="384" progId="TCLayout.ActiveDocument.1">
                  <p:embed/>
                </p:oleObj>
              </mc:Choice>
              <mc:Fallback>
                <p:oleObj name="Diapositive think-cell" r:id="rId5" imgW="384" imgH="384"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pic>
        <p:nvPicPr>
          <p:cNvPr id="7" name="TitleAndEndImages">
            <a:extLst>
              <a:ext uri="{FF2B5EF4-FFF2-40B4-BE49-F238E27FC236}">
                <a16:creationId xmlns:a16="http://schemas.microsoft.com/office/drawing/2014/main" id="{5D1A33BC-588E-4C5A-9BCE-9C5AA9C9ABB3}"/>
              </a:ext>
            </a:extLst>
          </p:cNvPr>
          <p:cNvPicPr>
            <a:picLocks noChangeAspect="1"/>
          </p:cNvPicPr>
          <p:nvPr userDrawn="1">
            <p:custDataLst>
              <p:tags r:id="rId3"/>
            </p:custDataLst>
          </p:nvPr>
        </p:nvPicPr>
        <p:blipFill>
          <a:blip r:embed="rId7">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25156244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0372" name="Diapositive think-cell" r:id="rId5" imgW="270" imgH="270" progId="TCLayout.ActiveDocument.1">
                  <p:embed/>
                </p:oleObj>
              </mc:Choice>
              <mc:Fallback>
                <p:oleObj name="Diapositive think-cell" r:id="rId5" imgW="270" imgH="270" progId="TCLayout.ActiveDocument.1">
                  <p:embed/>
                  <p:pic>
                    <p:nvPicPr>
                      <p:cNvPr id="3" name="Object 2"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041110" y="3518391"/>
            <a:ext cx="697003" cy="746906"/>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1882112" y="3518390"/>
            <a:ext cx="1177614" cy="1101132"/>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2" name="TextBox 1"/>
          <p:cNvSpPr txBox="1"/>
          <p:nvPr userDrawn="1"/>
        </p:nvSpPr>
        <p:spPr>
          <a:xfrm>
            <a:off x="472500" y="680401"/>
            <a:ext cx="2586600" cy="915351"/>
          </a:xfrm>
          <a:prstGeom prst="rect">
            <a:avLst/>
          </a:prstGeom>
          <a:noFill/>
          <a:ln>
            <a:solidFill>
              <a:schemeClr val="bg1"/>
            </a:solidFill>
          </a:ln>
        </p:spPr>
        <p:txBody>
          <a:bodyPr wrap="square" lIns="459000" tIns="351000" rIns="0" bIns="0" rtlCol="0" anchor="t">
            <a:spAutoFit/>
          </a:bodyPr>
          <a:lstStyle/>
          <a:p>
            <a:pPr>
              <a:lnSpc>
                <a:spcPct val="90000"/>
              </a:lnSpc>
              <a:spcAft>
                <a:spcPts val="450"/>
              </a:spcAft>
            </a:pPr>
            <a:endParaRPr lang="en-US" sz="4050" dirty="0">
              <a:solidFill>
                <a:schemeClr val="bg1"/>
              </a:solidFill>
            </a:endParaRPr>
          </a:p>
        </p:txBody>
      </p:sp>
      <p:sp>
        <p:nvSpPr>
          <p:cNvPr id="10" name="TextBox 1"/>
          <p:cNvSpPr txBox="1"/>
          <p:nvPr userDrawn="1"/>
        </p:nvSpPr>
        <p:spPr>
          <a:xfrm>
            <a:off x="824407" y="836562"/>
            <a:ext cx="1882247" cy="684418"/>
          </a:xfrm>
          <a:prstGeom prst="rect">
            <a:avLst/>
          </a:prstGeom>
          <a:noFill/>
        </p:spPr>
        <p:txBody>
          <a:bodyPr wrap="none" rtlCol="0">
            <a:spAutoFit/>
          </a:bodyPr>
          <a:lstStyle/>
          <a:p>
            <a:pPr algn="ctr" fontAlgn="auto">
              <a:lnSpc>
                <a:spcPct val="95000"/>
              </a:lnSpc>
              <a:spcBef>
                <a:spcPts val="0"/>
              </a:spcBef>
              <a:spcAft>
                <a:spcPts val="0"/>
              </a:spcAft>
            </a:pPr>
            <a:r>
              <a:rPr lang="en-US" sz="4050" dirty="0">
                <a:solidFill>
                  <a:schemeClr val="bg1"/>
                </a:solidFill>
                <a:latin typeface="+mj-lt"/>
              </a:rPr>
              <a:t>Agenda</a:t>
            </a:r>
          </a:p>
        </p:txBody>
      </p:sp>
    </p:spTree>
    <p:extLst>
      <p:ext uri="{BB962C8B-B14F-4D97-AF65-F5344CB8AC3E}">
        <p14:creationId xmlns:p14="http://schemas.microsoft.com/office/powerpoint/2010/main" val="2885627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881110013"/>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1396"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963557" y="1071098"/>
            <a:ext cx="710754" cy="71075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963900" y="2000700"/>
            <a:ext cx="7214400" cy="24003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1318849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2420"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bg1"/>
                </a:solidFill>
              </a:rPr>
              <a:t>Agenda</a:t>
            </a:r>
          </a:p>
        </p:txBody>
      </p:sp>
      <p:cxnSp>
        <p:nvCxnSpPr>
          <p:cNvPr id="13" name="Straight Connector 12"/>
          <p:cNvCxnSpPr/>
          <p:nvPr userDrawn="1"/>
        </p:nvCxnSpPr>
        <p:spPr bwMode="white">
          <a:xfrm>
            <a:off x="464174" y="904500"/>
            <a:ext cx="8682228"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000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3444"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472502" y="2405788"/>
            <a:ext cx="1160357" cy="332399"/>
          </a:xfrm>
          <a:prstGeom prst="rect">
            <a:avLst/>
          </a:prstGeom>
          <a:noFill/>
        </p:spPr>
        <p:txBody>
          <a:bodyPr wrap="square" lIns="0" tIns="0" rIns="0" bIns="0" rtlCol="0" anchor="t">
            <a:spAutoFit/>
          </a:bodyPr>
          <a:lstStyle/>
          <a:p>
            <a:pPr>
              <a:lnSpc>
                <a:spcPct val="90000"/>
              </a:lnSpc>
              <a:spcAft>
                <a:spcPts val="450"/>
              </a:spcAft>
            </a:pPr>
            <a:r>
              <a:rPr lang="en-US" sz="2400" dirty="0">
                <a:solidFill>
                  <a:schemeClr val="bg1"/>
                </a:solidFill>
              </a:rPr>
              <a:t>Agenda</a:t>
            </a:r>
          </a:p>
        </p:txBody>
      </p:sp>
    </p:spTree>
    <p:extLst>
      <p:ext uri="{BB962C8B-B14F-4D97-AF65-F5344CB8AC3E}">
        <p14:creationId xmlns:p14="http://schemas.microsoft.com/office/powerpoint/2010/main" val="35366925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4468" name="Diapositive think-cell" r:id="rId5" imgW="270" imgH="270" progId="TCLayout.ActiveDocument.1">
                  <p:embed/>
                </p:oleObj>
              </mc:Choice>
              <mc:Fallback>
                <p:oleObj name="Diapositive think-cell" r:id="rId5" imgW="270" imgH="270"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041110" y="3518391"/>
            <a:ext cx="697003" cy="746906"/>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1882112" y="3518390"/>
            <a:ext cx="1177614" cy="1101132"/>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11" name="TextBox 10"/>
          <p:cNvSpPr txBox="1"/>
          <p:nvPr userDrawn="1"/>
        </p:nvSpPr>
        <p:spPr>
          <a:xfrm>
            <a:off x="472500" y="680400"/>
            <a:ext cx="2586600" cy="915351"/>
          </a:xfrm>
          <a:prstGeom prst="rect">
            <a:avLst/>
          </a:prstGeom>
          <a:noFill/>
          <a:ln>
            <a:solidFill>
              <a:schemeClr val="accent4"/>
            </a:solidFill>
          </a:ln>
        </p:spPr>
        <p:txBody>
          <a:bodyPr wrap="square" lIns="459000" tIns="351000" rIns="0" bIns="0" rtlCol="0" anchor="t">
            <a:spAutoFit/>
          </a:bodyPr>
          <a:lstStyle/>
          <a:p>
            <a:pPr>
              <a:lnSpc>
                <a:spcPct val="90000"/>
              </a:lnSpc>
              <a:spcAft>
                <a:spcPts val="450"/>
              </a:spcAft>
            </a:pPr>
            <a:endParaRPr lang="en-US" sz="4050" dirty="0">
              <a:solidFill>
                <a:schemeClr val="accent4"/>
              </a:solidFill>
            </a:endParaRPr>
          </a:p>
        </p:txBody>
      </p:sp>
      <p:sp>
        <p:nvSpPr>
          <p:cNvPr id="9" name="TextBox 1"/>
          <p:cNvSpPr txBox="1"/>
          <p:nvPr userDrawn="1"/>
        </p:nvSpPr>
        <p:spPr>
          <a:xfrm>
            <a:off x="824407" y="836562"/>
            <a:ext cx="1882247" cy="684418"/>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4050" dirty="0"/>
              <a:t>Agenda</a:t>
            </a:r>
          </a:p>
        </p:txBody>
      </p:sp>
    </p:spTree>
    <p:extLst>
      <p:ext uri="{BB962C8B-B14F-4D97-AF65-F5344CB8AC3E}">
        <p14:creationId xmlns:p14="http://schemas.microsoft.com/office/powerpoint/2010/main" val="22826662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90335943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549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963557" y="1071098"/>
            <a:ext cx="710754" cy="71075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963900" y="2000700"/>
            <a:ext cx="7214400" cy="24003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6351255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6516"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accent4"/>
                </a:solidFill>
              </a:rPr>
              <a:t>Agenda</a:t>
            </a:r>
          </a:p>
        </p:txBody>
      </p:sp>
      <p:cxnSp>
        <p:nvCxnSpPr>
          <p:cNvPr id="9" name="Straight Connector 8"/>
          <p:cNvCxnSpPr/>
          <p:nvPr userDrawn="1"/>
        </p:nvCxnSpPr>
        <p:spPr bwMode="white">
          <a:xfrm>
            <a:off x="464174" y="904500"/>
            <a:ext cx="8682228"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6364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754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sym typeface="Trebuchet MS" panose="020B0603020202020204" pitchFamily="34" charset="0"/>
              </a:rPr>
              <a:t>Copyright © 2020 by Boston Consulting Group. All rights reserved.</a:t>
            </a:r>
            <a:endParaRPr lang="en-US" sz="525"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472502" y="2446610"/>
            <a:ext cx="870785" cy="249299"/>
          </a:xfrm>
          <a:prstGeom prst="rect">
            <a:avLst/>
          </a:prstGeom>
          <a:noFill/>
        </p:spPr>
        <p:txBody>
          <a:bodyPr wrap="square" lIns="0" tIns="0" rIns="0" bIns="0" rtlCol="0" anchor="t">
            <a:spAutoFit/>
          </a:bodyPr>
          <a:lstStyle/>
          <a:p>
            <a:pPr>
              <a:lnSpc>
                <a:spcPct val="90000"/>
              </a:lnSpc>
              <a:spcAft>
                <a:spcPts val="450"/>
              </a:spcAft>
            </a:pPr>
            <a:r>
              <a:rPr lang="en-US" sz="1800" dirty="0">
                <a:solidFill>
                  <a:schemeClr val="bg1"/>
                </a:solidFill>
              </a:rPr>
              <a:t>Agenda</a:t>
            </a:r>
          </a:p>
        </p:txBody>
      </p:sp>
    </p:spTree>
    <p:extLst>
      <p:ext uri="{BB962C8B-B14F-4D97-AF65-F5344CB8AC3E}">
        <p14:creationId xmlns:p14="http://schemas.microsoft.com/office/powerpoint/2010/main" val="35492053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8564"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525"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2253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199603739"/>
              </p:ext>
            </p:extLst>
          </p:nvPr>
        </p:nvGraphicFramePr>
        <p:xfrm>
          <a:off x="1475" y="1194"/>
          <a:ext cx="1465" cy="1190"/>
        </p:xfrm>
        <a:graphic>
          <a:graphicData uri="http://schemas.openxmlformats.org/presentationml/2006/ole">
            <mc:AlternateContent xmlns:mc="http://schemas.openxmlformats.org/markup-compatibility/2006">
              <mc:Choice xmlns:v="urn:schemas-microsoft-com:vml" Requires="v">
                <p:oleObj spid="_x0000_s109588"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3" y="107673"/>
            <a:ext cx="6745846" cy="249299"/>
          </a:xfrm>
        </p:spPr>
        <p:txBody>
          <a:bodyPr/>
          <a:lstStyle/>
          <a:p>
            <a:r>
              <a:rPr lang="fr-FR" noProof="0"/>
              <a:t>Cliquez pour modifier le style du titre</a:t>
            </a:r>
          </a:p>
        </p:txBody>
      </p:sp>
    </p:spTree>
    <p:extLst>
      <p:ext uri="{BB962C8B-B14F-4D97-AF65-F5344CB8AC3E}">
        <p14:creationId xmlns:p14="http://schemas.microsoft.com/office/powerpoint/2010/main" val="3805427295"/>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6" name="Image 15" descr="Une image contenant ver, ciel nocturne&#10;&#10;Description générée automatiquement">
            <a:extLst>
              <a:ext uri="{FF2B5EF4-FFF2-40B4-BE49-F238E27FC236}">
                <a16:creationId xmlns:a16="http://schemas.microsoft.com/office/drawing/2014/main" id="{6D0AC165-58E6-4D57-A88C-46FF345E0DAC}"/>
              </a:ext>
            </a:extLst>
          </p:cNvPr>
          <p:cNvPicPr>
            <a:picLocks noChangeAspect="1"/>
          </p:cNvPicPr>
          <p:nvPr userDrawn="1"/>
        </p:nvPicPr>
        <p:blipFill rotWithShape="1">
          <a:blip cstate="print">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2658" y="3708"/>
            <a:ext cx="9140748" cy="3916649"/>
          </a:xfrm>
          <a:prstGeom prst="rect">
            <a:avLst/>
          </a:prstGeom>
          <a:ln>
            <a:solidFill>
              <a:schemeClr val="tx1"/>
            </a:solidFill>
          </a:ln>
        </p:spPr>
      </p:pic>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12004790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111636" name="Diapositive think-cell" r:id="rId5" imgW="384" imgH="384" progId="TCLayout.ActiveDocument.1">
                  <p:embed/>
                </p:oleObj>
              </mc:Choice>
              <mc:Fallback>
                <p:oleObj name="Diapositive think-cell" r:id="rId5" imgW="384" imgH="384" progId="TCLayout.ActiveDocument.1">
                  <p:embed/>
                  <p:pic>
                    <p:nvPicPr>
                      <p:cNvPr id="4" name="Object 3" hidden="1"/>
                      <p:cNvPicPr/>
                      <p:nvPr/>
                    </p:nvPicPr>
                    <p:blipFill>
                      <a:blip/>
                      <a:stretch>
                        <a:fillRect/>
                      </a:stretch>
                    </p:blipFill>
                    <p:spPr>
                      <a:xfrm>
                        <a:off x="1192" y="1192"/>
                        <a:ext cx="1191" cy="1191"/>
                      </a:xfrm>
                      <a:prstGeom prst="rect">
                        <a:avLst/>
                      </a:prstGeom>
                    </p:spPr>
                  </p:pic>
                </p:oleObj>
              </mc:Fallback>
            </mc:AlternateContent>
          </a:graphicData>
        </a:graphic>
      </p:graphicFrame>
      <p:sp>
        <p:nvSpPr>
          <p:cNvPr id="3" name="Rectangle 2"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sp>
        <p:nvSpPr>
          <p:cNvPr id="20" name="Picture Placeholder 8"/>
          <p:cNvSpPr>
            <a:spLocks noGrp="1"/>
          </p:cNvSpPr>
          <p:nvPr>
            <p:ph type="pic" sz="quarter" idx="13" hasCustomPrompt="1"/>
          </p:nvPr>
        </p:nvSpPr>
        <p:spPr>
          <a:xfrm>
            <a:off x="493848"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2347193" y="454660"/>
            <a:ext cx="6093900" cy="4147200"/>
          </a:xfrm>
          <a:prstGeom prst="rect">
            <a:avLst/>
          </a:prstGeom>
          <a:gradFill flip="none" rotWithShape="1">
            <a:gsLst>
              <a:gs pos="24000">
                <a:schemeClr val="accent1">
                  <a:alpha val="79000"/>
                </a:schemeClr>
              </a:gs>
              <a:gs pos="100000">
                <a:schemeClr val="tx2">
                  <a:alpha val="90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2712053" y="4655882"/>
            <a:ext cx="5151600" cy="245361"/>
          </a:xfrm>
          <a:prstGeom prst="rect">
            <a:avLst/>
          </a:prstGeom>
          <a:noFill/>
        </p:spPr>
        <p:txBody>
          <a:bodyPr anchor="ctr"/>
          <a:lstStyle>
            <a:lvl1pPr algn="l">
              <a:lnSpc>
                <a:spcPct val="110000"/>
              </a:lnSpc>
              <a:buNone/>
              <a:defRPr sz="900" b="1" cap="all" baseline="0">
                <a:solidFill>
                  <a:schemeClr val="tx1"/>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2712053" y="4121781"/>
            <a:ext cx="5151600" cy="327146"/>
          </a:xfrm>
          <a:prstGeom prst="rect">
            <a:avLst/>
          </a:prstGeom>
        </p:spPr>
        <p:txBody>
          <a:bodyPr anchor="ctr"/>
          <a:lstStyle>
            <a:lvl1pPr marL="0" indent="0" algn="l">
              <a:lnSpc>
                <a:spcPct val="110000"/>
              </a:lnSpc>
              <a:buNone/>
              <a:defRPr sz="1200" baseline="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2712053" y="1414683"/>
            <a:ext cx="5151600" cy="2353817"/>
          </a:xfrm>
          <a:prstGeom prst="rect">
            <a:avLst/>
          </a:prstGeom>
        </p:spPr>
        <p:txBody>
          <a:bodyPr anchor="b">
            <a:normAutofit/>
          </a:bodyPr>
          <a:lstStyle>
            <a:lvl1pPr algn="l">
              <a:lnSpc>
                <a:spcPct val="93000"/>
              </a:lnSpc>
              <a:defRPr sz="4050" baseline="0">
                <a:solidFill>
                  <a:schemeClr val="bg1"/>
                </a:solidFill>
                <a:latin typeface="DaunPenh" panose="020B0604020202020204" pitchFamily="2" charset="0"/>
                <a:cs typeface="DaunPenh" panose="020B0604020202020204" pitchFamily="2" charset="0"/>
                <a:sym typeface="Trebuchet MS" panose="020B0603020202020204" pitchFamily="34" charset="0"/>
              </a:defRPr>
            </a:lvl1pPr>
          </a:lstStyle>
          <a:p>
            <a:r>
              <a:rPr lang="en-US" dirty="0"/>
              <a:t>Title in Title Case</a:t>
            </a:r>
          </a:p>
        </p:txBody>
      </p:sp>
      <p:pic>
        <p:nvPicPr>
          <p:cNvPr id="24" name="Image 23" descr="logo SEVEN-01.png">
            <a:extLst>
              <a:ext uri="{FF2B5EF4-FFF2-40B4-BE49-F238E27FC236}">
                <a16:creationId xmlns:a16="http://schemas.microsoft.com/office/drawing/2014/main" id="{DEA8D59C-6EBE-45F1-A887-4E3CDF4D32D3}"/>
              </a:ext>
            </a:extLst>
          </p:cNvPr>
          <p:cNvPicPr>
            <a:picLocks noChangeAspect="1"/>
          </p:cNvPicPr>
          <p:nvPr userDrawn="1"/>
        </p:nvPicPr>
        <p:blipFill>
          <a:blip cstate="print">
            <a:extLst>
              <a:ext uri="{28A0092B-C50C-407E-A947-70E740481C1C}">
                <a14:useLocalDpi xmlns:a14="http://schemas.microsoft.com/office/drawing/2010/main"/>
              </a:ext>
            </a:extLst>
          </a:blip>
          <a:stretch>
            <a:fillRect/>
          </a:stretch>
        </p:blipFill>
        <p:spPr>
          <a:xfrm>
            <a:off x="7242641" y="752133"/>
            <a:ext cx="909733" cy="859156"/>
          </a:xfrm>
          <a:prstGeom prst="rect">
            <a:avLst/>
          </a:prstGeom>
        </p:spPr>
      </p:pic>
    </p:spTree>
    <p:extLst>
      <p:ext uri="{BB962C8B-B14F-4D97-AF65-F5344CB8AC3E}">
        <p14:creationId xmlns:p14="http://schemas.microsoft.com/office/powerpoint/2010/main" val="1616395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5" name="Title 4"/>
          <p:cNvSpPr>
            <a:spLocks noGrp="1"/>
          </p:cNvSpPr>
          <p:nvPr>
            <p:ph type="title" hasCustomPrompt="1"/>
          </p:nvPr>
        </p:nvSpPr>
        <p:spPr>
          <a:xfrm>
            <a:off x="472500" y="467101"/>
            <a:ext cx="81999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23322687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472501" y="467101"/>
            <a:ext cx="8200013" cy="353174"/>
          </a:xfrm>
        </p:spPr>
        <p:txBody>
          <a:bodyPr/>
          <a:lstStyle>
            <a:lvl1pPr>
              <a:defRPr sz="255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472051" y="1564222"/>
            <a:ext cx="8200351" cy="3066848"/>
          </a:xfrm>
        </p:spPr>
        <p:txBody>
          <a:bodyPr/>
          <a:lstStyle>
            <a:lvl1pPr>
              <a:lnSpc>
                <a:spcPct val="100000"/>
              </a:lnSpc>
              <a:spcBef>
                <a:spcPts val="0"/>
              </a:spcBef>
              <a:spcAft>
                <a:spcPts val="0"/>
              </a:spcAft>
              <a:defRPr sz="1500"/>
            </a:lvl1pPr>
            <a:lvl2pPr>
              <a:lnSpc>
                <a:spcPct val="100000"/>
              </a:lnSpc>
              <a:spcBef>
                <a:spcPts val="0"/>
              </a:spcBef>
              <a:spcAft>
                <a:spcPts val="0"/>
              </a:spcAft>
              <a:defRPr sz="1500"/>
            </a:lvl2pPr>
            <a:lvl3pPr>
              <a:lnSpc>
                <a:spcPct val="100000"/>
              </a:lnSpc>
              <a:spcBef>
                <a:spcPts val="0"/>
              </a:spcBef>
              <a:spcAft>
                <a:spcPts val="0"/>
              </a:spcAft>
              <a:defRPr sz="1500"/>
            </a:lvl3pPr>
            <a:lvl4pPr>
              <a:lnSpc>
                <a:spcPct val="100000"/>
              </a:lnSpc>
              <a:spcBef>
                <a:spcPts val="0"/>
              </a:spcBef>
              <a:spcAft>
                <a:spcPts val="0"/>
              </a:spcAft>
              <a:defRPr sz="2100"/>
            </a:lvl4pPr>
            <a:lvl5pPr>
              <a:lnSpc>
                <a:spcPct val="100000"/>
              </a:lnSpc>
              <a:spcBef>
                <a:spcPts val="0"/>
              </a:spcBef>
              <a:spcAft>
                <a:spcPts val="0"/>
              </a:spcAft>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565289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472500" y="1158205"/>
            <a:ext cx="2589300" cy="1121846"/>
          </a:xfrm>
          <a:noFill/>
        </p:spPr>
        <p:txBody>
          <a:bodyPr wrap="square" lIns="0" tIns="0" rIns="320040" bIns="0" anchor="b">
            <a:noAutofit/>
          </a:bodyPr>
          <a:lstStyle>
            <a:lvl1pPr>
              <a:defRPr sz="2400">
                <a:solidFill>
                  <a:schemeClr val="tx2"/>
                </a:solidFill>
                <a:latin typeface="+mj-lt"/>
              </a:defRPr>
            </a:lvl1pPr>
          </a:lstStyle>
          <a:p>
            <a:r>
              <a:rPr lang="en-US" dirty="0"/>
              <a:t>Click to add title</a:t>
            </a:r>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5732582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963558" y="2001031"/>
            <a:ext cx="7215368" cy="2400770"/>
          </a:xfrm>
          <a:prstGeom prst="rect">
            <a:avLst/>
          </a:prstGeom>
          <a:ln w="9525">
            <a:solidFill>
              <a:schemeClr val="bg1"/>
            </a:solidFill>
          </a:ln>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59" name="Rectangle 58"/>
          <p:cNvSpPr/>
          <p:nvPr userDrawn="1"/>
        </p:nvSpPr>
        <p:spPr bwMode="white">
          <a:xfrm>
            <a:off x="963557" y="1071098"/>
            <a:ext cx="710754" cy="710754"/>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3712473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464174" y="2760012"/>
            <a:ext cx="8682228"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42123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7"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1" y="0"/>
            <a:ext cx="30596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7635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3" name="Rectangle 12"/>
          <p:cNvSpPr/>
          <p:nvPr userDrawn="1"/>
        </p:nvSpPr>
        <p:spPr bwMode="white">
          <a:xfrm>
            <a:off x="1" y="0"/>
            <a:ext cx="5378967"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7" name="TextBox 16"/>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8895171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1" name="Title 4"/>
          <p:cNvSpPr>
            <a:spLocks noGrp="1"/>
          </p:cNvSpPr>
          <p:nvPr>
            <p:ph type="title" hasCustomPrompt="1"/>
          </p:nvPr>
        </p:nvSpPr>
        <p:spPr>
          <a:xfrm>
            <a:off x="472501" y="2010828"/>
            <a:ext cx="2345911" cy="1121846"/>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12"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4310595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2" name="Rectangle 11"/>
          <p:cNvSpPr/>
          <p:nvPr userDrawn="1"/>
        </p:nvSpPr>
        <p:spPr>
          <a:xfrm>
            <a:off x="4572000" y="0"/>
            <a:ext cx="4572000" cy="51435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16798915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0" name="Rectangle 9"/>
          <p:cNvSpPr/>
          <p:nvPr userDrawn="1"/>
        </p:nvSpPr>
        <p:spPr bwMode="gray">
          <a:xfrm>
            <a:off x="5864659" y="0"/>
            <a:ext cx="327934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7115177" y="2937969"/>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14" name="Title 1"/>
          <p:cNvSpPr>
            <a:spLocks noGrp="1"/>
          </p:cNvSpPr>
          <p:nvPr>
            <p:ph type="title" hasCustomPrompt="1"/>
          </p:nvPr>
        </p:nvSpPr>
        <p:spPr bwMode="blackWhite">
          <a:xfrm>
            <a:off x="472500" y="1353488"/>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535073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472501" y="2073154"/>
            <a:ext cx="1858979" cy="985733"/>
          </a:xfrm>
          <a:prstGeom prst="rect">
            <a:avLst/>
          </a:prstGeom>
        </p:spPr>
        <p:txBody>
          <a:bodyPr anchor="ctr">
            <a:noAutofit/>
          </a:bodyPr>
          <a:lstStyle>
            <a:lvl1pPr>
              <a:defRPr sz="24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3700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2073154"/>
            <a:ext cx="1858979" cy="985733"/>
          </a:xfrm>
        </p:spPr>
        <p:txBody>
          <a:bodyPr anchor="ctr" anchorCtr="0">
            <a:noAutofit/>
          </a:bodyPr>
          <a:lstStyle>
            <a:lvl1pPr>
              <a:defRPr sz="24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650617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47153520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2660"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5" name="TextBox 4"/>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3" name="Pentagon 3"/>
          <p:cNvSpPr/>
          <p:nvPr userDrawn="1"/>
        </p:nvSpPr>
        <p:spPr bwMode="white">
          <a:xfrm>
            <a:off x="1" y="0"/>
            <a:ext cx="407019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7657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30102791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1" y="0"/>
            <a:ext cx="4772660" cy="51435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2014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472501" y="467101"/>
            <a:ext cx="3505235"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9485748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0151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1.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472500" y="467101"/>
            <a:ext cx="4692600"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24016559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8"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4763015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87582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699450072"/>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3684" name="Diapositive think-cell" r:id="rId4" imgW="324" imgH="324" progId="TCLayout.ActiveDocument.1">
                  <p:embed/>
                </p:oleObj>
              </mc:Choice>
              <mc:Fallback>
                <p:oleObj name="Diapositive think-cell" r:id="rId4" imgW="324" imgH="32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9278354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4" name="Title 3"/>
          <p:cNvSpPr>
            <a:spLocks noGrp="1"/>
          </p:cNvSpPr>
          <p:nvPr>
            <p:ph type="title" hasCustomPrompt="1"/>
          </p:nvPr>
        </p:nvSpPr>
        <p:spPr>
          <a:xfrm>
            <a:off x="472500" y="467101"/>
            <a:ext cx="8199900" cy="353174"/>
          </a:xfrm>
        </p:spPr>
        <p:txBody>
          <a:bodyPr/>
          <a:lstStyle>
            <a:lvl1pPr>
              <a:defRPr sz="255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36005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25435264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8755121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3772163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4708" name="Diapositive think-cell" r:id="rId4" imgW="384" imgH="384" progId="TCLayout.ActiveDocument.1">
                  <p:embed/>
                </p:oleObj>
              </mc:Choice>
              <mc:Fallback>
                <p:oleObj name="Diapositive think-cell" r:id="rId4" imgW="384" imgH="38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pic>
        <p:nvPicPr>
          <p:cNvPr id="9" name="Picture 8" descr="A picture containing person&#10;&#10;Description automatically generated">
            <a:extLst>
              <a:ext uri="{FF2B5EF4-FFF2-40B4-BE49-F238E27FC236}">
                <a16:creationId xmlns:a16="http://schemas.microsoft.com/office/drawing/2014/main" id="{556D4492-000B-4D82-BE09-85D7601E7C43}"/>
              </a:ext>
            </a:extLst>
          </p:cNvPr>
          <p:cNvPicPr>
            <a:picLocks/>
          </p:cNvPicPr>
          <p:nvPr userDrawn="1"/>
        </p:nvPicPr>
        <p:blipFill>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4001134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589565563"/>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115732" name="Diapositive think-cell" r:id="rId6" imgW="384" imgH="384" progId="TCLayout.ActiveDocument.1">
                  <p:embed/>
                </p:oleObj>
              </mc:Choice>
              <mc:Fallback>
                <p:oleObj name="Diapositive think-cell" r:id="rId6" imgW="384" imgH="384" progId="TCLayout.ActiveDocument.1">
                  <p:embed/>
                  <p:pic>
                    <p:nvPicPr>
                      <p:cNvPr id="3" name="Object 2" hidden="1"/>
                      <p:cNvPicPr/>
                      <p:nvPr/>
                    </p:nvPicPr>
                    <p:blipFill>
                      <a:blip/>
                      <a:stretch>
                        <a:fillRect/>
                      </a:stretch>
                    </p:blipFill>
                    <p:spPr>
                      <a:xfrm>
                        <a:off x="1192" y="1192"/>
                        <a:ext cx="1191" cy="1191"/>
                      </a:xfrm>
                      <a:prstGeom prst="rect">
                        <a:avLst/>
                      </a:prstGeom>
                    </p:spPr>
                  </p:pic>
                </p:oleObj>
              </mc:Fallback>
            </mc:AlternateContent>
          </a:graphicData>
        </a:graphic>
      </p:graphicFrame>
      <p:sp>
        <p:nvSpPr>
          <p:cNvPr id="2" name="Rectangle 1" hidden="1"/>
          <p:cNvSpPr/>
          <p:nvPr userDrawn="1">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3959389"/>
            <a:ext cx="9144000" cy="118411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cstate="print">
            <a:extLst>
              <a:ext uri="{28A0092B-C50C-407E-A947-70E740481C1C}">
                <a14:useLocalDpi xmlns:a14="http://schemas.microsoft.com/office/drawing/2010/main"/>
              </a:ext>
            </a:extLst>
          </a:blip>
          <a:srcRect l="1731" t="8741" r="102" b="27"/>
          <a:stretch/>
        </p:blipFill>
        <p:spPr>
          <a:xfrm rot="16200000" flipH="1">
            <a:off x="6353942" y="1479954"/>
            <a:ext cx="435430" cy="5143500"/>
          </a:xfrm>
          <a:prstGeom prst="rect">
            <a:avLst/>
          </a:prstGeom>
        </p:spPr>
      </p:pic>
      <p:pic>
        <p:nvPicPr>
          <p:cNvPr id="16" name="TitleAndEndImages">
            <a:extLst>
              <a:ext uri="{FF2B5EF4-FFF2-40B4-BE49-F238E27FC236}">
                <a16:creationId xmlns:a16="http://schemas.microsoft.com/office/drawing/2014/main" id="{F9914E51-7D9C-4889-BF5B-943C11606E06}"/>
              </a:ext>
            </a:extLst>
          </p:cNvPr>
          <p:cNvPicPr>
            <a:picLocks noChangeAspect="1"/>
          </p:cNvPicPr>
          <p:nvPr userDrawn="1">
            <p:custDataLst>
              <p:tags r:id="rId4"/>
            </p:custDataLst>
          </p:nvPr>
        </p:nvPicPr>
        <p:blipFill rotWithShape="1">
          <a:blip cstate="print">
            <a:extLst>
              <a:ext uri="{28A0092B-C50C-407E-A947-70E740481C1C}">
                <a14:useLocalDpi xmlns:a14="http://schemas.microsoft.com/office/drawing/2010/main"/>
              </a:ext>
            </a:extLst>
          </a:blip>
          <a:srcRect/>
          <a:stretch/>
        </p:blipFill>
        <p:spPr>
          <a:xfrm>
            <a:off x="0" y="-22485"/>
            <a:ext cx="9144000" cy="3957638"/>
          </a:xfrm>
          <a:prstGeom prst="rect">
            <a:avLst/>
          </a:prstGeom>
        </p:spPr>
      </p:pic>
      <p:sp>
        <p:nvSpPr>
          <p:cNvPr id="20" name="Picture Placeholder 8"/>
          <p:cNvSpPr>
            <a:spLocks noGrp="1"/>
          </p:cNvSpPr>
          <p:nvPr>
            <p:ph type="pic" sz="quarter" idx="13" hasCustomPrompt="1"/>
          </p:nvPr>
        </p:nvSpPr>
        <p:spPr>
          <a:xfrm>
            <a:off x="7024922" y="4177983"/>
            <a:ext cx="1400951" cy="672625"/>
          </a:xfrm>
          <a:prstGeom prst="rect">
            <a:avLst/>
          </a:prstGeom>
        </p:spPr>
        <p:txBody>
          <a:bodyPr anchor="b"/>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171446" indent="0" algn="ctr">
              <a:buNone/>
              <a:defRPr/>
            </a:lvl4pPr>
            <a:lvl5pPr marL="342892"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838061" y="4121781"/>
            <a:ext cx="5151600" cy="327146"/>
          </a:xfrm>
          <a:prstGeom prst="rect">
            <a:avLst/>
          </a:prstGeom>
        </p:spPr>
        <p:txBody>
          <a:bodyPr anchor="ctr"/>
          <a:lstStyle>
            <a:lvl1pPr marL="0" indent="0" algn="l">
              <a:lnSpc>
                <a:spcPct val="110000"/>
              </a:lnSpc>
              <a:buNone/>
              <a:defRPr sz="1200">
                <a:solidFill>
                  <a:schemeClr val="bg1"/>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Subtitle in sentence case</a:t>
            </a:r>
          </a:p>
        </p:txBody>
      </p:sp>
      <p:sp>
        <p:nvSpPr>
          <p:cNvPr id="27" name="Title 1"/>
          <p:cNvSpPr>
            <a:spLocks noGrp="1"/>
          </p:cNvSpPr>
          <p:nvPr>
            <p:ph type="ctrTitle" hasCustomPrompt="1"/>
          </p:nvPr>
        </p:nvSpPr>
        <p:spPr bwMode="ltGray">
          <a:xfrm>
            <a:off x="838061" y="1414683"/>
            <a:ext cx="5151600" cy="2353817"/>
          </a:xfrm>
        </p:spPr>
        <p:txBody>
          <a:bodyPr anchor="b">
            <a:normAutofit/>
          </a:bodyPr>
          <a:lstStyle>
            <a:lvl1pPr algn="l">
              <a:lnSpc>
                <a:spcPct val="93000"/>
              </a:lnSpc>
              <a:defRPr sz="405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1048739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8" name="Title 7"/>
          <p:cNvSpPr>
            <a:spLocks noGrp="1"/>
          </p:cNvSpPr>
          <p:nvPr>
            <p:ph type="title" hasCustomPrompt="1"/>
          </p:nvPr>
        </p:nvSpPr>
        <p:spPr>
          <a:xfrm>
            <a:off x="472501" y="467102"/>
            <a:ext cx="8200013" cy="2492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196628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472050" y="1564221"/>
            <a:ext cx="8200463" cy="3054732"/>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2182359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7" name="Rectangle 6"/>
          <p:cNvSpPr/>
          <p:nvPr userDrawn="1"/>
        </p:nvSpPr>
        <p:spPr bwMode="white">
          <a:xfrm>
            <a:off x="1" y="-982"/>
            <a:ext cx="3520800" cy="5144482"/>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472500" y="1619242"/>
            <a:ext cx="2808000" cy="406265"/>
          </a:xfrm>
          <a:prstGeom prst="rect">
            <a:avLst/>
          </a:prstGeom>
        </p:spPr>
        <p:txBody>
          <a:bodyPr>
            <a:noAutofit/>
          </a:bodyPr>
          <a:lstStyle>
            <a:lvl1pPr marL="0" indent="0" algn="l">
              <a:buNone/>
              <a:defRPr sz="1200">
                <a:solidFill>
                  <a:schemeClr val="tx2"/>
                </a:solidFill>
                <a:latin typeface="+mn-lt"/>
                <a:sym typeface="Trebuchet MS" panose="020B0603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add subtitle</a:t>
            </a:r>
          </a:p>
        </p:txBody>
      </p:sp>
      <p:sp>
        <p:nvSpPr>
          <p:cNvPr id="9" name="Title 4"/>
          <p:cNvSpPr>
            <a:spLocks noGrp="1"/>
          </p:cNvSpPr>
          <p:nvPr>
            <p:ph type="title" hasCustomPrompt="1"/>
          </p:nvPr>
        </p:nvSpPr>
        <p:spPr>
          <a:xfrm>
            <a:off x="472500" y="920286"/>
            <a:ext cx="2808000" cy="498598"/>
          </a:xfrm>
        </p:spPr>
        <p:txBody>
          <a:bodyPr anchor="t">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14828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8" name="Title 1"/>
          <p:cNvSpPr>
            <a:spLocks noGrp="1"/>
          </p:cNvSpPr>
          <p:nvPr>
            <p:ph type="title" hasCustomPrompt="1"/>
          </p:nvPr>
        </p:nvSpPr>
        <p:spPr bwMode="blackWhite">
          <a:xfrm>
            <a:off x="963558" y="2001031"/>
            <a:ext cx="7215368" cy="2400770"/>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960521" y="1068062"/>
            <a:ext cx="713791" cy="71379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301906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472500" y="2870100"/>
            <a:ext cx="8202600" cy="1530900"/>
          </a:xfrm>
        </p:spPr>
        <p:txBody>
          <a:bodyPr anchor="t">
            <a:noAutofit/>
          </a:bodyPr>
          <a:lstStyle>
            <a:lvl1pPr>
              <a:defRPr sz="405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472501" y="2760012"/>
            <a:ext cx="8668940"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8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3048747" y="0"/>
            <a:ext cx="312713" cy="5143500"/>
          </a:xfrm>
          <a:prstGeom prst="rect">
            <a:avLst/>
          </a:prstGeom>
        </p:spPr>
      </p:pic>
      <p:sp>
        <p:nvSpPr>
          <p:cNvPr id="18" name="Date Placeholder 1"/>
          <p:cNvSpPr>
            <a:spLocks noGrp="1"/>
          </p:cNvSpPr>
          <p:nvPr>
            <p:ph type="dt" sz="half" idx="3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24" name="Rectangle 23"/>
          <p:cNvSpPr/>
          <p:nvPr userDrawn="1"/>
        </p:nvSpPr>
        <p:spPr bwMode="white">
          <a:xfrm>
            <a:off x="1" y="0"/>
            <a:ext cx="305963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606495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5374206" y="0"/>
            <a:ext cx="312713" cy="5143500"/>
          </a:xfrm>
          <a:prstGeom prst="rect">
            <a:avLst/>
          </a:prstGeom>
        </p:spPr>
      </p:pic>
      <p:sp>
        <p:nvSpPr>
          <p:cNvPr id="14" name="Rectangle 13"/>
          <p:cNvSpPr/>
          <p:nvPr userDrawn="1"/>
        </p:nvSpPr>
        <p:spPr bwMode="white">
          <a:xfrm>
            <a:off x="1" y="0"/>
            <a:ext cx="537896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2" name="Title 1"/>
          <p:cNvSpPr>
            <a:spLocks noGrp="1"/>
          </p:cNvSpPr>
          <p:nvPr>
            <p:ph type="title" hasCustomPrompt="1"/>
          </p:nvPr>
        </p:nvSpPr>
        <p:spPr>
          <a:xfrm>
            <a:off x="472501" y="467102"/>
            <a:ext cx="470739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3517322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V="1">
            <a:off x="6771936" y="0"/>
            <a:ext cx="312713" cy="5143500"/>
          </a:xfrm>
          <a:prstGeom prst="rect">
            <a:avLst/>
          </a:prstGeom>
        </p:spPr>
      </p:pic>
      <p:sp>
        <p:nvSpPr>
          <p:cNvPr id="10" name="Rectangle 9"/>
          <p:cNvSpPr/>
          <p:nvPr userDrawn="1"/>
        </p:nvSpPr>
        <p:spPr bwMode="white">
          <a:xfrm>
            <a:off x="0" y="0"/>
            <a:ext cx="6775704"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6076188"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487446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4" name="Title 4"/>
          <p:cNvSpPr>
            <a:spLocks noGrp="1"/>
          </p:cNvSpPr>
          <p:nvPr>
            <p:ph type="title" hasCustomPrompt="1"/>
          </p:nvPr>
        </p:nvSpPr>
        <p:spPr>
          <a:xfrm>
            <a:off x="472501" y="2010828"/>
            <a:ext cx="2345911" cy="1121846"/>
          </a:xfrm>
          <a:prstGeom prst="rect">
            <a:avLst/>
          </a:prstGeom>
        </p:spPr>
        <p:txBody>
          <a:bodyPr anchor="ctr">
            <a:noAutofit/>
          </a:bodyPr>
          <a:lstStyle>
            <a:lvl1pPr>
              <a:defRPr sz="18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6186250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4267188" y="0"/>
            <a:ext cx="312713" cy="5143500"/>
          </a:xfrm>
          <a:prstGeom prst="rect">
            <a:avLst/>
          </a:prstGeom>
        </p:spPr>
      </p:pic>
      <p:sp>
        <p:nvSpPr>
          <p:cNvPr id="11" name="Rectangle 10"/>
          <p:cNvSpPr/>
          <p:nvPr userDrawn="1"/>
        </p:nvSpPr>
        <p:spPr>
          <a:xfrm>
            <a:off x="4572000" y="0"/>
            <a:ext cx="4572000" cy="51435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4569017" y="0"/>
            <a:ext cx="4574983" cy="5143500"/>
          </a:xfrm>
          <a:prstGeom prst="rect">
            <a:avLst/>
          </a:prstGeom>
          <a:noFill/>
        </p:spPr>
        <p:txBody>
          <a:bodyPr lIns="914400" tIns="914400" rIns="914400" bIns="914400"/>
          <a:lstStyle>
            <a:lvl1pPr algn="ctr">
              <a:defRPr sz="135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472500" y="1339200"/>
            <a:ext cx="3291300" cy="2465100"/>
          </a:xfrm>
          <a:prstGeom prst="rect">
            <a:avLst/>
          </a:prstGeom>
          <a:noFill/>
        </p:spPr>
        <p:txBody>
          <a:bodyPr wrap="square" lIns="0" tIns="0" rIns="320040" bIns="0"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200684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5557388" y="0"/>
            <a:ext cx="312713" cy="5143500"/>
          </a:xfrm>
          <a:prstGeom prst="rect">
            <a:avLst/>
          </a:prstGeom>
        </p:spPr>
      </p:pic>
      <p:sp>
        <p:nvSpPr>
          <p:cNvPr id="11" name="Rectangle 10"/>
          <p:cNvSpPr/>
          <p:nvPr userDrawn="1"/>
        </p:nvSpPr>
        <p:spPr bwMode="gray">
          <a:xfrm>
            <a:off x="5864659" y="0"/>
            <a:ext cx="327934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5865020" y="0"/>
            <a:ext cx="3278981" cy="5143500"/>
          </a:xfrm>
          <a:prstGeom prst="rect">
            <a:avLst/>
          </a:prstGeom>
          <a:noFill/>
        </p:spPr>
        <p:txBody>
          <a:bodyPr lIns="182880" tIns="914400" rIns="182880" bIns="914400"/>
          <a:lstStyle>
            <a:lvl1pPr algn="ctr">
              <a:defRPr sz="12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7258051" y="4803777"/>
            <a:ext cx="1111538" cy="11541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15" name="Title 1"/>
          <p:cNvSpPr>
            <a:spLocks noGrp="1"/>
          </p:cNvSpPr>
          <p:nvPr>
            <p:ph type="title" hasCustomPrompt="1"/>
          </p:nvPr>
        </p:nvSpPr>
        <p:spPr bwMode="black">
          <a:xfrm>
            <a:off x="473202" y="1339200"/>
            <a:ext cx="4685664" cy="2465100"/>
          </a:xfrm>
          <a:prstGeom prst="rect">
            <a:avLst/>
          </a:prstGeom>
        </p:spPr>
        <p:txBody>
          <a:bodyPr anchor="ctr">
            <a:noAutofit/>
          </a:bodyPr>
          <a:lstStyle>
            <a:lvl1pPr>
              <a:defRPr sz="33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7989454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56951237"/>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6756" name="Diapositive think-cell" r:id="rId4" imgW="324" imgH="324" progId="TCLayout.ActiveDocument.1">
                  <p:embed/>
                </p:oleObj>
              </mc:Choice>
              <mc:Fallback>
                <p:oleObj name="Diapositive think-cell" r:id="rId4" imgW="324" imgH="32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472501" y="2073154"/>
            <a:ext cx="1858979" cy="985733"/>
          </a:xfrm>
          <a:prstGeom prst="rect">
            <a:avLst/>
          </a:prstGeom>
        </p:spPr>
        <p:txBody>
          <a:bodyPr anchor="ctr">
            <a:noAutofit/>
          </a:bodyPr>
          <a:lstStyle>
            <a:lvl1pPr>
              <a:defRPr sz="18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49331" y="2692800"/>
            <a:ext cx="1023938" cy="253722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374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143" y="983"/>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472501" y="2073154"/>
            <a:ext cx="1858979" cy="985733"/>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1630981" y="2552122"/>
            <a:ext cx="2021000" cy="2596309"/>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433693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6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7258051" y="4803777"/>
            <a:ext cx="1111538" cy="115416"/>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9" name="Pentagon 3"/>
          <p:cNvSpPr/>
          <p:nvPr userDrawn="1"/>
        </p:nvSpPr>
        <p:spPr bwMode="white">
          <a:xfrm>
            <a:off x="1" y="0"/>
            <a:ext cx="407019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3436145" y="2545795"/>
            <a:ext cx="973931" cy="2678906"/>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6630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407019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472501" y="1339200"/>
            <a:ext cx="3046676" cy="2465100"/>
          </a:xfrm>
          <a:prstGeom prst="rect">
            <a:avLst/>
          </a:prstGeom>
        </p:spPr>
        <p:txBody>
          <a:bodyPr anchor="ctr">
            <a:noAutofit/>
          </a:bodyPr>
          <a:lstStyle>
            <a:lvl1pPr>
              <a:defRPr sz="33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a:off x="2683545" y="2562226"/>
            <a:ext cx="2021000" cy="2581275"/>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6793493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6" name="TextBox 1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4048354" y="2692204"/>
            <a:ext cx="1023938" cy="253722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3576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1" y="0"/>
            <a:ext cx="4772660" cy="51435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472501" y="467102"/>
            <a:ext cx="3560867"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3345130" y="2555854"/>
            <a:ext cx="2021000" cy="2592413"/>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552667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5617755" y="2692204"/>
            <a:ext cx="1023938" cy="253722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084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1" y="0"/>
            <a:ext cx="63346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472500" y="467102"/>
            <a:ext cx="4690872" cy="2492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pic>
        <p:nvPicPr>
          <p:cNvPr id="9" name="Picture 8"/>
          <p:cNvPicPr>
            <a:picLocks noChangeAspect="1"/>
          </p:cNvPicPr>
          <p:nvPr userDrawn="1"/>
        </p:nvPicPr>
        <p:blipFill rotWithShape="1">
          <a:blip cstate="print">
            <a:extLst>
              <a:ext uri="{28A0092B-C50C-407E-A947-70E740481C1C}">
                <a14:useLocalDpi xmlns:a14="http://schemas.microsoft.com/office/drawing/2010/main"/>
              </a:ext>
            </a:extLst>
          </a:blip>
          <a:srcRect/>
          <a:stretch/>
        </p:blipFill>
        <p:spPr>
          <a:xfrm rot="120000">
            <a:off x="4925722" y="2555854"/>
            <a:ext cx="2021000" cy="2592413"/>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4121921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0" name="TextBox 9"/>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472500" y="2869751"/>
            <a:ext cx="8199900" cy="1204913"/>
          </a:xfr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994757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6" name="Rectangle 5"/>
          <p:cNvSpPr/>
          <p:nvPr userDrawn="1"/>
        </p:nvSpPr>
        <p:spPr bwMode="white">
          <a:xfrm>
            <a:off x="472500" y="469106"/>
            <a:ext cx="699516" cy="699516"/>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472500" y="2869751"/>
            <a:ext cx="8199900" cy="1204913"/>
          </a:xfrm>
          <a:prstGeom prst="rect">
            <a:avLst/>
          </a:prstGeom>
        </p:spPr>
        <p:txBody>
          <a:bodyPr anchor="b">
            <a:noAutofit/>
          </a:bodyPr>
          <a:lstStyle>
            <a:lvl1pPr marL="0" algn="l" defTabSz="685783" rtl="0" eaLnBrk="1" fontAlgn="auto" latinLnBrk="0" hangingPunct="1">
              <a:lnSpc>
                <a:spcPts val="4500"/>
              </a:lnSpc>
              <a:spcBef>
                <a:spcPts val="0"/>
              </a:spcBef>
              <a:spcAft>
                <a:spcPts val="0"/>
              </a:spcAft>
              <a:defRPr lang="en-US" sz="405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7199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46277766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7780" name="Diapositive think-cell" r:id="rId4" imgW="384" imgH="384" progId="TCLayout.ActiveDocument.1">
                  <p:embed/>
                </p:oleObj>
              </mc:Choice>
              <mc:Fallback>
                <p:oleObj name="Diapositive think-cell" r:id="rId4" imgW="384" imgH="384" progId="TCLayout.ActiveDocument.1">
                  <p:embed/>
                  <p:pic>
                    <p:nvPicPr>
                      <p:cNvPr id="3" name="Object 2" hidden="1"/>
                      <p:cNvPicPr/>
                      <p:nvPr/>
                    </p:nvPicPr>
                    <p:blipFill>
                      <a:blip/>
                      <a:stretch>
                        <a:fillRect/>
                      </a:stretch>
                    </p:blipFill>
                    <p:spPr>
                      <a:xfrm>
                        <a:off x="1192" y="1192"/>
                        <a:ext cx="1190" cy="1190"/>
                      </a:xfrm>
                      <a:prstGeom prst="rect">
                        <a:avLst/>
                      </a:prstGeom>
                    </p:spPr>
                  </p:pic>
                </p:oleObj>
              </mc:Fallback>
            </mc:AlternateContent>
          </a:graphicData>
        </a:graphic>
      </p:graphicFrame>
      <p:sp>
        <p:nvSpPr>
          <p:cNvPr id="6" name="TextBox 5"/>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cstate="print">
            <a:extLst>
              <a:ext uri="{28A0092B-C50C-407E-A947-70E740481C1C}">
                <a14:useLocalDpi xmlns:a14="http://schemas.microsoft.com/office/drawing/2010/main"/>
              </a:ext>
            </a:extLst>
          </a:blip>
          <a:srcRect r="3634" b="1258"/>
          <a:stretch/>
        </p:blipFill>
        <p:spPr>
          <a:xfrm rot="16200000" flipH="1">
            <a:off x="5098097" y="76083"/>
            <a:ext cx="576943" cy="7514866"/>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2"/>
            <a:ext cx="9144000" cy="4400501"/>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68580" tIns="34290" rIns="68580" bIns="34290" numCol="1" anchor="t" anchorCtr="0" compatLnSpc="1">
            <a:prstTxWarp prst="textNoShape">
              <a:avLst/>
            </a:prstTxWarp>
            <a:noAutofit/>
          </a:bodyPr>
          <a:lstStyle/>
          <a:p>
            <a:endParaRPr lang="en-US" sz="1050" dirty="0">
              <a:latin typeface="+mn-lt"/>
              <a:sym typeface="Trebuchet MS" panose="020B0603020202020204" pitchFamily="34" charset="0"/>
            </a:endParaRPr>
          </a:p>
        </p:txBody>
      </p:sp>
    </p:spTree>
    <p:extLst>
      <p:ext uri="{BB962C8B-B14F-4D97-AF65-F5344CB8AC3E}">
        <p14:creationId xmlns:p14="http://schemas.microsoft.com/office/powerpoint/2010/main" val="1481183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mn-lt"/>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2869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7258051" y="4803777"/>
            <a:ext cx="1111538" cy="115416"/>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mn-lt"/>
                <a:sym typeface="Trebuchet MS" panose="020B0603020202020204" pitchFamily="34" charset="0"/>
              </a:rPr>
              <a:t>Copyright © 2020 by Boston Consulting Group. All rights reserved.</a:t>
            </a:r>
          </a:p>
        </p:txBody>
      </p:sp>
      <p:sp>
        <p:nvSpPr>
          <p:cNvPr id="11" name="TextBox 10"/>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0865263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Tree>
    <p:extLst>
      <p:ext uri="{BB962C8B-B14F-4D97-AF65-F5344CB8AC3E}">
        <p14:creationId xmlns:p14="http://schemas.microsoft.com/office/powerpoint/2010/main" val="31683563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23308539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8804" name="Diapositive think-cell" r:id="rId5" imgW="384" imgH="384" progId="TCLayout.ActiveDocument.1">
                  <p:embed/>
                </p:oleObj>
              </mc:Choice>
              <mc:Fallback>
                <p:oleObj name="Diapositive think-cell" r:id="rId5" imgW="384" imgH="384" progId="TCLayout.ActiveDocument.1">
                  <p:embed/>
                  <p:pic>
                    <p:nvPicPr>
                      <p:cNvPr id="2" name="Object 1" hidden="1"/>
                      <p:cNvPicPr/>
                      <p:nvPr/>
                    </p:nvPicPr>
                    <p:blipFill>
                      <a:blip/>
                      <a:stretch>
                        <a:fillRect/>
                      </a:stretch>
                    </p:blipFill>
                    <p:spPr>
                      <a:xfrm>
                        <a:off x="1192" y="1192"/>
                        <a:ext cx="1190" cy="1190"/>
                      </a:xfrm>
                      <a:prstGeom prst="rect">
                        <a:avLst/>
                      </a:prstGeom>
                    </p:spPr>
                  </p:pic>
                </p:oleObj>
              </mc:Fallback>
            </mc:AlternateContent>
          </a:graphicData>
        </a:graphic>
      </p:graphicFrame>
      <p:pic>
        <p:nvPicPr>
          <p:cNvPr id="7" name="TitleAndEndImages">
            <a:extLst>
              <a:ext uri="{FF2B5EF4-FFF2-40B4-BE49-F238E27FC236}">
                <a16:creationId xmlns:a16="http://schemas.microsoft.com/office/drawing/2014/main" id="{5D1A33BC-588E-4C5A-9BCE-9C5AA9C9ABB3}"/>
              </a:ext>
            </a:extLst>
          </p:cNvPr>
          <p:cNvPicPr>
            <a:picLocks noChangeAspect="1"/>
          </p:cNvPicPr>
          <p:nvPr userDrawn="1">
            <p:custDataLst>
              <p:tags r:id="rId3"/>
            </p:custDataLst>
          </p:nvPr>
        </p:nvPicPr>
        <p:blipFill>
          <a:blip>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Rectangle 7"/>
          <p:cNvSpPr/>
          <p:nvPr userDrawn="1"/>
        </p:nvSpPr>
        <p:spPr bwMode="black">
          <a:xfrm>
            <a:off x="473202" y="469650"/>
            <a:ext cx="6093900" cy="41472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dirty="0">
              <a:solidFill>
                <a:prstClr val="white"/>
              </a:solidFill>
              <a:latin typeface="+mn-lt"/>
              <a:sym typeface="Trebuchet MS" panose="020B0603020202020204" pitchFamily="34" charset="0"/>
            </a:endParaRPr>
          </a:p>
        </p:txBody>
      </p:sp>
      <p:sp>
        <p:nvSpPr>
          <p:cNvPr id="15" name="TextBox 14"/>
          <p:cNvSpPr txBox="1"/>
          <p:nvPr/>
        </p:nvSpPr>
        <p:spPr bwMode="white">
          <a:xfrm>
            <a:off x="693736" y="4286384"/>
            <a:ext cx="630601" cy="127583"/>
          </a:xfrm>
          <a:prstGeom prst="rect">
            <a:avLst/>
          </a:prstGeom>
          <a:noFill/>
        </p:spPr>
        <p:txBody>
          <a:bodyPr wrap="none" lIns="0" tIns="0" rIns="0" bIns="0" rtlCol="0" anchor="b">
            <a:noAutofit/>
          </a:bodyPr>
          <a:lstStyle/>
          <a:p>
            <a:pPr>
              <a:lnSpc>
                <a:spcPct val="90000"/>
              </a:lnSpc>
              <a:spcAft>
                <a:spcPts val="450"/>
              </a:spcAft>
            </a:pPr>
            <a:r>
              <a:rPr lang="en-US" sz="900" dirty="0">
                <a:solidFill>
                  <a:schemeClr val="bg1"/>
                </a:solidFill>
                <a:latin typeface="+mn-lt"/>
                <a:sym typeface="Trebuchet MS" panose="020B0603020202020204" pitchFamily="34" charset="0"/>
              </a:rPr>
              <a:t>SEVEN.com</a:t>
            </a:r>
          </a:p>
        </p:txBody>
      </p:sp>
    </p:spTree>
    <p:extLst>
      <p:ext uri="{BB962C8B-B14F-4D97-AF65-F5344CB8AC3E}">
        <p14:creationId xmlns:p14="http://schemas.microsoft.com/office/powerpoint/2010/main" val="13212710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9828" name="Diapositive think-cell" r:id="rId5" imgW="270" imgH="270" progId="TCLayout.ActiveDocument.1">
                  <p:embed/>
                </p:oleObj>
              </mc:Choice>
              <mc:Fallback>
                <p:oleObj name="Diapositive think-cell" r:id="rId5" imgW="270" imgH="270" progId="TCLayout.ActiveDocument.1">
                  <p:embed/>
                  <p:pic>
                    <p:nvPicPr>
                      <p:cNvPr id="3" name="Object 2"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Trebuchet MS" panose="020B0603020202020204" pitchFamily="34" charset="0"/>
                <a:sym typeface="Trebuchet MS" panose="020B0603020202020204" pitchFamily="34" charset="0"/>
              </a:rPr>
              <a:t>Copyright © 2020 by Boston Consulting Group. All rights reserved.</a:t>
            </a:r>
          </a:p>
        </p:txBody>
      </p:sp>
      <p:sp>
        <p:nvSpPr>
          <p:cNvPr id="11" name="Rectangle 10"/>
          <p:cNvSpPr/>
          <p:nvPr userDrawn="1"/>
        </p:nvSpPr>
        <p:spPr bwMode="invGray">
          <a:xfrm>
            <a:off x="1041110" y="3518391"/>
            <a:ext cx="697003" cy="746906"/>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1882112" y="3518390"/>
            <a:ext cx="1177614" cy="1101132"/>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2" name="TextBox 1"/>
          <p:cNvSpPr txBox="1"/>
          <p:nvPr userDrawn="1"/>
        </p:nvSpPr>
        <p:spPr>
          <a:xfrm>
            <a:off x="472500" y="680401"/>
            <a:ext cx="2586600" cy="915351"/>
          </a:xfrm>
          <a:prstGeom prst="rect">
            <a:avLst/>
          </a:prstGeom>
          <a:noFill/>
          <a:ln>
            <a:solidFill>
              <a:schemeClr val="bg1"/>
            </a:solidFill>
          </a:ln>
        </p:spPr>
        <p:txBody>
          <a:bodyPr wrap="square" lIns="459000" tIns="351000" rIns="0" bIns="0" rtlCol="0" anchor="t">
            <a:spAutoFit/>
          </a:bodyPr>
          <a:lstStyle/>
          <a:p>
            <a:pPr>
              <a:lnSpc>
                <a:spcPct val="90000"/>
              </a:lnSpc>
              <a:spcAft>
                <a:spcPts val="450"/>
              </a:spcAft>
            </a:pPr>
            <a:endParaRPr lang="en-US" sz="4050" dirty="0">
              <a:solidFill>
                <a:schemeClr val="bg1"/>
              </a:solidFill>
            </a:endParaRPr>
          </a:p>
        </p:txBody>
      </p:sp>
      <p:sp>
        <p:nvSpPr>
          <p:cNvPr id="10" name="TextBox 1"/>
          <p:cNvSpPr txBox="1"/>
          <p:nvPr userDrawn="1"/>
        </p:nvSpPr>
        <p:spPr>
          <a:xfrm>
            <a:off x="824407" y="836562"/>
            <a:ext cx="1882247" cy="684418"/>
          </a:xfrm>
          <a:prstGeom prst="rect">
            <a:avLst/>
          </a:prstGeom>
          <a:noFill/>
        </p:spPr>
        <p:txBody>
          <a:bodyPr wrap="none" rtlCol="0">
            <a:spAutoFit/>
          </a:bodyPr>
          <a:lstStyle/>
          <a:p>
            <a:pPr algn="ctr" fontAlgn="auto">
              <a:lnSpc>
                <a:spcPct val="95000"/>
              </a:lnSpc>
              <a:spcBef>
                <a:spcPts val="0"/>
              </a:spcBef>
              <a:spcAft>
                <a:spcPts val="0"/>
              </a:spcAft>
            </a:pPr>
            <a:r>
              <a:rPr lang="en-US" sz="4050" dirty="0">
                <a:solidFill>
                  <a:schemeClr val="bg1"/>
                </a:solidFill>
                <a:latin typeface="+mj-lt"/>
              </a:rPr>
              <a:t>Agenda</a:t>
            </a:r>
          </a:p>
        </p:txBody>
      </p:sp>
    </p:spTree>
    <p:extLst>
      <p:ext uri="{BB962C8B-B14F-4D97-AF65-F5344CB8AC3E}">
        <p14:creationId xmlns:p14="http://schemas.microsoft.com/office/powerpoint/2010/main" val="40055636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881110013"/>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0852"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Trebuchet MS" panose="020B0603020202020204" pitchFamily="34" charset="0"/>
                <a:sym typeface="Trebuchet MS" panose="020B0603020202020204" pitchFamily="34" charset="0"/>
              </a:rPr>
              <a:t>Copyright © 2020 by Boston Consulting Group. All rights reserved.</a:t>
            </a:r>
          </a:p>
        </p:txBody>
      </p:sp>
      <p:sp>
        <p:nvSpPr>
          <p:cNvPr id="10" name="Rectangle 9"/>
          <p:cNvSpPr/>
          <p:nvPr userDrawn="1"/>
        </p:nvSpPr>
        <p:spPr bwMode="white">
          <a:xfrm>
            <a:off x="963557" y="1071098"/>
            <a:ext cx="710754" cy="71075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963900" y="2000700"/>
            <a:ext cx="7214400" cy="24003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452594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1876" name="Diapositive think-cell" r:id="rId4" imgW="270" imgH="270" progId="TCLayout.ActiveDocument.1">
                  <p:embed/>
                </p:oleObj>
              </mc:Choice>
              <mc:Fallback>
                <p:oleObj name="Diapositive think-cell" r:id="rId4" imgW="270" imgH="270" progId="TCLayout.ActiveDocument.1">
                  <p:embed/>
                  <p:pic>
                    <p:nvPicPr>
                      <p:cNvPr id="3" name="Object 2"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7" name="TextBox 6"/>
          <p:cNvSpPr txBox="1"/>
          <p:nvPr userDrawn="1"/>
        </p:nvSpPr>
        <p:spPr bwMode="white">
          <a:xfrm>
            <a:off x="8375904" y="4803300"/>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Trebuchet MS" panose="020B0603020202020204" pitchFamily="34" charset="0"/>
                <a:sym typeface="Trebuchet MS" panose="020B0603020202020204" pitchFamily="34" charset="0"/>
              </a:rPr>
              <a:t>Copyright © 2020 by Boston Consulting Group. All rights reserved.</a:t>
            </a:r>
          </a:p>
        </p:txBody>
      </p:sp>
      <p:sp>
        <p:nvSpPr>
          <p:cNvPr id="10"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bg1"/>
                </a:solidFill>
              </a:rPr>
              <a:t>Agenda</a:t>
            </a:r>
          </a:p>
        </p:txBody>
      </p:sp>
      <p:cxnSp>
        <p:nvCxnSpPr>
          <p:cNvPr id="13" name="Straight Connector 12"/>
          <p:cNvCxnSpPr/>
          <p:nvPr userDrawn="1"/>
        </p:nvCxnSpPr>
        <p:spPr bwMode="white">
          <a:xfrm>
            <a:off x="464174" y="904500"/>
            <a:ext cx="8682228"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5908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290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10" name="Picture 9"/>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13" name="Rectangle 12"/>
          <p:cNvSpPr/>
          <p:nvPr userDrawn="1"/>
        </p:nvSpPr>
        <p:spPr bwMode="white">
          <a:xfrm>
            <a:off x="3060573" y="-982"/>
            <a:ext cx="6083428" cy="51444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15" name="TextBox 14"/>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472502" y="2405788"/>
            <a:ext cx="1160357" cy="332399"/>
          </a:xfrm>
          <a:prstGeom prst="rect">
            <a:avLst/>
          </a:prstGeom>
          <a:noFill/>
        </p:spPr>
        <p:txBody>
          <a:bodyPr wrap="square" lIns="0" tIns="0" rIns="0" bIns="0" rtlCol="0" anchor="t">
            <a:spAutoFit/>
          </a:bodyPr>
          <a:lstStyle/>
          <a:p>
            <a:pPr>
              <a:lnSpc>
                <a:spcPct val="90000"/>
              </a:lnSpc>
              <a:spcAft>
                <a:spcPts val="450"/>
              </a:spcAft>
            </a:pPr>
            <a:r>
              <a:rPr lang="en-US" sz="2400" dirty="0">
                <a:solidFill>
                  <a:schemeClr val="bg1"/>
                </a:solidFill>
              </a:rPr>
              <a:t>Agenda</a:t>
            </a:r>
          </a:p>
        </p:txBody>
      </p:sp>
    </p:spTree>
    <p:extLst>
      <p:ext uri="{BB962C8B-B14F-4D97-AF65-F5344CB8AC3E}">
        <p14:creationId xmlns:p14="http://schemas.microsoft.com/office/powerpoint/2010/main" val="2935742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3924" name="Diapositive think-cell" r:id="rId5" imgW="270" imgH="270" progId="TCLayout.ActiveDocument.1">
                  <p:embed/>
                </p:oleObj>
              </mc:Choice>
              <mc:Fallback>
                <p:oleObj name="Diapositive think-cell" r:id="rId5" imgW="270" imgH="270" progId="TCLayout.ActiveDocument.1">
                  <p:embed/>
                  <p:pic>
                    <p:nvPicPr>
                      <p:cNvPr id="2" name="Object 1" hidden="1"/>
                      <p:cNvPicPr/>
                      <p:nvPr/>
                    </p:nvPicPr>
                    <p:blipFill>
                      <a:blip r:embed="rId6"/>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p>
        </p:txBody>
      </p:sp>
      <p:sp>
        <p:nvSpPr>
          <p:cNvPr id="8" name="Rectangle 7"/>
          <p:cNvSpPr/>
          <p:nvPr userDrawn="1"/>
        </p:nvSpPr>
        <p:spPr bwMode="invGray">
          <a:xfrm>
            <a:off x="1041110" y="3518391"/>
            <a:ext cx="697003" cy="746906"/>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15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1882112" y="3518390"/>
            <a:ext cx="1177614" cy="1101132"/>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5000" rIns="137160" bIns="137160" numCol="1" spcCol="0" rtlCol="0" fromWordArt="0" anchor="t" anchorCtr="0" forceAA="0" compatLnSpc="1">
            <a:prstTxWarp prst="textNoShape">
              <a:avLst/>
            </a:prstTxWarp>
            <a:noAutofit/>
          </a:bodyPr>
          <a:lstStyle/>
          <a:p>
            <a:pPr>
              <a:lnSpc>
                <a:spcPct val="95000"/>
              </a:lnSpc>
            </a:pPr>
            <a:endParaRPr lang="en-US" sz="900" dirty="0">
              <a:solidFill>
                <a:srgbClr val="FFFFFF"/>
              </a:solidFill>
              <a:latin typeface="Trebuchet MS" panose="020B0603020202020204" pitchFamily="34" charset="0"/>
            </a:endParaRPr>
          </a:p>
        </p:txBody>
      </p:sp>
      <p:sp>
        <p:nvSpPr>
          <p:cNvPr id="11" name="TextBox 10"/>
          <p:cNvSpPr txBox="1"/>
          <p:nvPr userDrawn="1"/>
        </p:nvSpPr>
        <p:spPr>
          <a:xfrm>
            <a:off x="472500" y="680400"/>
            <a:ext cx="2586600" cy="915351"/>
          </a:xfrm>
          <a:prstGeom prst="rect">
            <a:avLst/>
          </a:prstGeom>
          <a:noFill/>
          <a:ln>
            <a:solidFill>
              <a:schemeClr val="accent4"/>
            </a:solidFill>
          </a:ln>
        </p:spPr>
        <p:txBody>
          <a:bodyPr wrap="square" lIns="459000" tIns="351000" rIns="0" bIns="0" rtlCol="0" anchor="t">
            <a:spAutoFit/>
          </a:bodyPr>
          <a:lstStyle/>
          <a:p>
            <a:pPr>
              <a:lnSpc>
                <a:spcPct val="90000"/>
              </a:lnSpc>
              <a:spcAft>
                <a:spcPts val="450"/>
              </a:spcAft>
            </a:pPr>
            <a:endParaRPr lang="en-US" sz="4050" dirty="0">
              <a:solidFill>
                <a:schemeClr val="accent4"/>
              </a:solidFill>
            </a:endParaRPr>
          </a:p>
        </p:txBody>
      </p:sp>
      <p:sp>
        <p:nvSpPr>
          <p:cNvPr id="9" name="TextBox 1"/>
          <p:cNvSpPr txBox="1"/>
          <p:nvPr userDrawn="1"/>
        </p:nvSpPr>
        <p:spPr>
          <a:xfrm>
            <a:off x="824407" y="836562"/>
            <a:ext cx="1882247" cy="684418"/>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4050" dirty="0"/>
              <a:t>Agenda</a:t>
            </a:r>
          </a:p>
        </p:txBody>
      </p:sp>
    </p:spTree>
    <p:extLst>
      <p:ext uri="{BB962C8B-B14F-4D97-AF65-F5344CB8AC3E}">
        <p14:creationId xmlns:p14="http://schemas.microsoft.com/office/powerpoint/2010/main" val="38219909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90335943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4948"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p>
        </p:txBody>
      </p:sp>
      <p:sp>
        <p:nvSpPr>
          <p:cNvPr id="8" name="Rectangle 7"/>
          <p:cNvSpPr/>
          <p:nvPr userDrawn="1"/>
        </p:nvSpPr>
        <p:spPr bwMode="white">
          <a:xfrm>
            <a:off x="963557" y="1071098"/>
            <a:ext cx="710754" cy="71075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9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963900" y="2000700"/>
            <a:ext cx="7214400" cy="24003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15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2313241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5972"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5"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p>
        </p:txBody>
      </p:sp>
      <p:sp>
        <p:nvSpPr>
          <p:cNvPr id="7" name="Title 1"/>
          <p:cNvSpPr txBox="1">
            <a:spLocks/>
          </p:cNvSpPr>
          <p:nvPr userDrawn="1"/>
        </p:nvSpPr>
        <p:spPr>
          <a:xfrm>
            <a:off x="472501" y="467100"/>
            <a:ext cx="5392499" cy="353174"/>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sz="2550" dirty="0">
                <a:solidFill>
                  <a:schemeClr val="accent4"/>
                </a:solidFill>
              </a:rPr>
              <a:t>Agenda</a:t>
            </a:r>
          </a:p>
        </p:txBody>
      </p:sp>
      <p:cxnSp>
        <p:nvCxnSpPr>
          <p:cNvPr id="9" name="Straight Connector 8"/>
          <p:cNvCxnSpPr/>
          <p:nvPr userDrawn="1"/>
        </p:nvCxnSpPr>
        <p:spPr bwMode="white">
          <a:xfrm>
            <a:off x="464174" y="904500"/>
            <a:ext cx="8682228"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99882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6996"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pic>
        <p:nvPicPr>
          <p:cNvPr id="23" name="Picture 22"/>
          <p:cNvPicPr>
            <a:picLocks noChangeAspect="1"/>
          </p:cNvPicPr>
          <p:nvPr userDrawn="1"/>
        </p:nvPicPr>
        <p:blipFill rotWithShape="1">
          <a:blip cstate="print">
            <a:extLst>
              <a:ext uri="{28A0092B-C50C-407E-A947-70E740481C1C}">
                <a14:useLocalDpi xmlns:a14="http://schemas.microsoft.com/office/drawing/2010/main"/>
              </a:ext>
            </a:extLst>
          </a:blip>
          <a:srcRect l="29398" t="8741" r="101" b="27"/>
          <a:stretch/>
        </p:blipFill>
        <p:spPr bwMode="ltGray">
          <a:xfrm flipH="1">
            <a:off x="2753303" y="0"/>
            <a:ext cx="312713" cy="5143500"/>
          </a:xfrm>
          <a:prstGeom prst="rect">
            <a:avLst/>
          </a:prstGeom>
        </p:spPr>
      </p:pic>
      <p:sp>
        <p:nvSpPr>
          <p:cNvPr id="26" name="Rectangle 25"/>
          <p:cNvSpPr/>
          <p:nvPr userDrawn="1"/>
        </p:nvSpPr>
        <p:spPr bwMode="ltGray">
          <a:xfrm>
            <a:off x="3060573" y="-982"/>
            <a:ext cx="6083428" cy="5144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9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lumMod val="50000"/>
                  </a:schemeClr>
                </a:solidFill>
                <a:latin typeface="+mn-lt"/>
                <a:sym typeface="Trebuchet MS" panose="020B0603020202020204" pitchFamily="34" charset="0"/>
              </a:rPr>
              <a:t>Copyright © 2020 by Boston Consulting Group. All rights reserved.</a:t>
            </a:r>
          </a:p>
        </p:txBody>
      </p:sp>
      <p:sp>
        <p:nvSpPr>
          <p:cNvPr id="28" name="TextBox 27"/>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472502" y="2446610"/>
            <a:ext cx="870785" cy="249299"/>
          </a:xfrm>
          <a:prstGeom prst="rect">
            <a:avLst/>
          </a:prstGeom>
          <a:noFill/>
        </p:spPr>
        <p:txBody>
          <a:bodyPr wrap="square" lIns="0" tIns="0" rIns="0" bIns="0" rtlCol="0" anchor="t">
            <a:spAutoFit/>
          </a:bodyPr>
          <a:lstStyle/>
          <a:p>
            <a:pPr>
              <a:lnSpc>
                <a:spcPct val="90000"/>
              </a:lnSpc>
              <a:spcAft>
                <a:spcPts val="450"/>
              </a:spcAft>
            </a:pPr>
            <a:r>
              <a:rPr lang="en-US" sz="1800" dirty="0">
                <a:solidFill>
                  <a:schemeClr val="bg1"/>
                </a:solidFill>
              </a:rPr>
              <a:t>Agenda</a:t>
            </a:r>
          </a:p>
        </p:txBody>
      </p:sp>
    </p:spTree>
    <p:extLst>
      <p:ext uri="{BB962C8B-B14F-4D97-AF65-F5344CB8AC3E}">
        <p14:creationId xmlns:p14="http://schemas.microsoft.com/office/powerpoint/2010/main" val="30398216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28020" name="Diapositive think-cell" r:id="rId4" imgW="270" imgH="270" progId="TCLayout.ActiveDocument.1">
                  <p:embed/>
                </p:oleObj>
              </mc:Choice>
              <mc:Fallback>
                <p:oleObj name="Diapositive think-cell" r:id="rId4" imgW="270" imgH="27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13" name="Freeform 12"/>
          <p:cNvSpPr/>
          <p:nvPr/>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3066234" cy="51435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472500" y="1956406"/>
            <a:ext cx="2114550" cy="1275414"/>
          </a:xfrm>
          <a:prstGeom prst="rect">
            <a:avLst/>
          </a:prstGeom>
          <a:noFill/>
        </p:spPr>
        <p:txBody>
          <a:bodyPr wrap="square" lIns="0" tIns="0" rIns="0" bIns="0" rtlCol="0" anchor="ctr">
            <a:spAutoFit/>
          </a:bodyPr>
          <a:lstStyle/>
          <a:p>
            <a:pPr marL="0" indent="0">
              <a:lnSpc>
                <a:spcPct val="106000"/>
              </a:lnSpc>
              <a:spcAft>
                <a:spcPts val="525"/>
              </a:spcAft>
              <a:buFontTx/>
              <a:buNone/>
            </a:pPr>
            <a:r>
              <a:rPr lang="en-US" sz="405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7115177"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dirty="0">
                <a:solidFill>
                  <a:schemeClr val="bg1"/>
                </a:solidFill>
                <a:latin typeface="Trebuchet MS" panose="020B0603020202020204" pitchFamily="34" charset="0"/>
                <a:sym typeface="Trebuchet MS" panose="020B0603020202020204" pitchFamily="34" charset="0"/>
              </a:rPr>
              <a:t>Copyright © 2020 by Boston Consulting Group. All rights reserved.</a:t>
            </a:r>
          </a:p>
        </p:txBody>
      </p:sp>
      <p:sp>
        <p:nvSpPr>
          <p:cNvPr id="19" name="TextBox 18"/>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a:extLst>
              <a:ext uri="{28A0092B-C50C-407E-A947-70E740481C1C}">
                <a14:useLocalDpi xmlns:a14="http://schemas.microsoft.com/office/drawing/2010/main"/>
              </a:ext>
            </a:extLst>
          </a:blip>
          <a:srcRect/>
          <a:stretch>
            <a:fillRect/>
          </a:stretch>
        </p:blipFill>
        <p:spPr bwMode="auto">
          <a:xfrm>
            <a:off x="2331478" y="2690062"/>
            <a:ext cx="1023938" cy="253722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5690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5.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199603739"/>
              </p:ext>
            </p:extLst>
          </p:nvPr>
        </p:nvGraphicFramePr>
        <p:xfrm>
          <a:off x="1476" y="1194"/>
          <a:ext cx="1465" cy="1190"/>
        </p:xfrm>
        <a:graphic>
          <a:graphicData uri="http://schemas.openxmlformats.org/presentationml/2006/ole">
            <mc:AlternateContent xmlns:mc="http://schemas.openxmlformats.org/markup-compatibility/2006">
              <mc:Choice xmlns:v="urn:schemas-microsoft-com:vml" Requires="v">
                <p:oleObj spid="_x0000_s129044"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476"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a:t>Cliquez pour modifier les styles du texte du masque</a:t>
            </a:r>
          </a:p>
        </p:txBody>
      </p:sp>
      <p:sp>
        <p:nvSpPr>
          <p:cNvPr id="8" name="Title 7"/>
          <p:cNvSpPr>
            <a:spLocks noGrp="1"/>
          </p:cNvSpPr>
          <p:nvPr>
            <p:ph type="title"/>
          </p:nvPr>
        </p:nvSpPr>
        <p:spPr>
          <a:xfrm>
            <a:off x="422034" y="107674"/>
            <a:ext cx="6745846" cy="249299"/>
          </a:xfrm>
        </p:spPr>
        <p:txBody>
          <a:bodyPr/>
          <a:lstStyle/>
          <a:p>
            <a:r>
              <a:rPr lang="fr-FR" noProof="0"/>
              <a:t>Cliquez pour modifier le style du titre</a:t>
            </a:r>
          </a:p>
        </p:txBody>
      </p:sp>
    </p:spTree>
    <p:extLst>
      <p:ext uri="{BB962C8B-B14F-4D97-AF65-F5344CB8AC3E}">
        <p14:creationId xmlns:p14="http://schemas.microsoft.com/office/powerpoint/2010/main" val="262705648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 name="Image 5" descr="Template BFIVE-simaje-V1 (1).jpg"/>
          <p:cNvPicPr>
            <a:picLocks noChangeAspect="1"/>
          </p:cNvPicPr>
          <p:nvPr userDrawn="1"/>
        </p:nvPicPr>
        <p:blipFill>
          <a:blip r:embed="rId6" cstate="print">
            <a:grayscl/>
          </a:blip>
          <a:srcRect l="4271"/>
          <a:stretch>
            <a:fillRect/>
          </a:stretch>
        </p:blipFill>
        <p:spPr>
          <a:xfrm>
            <a:off x="0" y="0"/>
            <a:ext cx="8753460" cy="5143500"/>
          </a:xfrm>
          <a:prstGeom prst="rect">
            <a:avLst/>
          </a:prstGeom>
        </p:spPr>
      </p:pic>
      <p:graphicFrame>
        <p:nvGraphicFramePr>
          <p:cNvPr id="4" name="Rectangle 2" hidden="1"/>
          <p:cNvGraphicFramePr>
            <a:graphicFrameLocks/>
          </p:cNvGraphicFramePr>
          <p:nvPr>
            <p:custDataLst>
              <p:tags r:id="rId2"/>
            </p:custData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133126" name="Diapositive think-cell" r:id="rId7" imgW="0" imgH="0" progId="TCLayout.ActiveDocument.1">
                  <p:embed/>
                </p:oleObj>
              </mc:Choice>
              <mc:Fallback>
                <p:oleObj name="Diapositive think-cell" r:id="rId7" imgW="0" imgH="0" progId="TCLayout.ActiveDocument.1">
                  <p:embed/>
                  <p:pic>
                    <p:nvPicPr>
                      <p:cNvPr id="4"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p:custDataLst>
              <p:tags r:id="rId3"/>
            </p:custDataLst>
          </p:nvPr>
        </p:nvSpPr>
        <p:spPr>
          <a:xfrm>
            <a:off x="5921037" y="2455958"/>
            <a:ext cx="2787847" cy="1102519"/>
          </a:xfrm>
        </p:spPr>
        <p:txBody>
          <a:bodyPr tIns="0" bIns="0">
            <a:normAutofit/>
          </a:bodyPr>
          <a:lstStyle>
            <a:lvl1pPr algn="l">
              <a:defRPr sz="2600" b="1">
                <a:solidFill>
                  <a:schemeClr val="tx2"/>
                </a:solidFill>
              </a:defRPr>
            </a:lvl1pPr>
          </a:lstStyle>
          <a:p>
            <a:r>
              <a:rPr lang="fr-FR" noProof="0" dirty="0"/>
              <a:t>Cliquez pour modifier le style du titre</a:t>
            </a:r>
          </a:p>
        </p:txBody>
      </p:sp>
      <p:sp>
        <p:nvSpPr>
          <p:cNvPr id="3" name="Subtitle 2"/>
          <p:cNvSpPr>
            <a:spLocks noGrp="1"/>
          </p:cNvSpPr>
          <p:nvPr>
            <p:ph type="subTitle" idx="1"/>
            <p:custDataLst>
              <p:tags r:id="rId4"/>
            </p:custDataLst>
          </p:nvPr>
        </p:nvSpPr>
        <p:spPr>
          <a:xfrm>
            <a:off x="5921030" y="3625723"/>
            <a:ext cx="2787848" cy="671513"/>
          </a:xfrm>
        </p:spPr>
        <p:txBody>
          <a:bodyPr>
            <a:normAutofit/>
          </a:bodyPr>
          <a:lstStyle>
            <a:lvl1pPr marL="0" indent="0" algn="l">
              <a:buNone/>
              <a:defRPr sz="1700" b="0">
                <a:solidFill>
                  <a:schemeClr val="accent6"/>
                </a:solidFill>
              </a:defRPr>
            </a:lvl1pPr>
            <a:lvl2pPr marL="389405" indent="0" algn="ctr">
              <a:buNone/>
              <a:defRPr>
                <a:solidFill>
                  <a:schemeClr val="tx1">
                    <a:tint val="75000"/>
                  </a:schemeClr>
                </a:solidFill>
              </a:defRPr>
            </a:lvl2pPr>
            <a:lvl3pPr marL="778809" indent="0" algn="ctr">
              <a:buNone/>
              <a:defRPr>
                <a:solidFill>
                  <a:schemeClr val="tx1">
                    <a:tint val="75000"/>
                  </a:schemeClr>
                </a:solidFill>
              </a:defRPr>
            </a:lvl3pPr>
            <a:lvl4pPr marL="1168213" indent="0" algn="ctr">
              <a:buNone/>
              <a:defRPr>
                <a:solidFill>
                  <a:schemeClr val="tx1">
                    <a:tint val="75000"/>
                  </a:schemeClr>
                </a:solidFill>
              </a:defRPr>
            </a:lvl4pPr>
            <a:lvl5pPr marL="1557618" indent="0" algn="ctr">
              <a:buNone/>
              <a:defRPr>
                <a:solidFill>
                  <a:schemeClr val="tx1">
                    <a:tint val="75000"/>
                  </a:schemeClr>
                </a:solidFill>
              </a:defRPr>
            </a:lvl5pPr>
            <a:lvl6pPr marL="1947021" indent="0" algn="ctr">
              <a:buNone/>
              <a:defRPr>
                <a:solidFill>
                  <a:schemeClr val="tx1">
                    <a:tint val="75000"/>
                  </a:schemeClr>
                </a:solidFill>
              </a:defRPr>
            </a:lvl6pPr>
            <a:lvl7pPr marL="2336426" indent="0" algn="ctr">
              <a:buNone/>
              <a:defRPr>
                <a:solidFill>
                  <a:schemeClr val="tx1">
                    <a:tint val="75000"/>
                  </a:schemeClr>
                </a:solidFill>
              </a:defRPr>
            </a:lvl7pPr>
            <a:lvl8pPr marL="2725830" indent="0" algn="ctr">
              <a:buNone/>
              <a:defRPr>
                <a:solidFill>
                  <a:schemeClr val="tx1">
                    <a:tint val="75000"/>
                  </a:schemeClr>
                </a:solidFill>
              </a:defRPr>
            </a:lvl8pPr>
            <a:lvl9pPr marL="3115235" indent="0" algn="ctr">
              <a:buNone/>
              <a:defRPr>
                <a:solidFill>
                  <a:schemeClr val="tx1">
                    <a:tint val="75000"/>
                  </a:schemeClr>
                </a:solidFill>
              </a:defRPr>
            </a:lvl9pPr>
          </a:lstStyle>
          <a:p>
            <a:r>
              <a:rPr lang="fr-FR" dirty="0"/>
              <a:t>Cliquez pour modifier le style des sous-titres du masque</a:t>
            </a:r>
          </a:p>
        </p:txBody>
      </p:sp>
    </p:spTree>
    <p:extLst>
      <p:ext uri="{BB962C8B-B14F-4D97-AF65-F5344CB8AC3E}">
        <p14:creationId xmlns:p14="http://schemas.microsoft.com/office/powerpoint/2010/main" val="94077443"/>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474" y="1194"/>
          <a:ext cx="1465" cy="1190"/>
        </p:xfrm>
        <a:graphic>
          <a:graphicData uri="http://schemas.openxmlformats.org/presentationml/2006/ole">
            <mc:AlternateContent xmlns:mc="http://schemas.openxmlformats.org/markup-compatibility/2006">
              <mc:Choice xmlns:v="urn:schemas-microsoft-com:vml" Requires="v">
                <p:oleObj spid="_x0000_s134150" name="Diapositive think-cell" r:id="rId4" imgW="270" imgH="270" progId="TCLayout.ActiveDocument.1">
                  <p:embed/>
                </p:oleObj>
              </mc:Choice>
              <mc:Fallback>
                <p:oleObj name="Diapositive think-cell" r:id="rId4" imgW="270" imgH="270" progId="TCLayout.ActiveDocument.1">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 y="1194"/>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Placeholder 5"/>
          <p:cNvSpPr>
            <a:spLocks noGrp="1"/>
          </p:cNvSpPr>
          <p:nvPr>
            <p:ph type="body" sz="quarter" idx="10"/>
          </p:nvPr>
        </p:nvSpPr>
        <p:spPr>
          <a:xfrm>
            <a:off x="422031" y="1136700"/>
            <a:ext cx="8299938" cy="3458700"/>
          </a:xfrm>
        </p:spPr>
        <p:txBody>
          <a:bodyPr/>
          <a:lstStyle/>
          <a:p>
            <a:pPr lvl="0"/>
            <a:r>
              <a:rPr lang="fr-FR" dirty="0"/>
              <a:t>Cliquez pour modifier les styles du texte du masque</a:t>
            </a:r>
          </a:p>
        </p:txBody>
      </p:sp>
      <p:sp>
        <p:nvSpPr>
          <p:cNvPr id="8" name="Title 7"/>
          <p:cNvSpPr>
            <a:spLocks noGrp="1"/>
          </p:cNvSpPr>
          <p:nvPr>
            <p:ph type="title"/>
          </p:nvPr>
        </p:nvSpPr>
        <p:spPr>
          <a:xfrm>
            <a:off x="422032" y="107672"/>
            <a:ext cx="6745846" cy="594411"/>
          </a:xfrm>
        </p:spPr>
        <p:txBody>
          <a:bodyPr/>
          <a:lstStyle/>
          <a:p>
            <a:r>
              <a:rPr lang="fr-FR" noProof="0"/>
              <a:t>Cliquez pour modifier le style du titre</a:t>
            </a:r>
          </a:p>
        </p:txBody>
      </p:sp>
    </p:spTree>
    <p:extLst>
      <p:ext uri="{BB962C8B-B14F-4D97-AF65-F5344CB8AC3E}">
        <p14:creationId xmlns:p14="http://schemas.microsoft.com/office/powerpoint/2010/main" val="1240438154"/>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Tree>
    <p:extLst>
      <p:ext uri="{BB962C8B-B14F-4D97-AF65-F5344CB8AC3E}">
        <p14:creationId xmlns:p14="http://schemas.microsoft.com/office/powerpoint/2010/main" val="3123792671"/>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D8BD707-D9CF-40AE-B4C6-C98DA3205C09}" type="datetimeFigureOut">
              <a:rPr kumimoji="0" lang="en-US" sz="1400" b="0" i="0" u="none" strike="noStrike" kern="0" cap="none" spc="0" normalizeH="0" baseline="0" noProof="0">
                <a:ln>
                  <a:noFill/>
                </a:ln>
                <a:solidFill>
                  <a:prstClr val="black">
                    <a:tint val="75000"/>
                  </a:prstClr>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5/2/2025</a:t>
            </a:fld>
            <a:endParaRPr kumimoji="0" lang="en-US" sz="1400" b="0" i="0" u="none" strike="noStrike" kern="0" cap="none" spc="0" normalizeH="0" baseline="0" noProof="0">
              <a:ln>
                <a:noFill/>
              </a:ln>
              <a:solidFill>
                <a:prstClr val="black">
                  <a:tint val="75000"/>
                </a:prstClr>
              </a:solidFill>
              <a:effectLst/>
              <a:uLnTx/>
              <a:uFillTx/>
              <a:latin typeface="Arial"/>
              <a:cs typeface="Arial"/>
              <a:sym typeface="Arial"/>
            </a:endParaRPr>
          </a:p>
        </p:txBody>
      </p:sp>
      <p:sp>
        <p:nvSpPr>
          <p:cNvPr id="5" name="Holder 5"/>
          <p:cNvSpPr>
            <a:spLocks noGrp="1"/>
          </p:cNvSpPr>
          <p:nvPr>
            <p:ph type="sldNum" sz="quarter" idx="7"/>
          </p:nvPr>
        </p:nvSpPr>
        <p:spPr/>
        <p:txBody>
          <a:bodyPr lIns="0" tIns="0" rIns="0" bIns="0"/>
          <a:lstStyle>
            <a:lvl1pPr>
              <a:defRPr sz="750" b="0" i="0">
                <a:solidFill>
                  <a:srgbClr val="59575C"/>
                </a:solidFill>
                <a:latin typeface="Calibri"/>
                <a:cs typeface="Calibri"/>
              </a:defRPr>
            </a:lvl1pPr>
          </a:lstStyle>
          <a:p>
            <a:pPr marL="28575" marR="0" lvl="0" indent="0" algn="l" defTabSz="914400" rtl="0" eaLnBrk="1" fontAlgn="auto" latinLnBrk="0" hangingPunct="1">
              <a:lnSpc>
                <a:spcPct val="100000"/>
              </a:lnSpc>
              <a:spcBef>
                <a:spcPts val="38"/>
              </a:spcBef>
              <a:spcAft>
                <a:spcPts val="0"/>
              </a:spcAft>
              <a:buClr>
                <a:srgbClr val="000000"/>
              </a:buClr>
              <a:buSzTx/>
              <a:buFont typeface="Arial"/>
              <a:buNone/>
              <a:tabLst/>
              <a:defRPr/>
            </a:pPr>
            <a:fld id="{81D60167-4931-47E6-BA6A-407CBD079E47}" type="slidenum">
              <a:rPr kumimoji="0" lang="fr-FR" sz="750" b="0" i="0" u="none" strike="noStrike" kern="0" cap="none" spc="0" normalizeH="0" baseline="0" noProof="0" smtClean="0">
                <a:ln>
                  <a:noFill/>
                </a:ln>
                <a:solidFill>
                  <a:srgbClr val="59575C"/>
                </a:solidFill>
                <a:effectLst/>
                <a:uLnTx/>
                <a:uFillTx/>
                <a:latin typeface="Calibri"/>
                <a:cs typeface="Calibri"/>
                <a:sym typeface="Arial"/>
              </a:rPr>
              <a:pPr marL="28575" marR="0" lvl="0" indent="0" algn="l" defTabSz="914400" rtl="0" eaLnBrk="1" fontAlgn="auto" latinLnBrk="0" hangingPunct="1">
                <a:lnSpc>
                  <a:spcPct val="100000"/>
                </a:lnSpc>
                <a:spcBef>
                  <a:spcPts val="38"/>
                </a:spcBef>
                <a:spcAft>
                  <a:spcPts val="0"/>
                </a:spcAft>
                <a:buClr>
                  <a:srgbClr val="000000"/>
                </a:buClr>
                <a:buSzTx/>
                <a:buFont typeface="Arial"/>
                <a:buNone/>
                <a:tabLst/>
                <a:defRPr/>
              </a:pPr>
              <a:t>‹N°›</a:t>
            </a:fld>
            <a:endParaRPr kumimoji="0" lang="fr-FR" sz="750" b="0" i="0" u="none" strike="noStrike" kern="0" cap="none" spc="0" normalizeH="0" baseline="0" noProof="0" dirty="0">
              <a:ln>
                <a:noFill/>
              </a:ln>
              <a:solidFill>
                <a:srgbClr val="59575C"/>
              </a:solidFill>
              <a:effectLst/>
              <a:uLnTx/>
              <a:uFillTx/>
              <a:latin typeface="Calibri"/>
              <a:cs typeface="Calibri"/>
              <a:sym typeface="Arial"/>
            </a:endParaRPr>
          </a:p>
        </p:txBody>
      </p:sp>
    </p:spTree>
    <p:extLst>
      <p:ext uri="{BB962C8B-B14F-4D97-AF65-F5344CB8AC3E}">
        <p14:creationId xmlns:p14="http://schemas.microsoft.com/office/powerpoint/2010/main" val="3929778533"/>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userDrawn="1">
  <p:cSld name="01_Basic_without content_one-line title">
    <p:spTree>
      <p:nvGrpSpPr>
        <p:cNvPr id="1" name=""/>
        <p:cNvGrpSpPr/>
        <p:nvPr/>
      </p:nvGrpSpPr>
      <p:grpSpPr>
        <a:xfrm>
          <a:off x="0" y="0"/>
          <a:ext cx="0" cy="0"/>
          <a:chOff x="0" y="0"/>
          <a:chExt cx="0" cy="0"/>
        </a:xfrm>
      </p:grpSpPr>
      <p:sp>
        <p:nvSpPr>
          <p:cNvPr id="9" name="Espace réservé du texte 4"/>
          <p:cNvSpPr>
            <a:spLocks noGrp="1"/>
          </p:cNvSpPr>
          <p:nvPr>
            <p:ph type="body" sz="quarter" idx="35"/>
          </p:nvPr>
        </p:nvSpPr>
        <p:spPr>
          <a:xfrm>
            <a:off x="253449" y="692036"/>
            <a:ext cx="8575241" cy="205409"/>
          </a:xfrm>
          <a:prstGeom prst="rect">
            <a:avLst/>
          </a:prstGeom>
        </p:spPr>
        <p:txBody>
          <a:bodyPr anchor="t" anchorCtr="0"/>
          <a:lstStyle>
            <a:lvl1pPr marL="0" marR="0" indent="0" algn="l" defTabSz="685783" rtl="0" eaLnBrk="1" fontAlgn="auto" latinLnBrk="0" hangingPunct="1">
              <a:lnSpc>
                <a:spcPct val="90000"/>
              </a:lnSpc>
              <a:spcBef>
                <a:spcPts val="750"/>
              </a:spcBef>
              <a:spcAft>
                <a:spcPts val="0"/>
              </a:spcAft>
              <a:buClrTx/>
              <a:buSzTx/>
              <a:buFont typeface="Arial" panose="020B0604020202020204" pitchFamily="34" charset="0"/>
              <a:buNone/>
              <a:tabLst/>
              <a:defRPr lang="fr-FR" sz="1200" b="0" kern="1200" dirty="0">
                <a:solidFill>
                  <a:schemeClr val="tx1"/>
                </a:solidFill>
                <a:latin typeface="Arial"/>
                <a:ea typeface="Arial" charset="0"/>
                <a:cs typeface="Arial"/>
              </a:defRPr>
            </a:lvl1pPr>
            <a:lvl2pPr>
              <a:defRPr sz="1800">
                <a:latin typeface="Poppins"/>
              </a:defRPr>
            </a:lvl2pPr>
            <a:lvl3pPr>
              <a:defRPr sz="1800">
                <a:latin typeface="Poppins"/>
              </a:defRPr>
            </a:lvl3pPr>
            <a:lvl4pPr>
              <a:defRPr sz="1800">
                <a:latin typeface="Poppins"/>
              </a:defRPr>
            </a:lvl4pPr>
            <a:lvl5pPr>
              <a:defRPr sz="1800">
                <a:latin typeface="Poppins"/>
              </a:defRPr>
            </a:lvl5pPr>
          </a:lstStyle>
          <a:p>
            <a:pPr lvl="0"/>
            <a:r>
              <a:rPr lang="fr-FR"/>
              <a:t>Cliquez pour modifier les styles du texte du masque</a:t>
            </a:r>
          </a:p>
        </p:txBody>
      </p:sp>
      <p:sp>
        <p:nvSpPr>
          <p:cNvPr id="11" name="Espace réservé du texte 6"/>
          <p:cNvSpPr>
            <a:spLocks noGrp="1"/>
          </p:cNvSpPr>
          <p:nvPr>
            <p:ph type="body" sz="quarter" idx="10"/>
          </p:nvPr>
        </p:nvSpPr>
        <p:spPr>
          <a:xfrm>
            <a:off x="253451" y="423018"/>
            <a:ext cx="8575239" cy="269018"/>
          </a:xfrm>
          <a:prstGeom prst="rect">
            <a:avLst/>
          </a:prstGeom>
        </p:spPr>
        <p:txBody>
          <a:bodyPr anchor="t" anchorCtr="0"/>
          <a:lstStyle>
            <a:lvl1pPr marL="0" indent="0">
              <a:buNone/>
              <a:defRPr sz="1650" b="1" cap="all" spc="-113" baseline="0">
                <a:latin typeface="+mj-lt"/>
              </a:defRPr>
            </a:lvl1pPr>
          </a:lstStyle>
          <a:p>
            <a:pPr lvl="0"/>
            <a:r>
              <a:rPr lang="fr-FR"/>
              <a:t>Cliquez pour modifier les styles du texte du masque</a:t>
            </a:r>
          </a:p>
        </p:txBody>
      </p:sp>
      <p:sp>
        <p:nvSpPr>
          <p:cNvPr id="4" name="Espace réservé du pied de page 1">
            <a:extLst>
              <a:ext uri="{FF2B5EF4-FFF2-40B4-BE49-F238E27FC236}">
                <a16:creationId xmlns:a16="http://schemas.microsoft.com/office/drawing/2014/main" id="{35FC5623-A634-AF06-3382-F267200F3AEE}"/>
              </a:ext>
            </a:extLst>
          </p:cNvPr>
          <p:cNvSpPr>
            <a:spLocks noGrp="1"/>
          </p:cNvSpPr>
          <p:nvPr>
            <p:ph type="ftr" sz="quarter" idx="36"/>
          </p:nvPr>
        </p:nvSpPr>
        <p:spPr>
          <a:xfrm>
            <a:off x="253603" y="183356"/>
            <a:ext cx="1303734" cy="66675"/>
          </a:xfrm>
          <a:prstGeom prst="rect">
            <a:avLst/>
          </a:prstGeom>
          <a:solidFill>
            <a:schemeClr val="bg1"/>
          </a:solidFill>
        </p:spPr>
        <p:txBody>
          <a:bodyPr vert="horz" lIns="91440" tIns="45720" rIns="91440" bIns="45720" rtlCol="0" anchor="ctr"/>
          <a:lstStyle>
            <a:lvl1pPr algn="l" eaLnBrk="1" fontAlgn="auto" hangingPunct="1">
              <a:spcBef>
                <a:spcPts val="0"/>
              </a:spcBef>
              <a:spcAft>
                <a:spcPts val="0"/>
              </a:spcAft>
              <a:defRPr sz="675">
                <a:solidFill>
                  <a:schemeClr val="tx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 typeface="Arial"/>
              <a:buNone/>
              <a:tabLst/>
              <a:defRPr/>
            </a:pPr>
            <a:r>
              <a:rPr kumimoji="0" lang="fr-FR" sz="675" b="0" i="0" u="none" strike="noStrike" kern="1200" cap="none" spc="0" normalizeH="0" baseline="0" noProof="0">
                <a:ln>
                  <a:noFill/>
                </a:ln>
                <a:solidFill>
                  <a:prstClr val="black"/>
                </a:solidFill>
                <a:effectLst/>
                <a:uLnTx/>
                <a:uFillTx/>
                <a:latin typeface="Arial"/>
                <a:ea typeface="+mn-ea"/>
                <a:cs typeface="Arial"/>
                <a:sym typeface="Arial"/>
              </a:rPr>
              <a:t>CFG Transformation</a:t>
            </a:r>
            <a:endParaRPr kumimoji="0" lang="fr-FR" sz="675" b="0" i="0" u="none" strike="noStrike" kern="1200" cap="none" spc="0" normalizeH="0" baseline="0" noProof="0" dirty="0">
              <a:ln>
                <a:noFill/>
              </a:ln>
              <a:solidFill>
                <a:prstClr val="black"/>
              </a:solidFill>
              <a:effectLst/>
              <a:uLnTx/>
              <a:uFillTx/>
              <a:latin typeface="Arial"/>
              <a:ea typeface="+mn-ea"/>
              <a:cs typeface="Arial"/>
              <a:sym typeface="Arial"/>
            </a:endParaRPr>
          </a:p>
        </p:txBody>
      </p:sp>
    </p:spTree>
    <p:extLst>
      <p:ext uri="{BB962C8B-B14F-4D97-AF65-F5344CB8AC3E}">
        <p14:creationId xmlns:p14="http://schemas.microsoft.com/office/powerpoint/2010/main" val="9999936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oleObject" Target="../embeddings/oleObject4.bin"/><Relationship Id="rId5" Type="http://schemas.openxmlformats.org/officeDocument/2006/relationships/tags" Target="../tags/tag6.xml"/><Relationship Id="rId4" Type="http://schemas.openxmlformats.org/officeDocument/2006/relationships/vmlDrawing" Target="../drawings/vmlDrawing4.v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ags" Target="../tags/tag11.xml"/><Relationship Id="rId5" Type="http://schemas.openxmlformats.org/officeDocument/2006/relationships/vmlDrawing" Target="../drawings/vmlDrawing7.v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0.xml"/><Relationship Id="rId7" Type="http://schemas.openxmlformats.org/officeDocument/2006/relationships/oleObject" Target="../embeddings/oleObject10.bin"/><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ags" Target="../tags/tag16.xml"/><Relationship Id="rId5" Type="http://schemas.openxmlformats.org/officeDocument/2006/relationships/vmlDrawing" Target="../drawings/vmlDrawing10.v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oleObject" Target="../embeddings/oleObject13.bin"/><Relationship Id="rId5" Type="http://schemas.openxmlformats.org/officeDocument/2006/relationships/tags" Target="../tags/tag21.xml"/><Relationship Id="rId4" Type="http://schemas.openxmlformats.org/officeDocument/2006/relationships/vmlDrawing" Target="../drawings/vmlDrawing13.v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7"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oleObject" Target="../embeddings/oleObject16.bin"/><Relationship Id="rId5" Type="http://schemas.openxmlformats.org/officeDocument/2006/relationships/tags" Target="../tags/tag26.xml"/><Relationship Id="rId4" Type="http://schemas.openxmlformats.org/officeDocument/2006/relationships/vmlDrawing" Target="../drawings/vmlDrawing16.v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7" Type="http://schemas.openxmlformats.org/officeDocument/2006/relationships/image" Target="../media/image1.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oleObject" Target="../embeddings/oleObject19.bin"/><Relationship Id="rId5" Type="http://schemas.openxmlformats.org/officeDocument/2006/relationships/tags" Target="../tags/tag31.xml"/><Relationship Id="rId4" Type="http://schemas.openxmlformats.org/officeDocument/2006/relationships/vmlDrawing" Target="../drawings/vmlDrawing19.v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oleObject" Target="../embeddings/oleObject22.bin"/><Relationship Id="rId5" Type="http://schemas.openxmlformats.org/officeDocument/2006/relationships/tags" Target="../tags/tag36.xml"/><Relationship Id="rId4" Type="http://schemas.openxmlformats.org/officeDocument/2006/relationships/vmlDrawing" Target="../drawings/vmlDrawing22.v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7" Type="http://schemas.openxmlformats.org/officeDocument/2006/relationships/image" Target="../media/image4.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oleObject" Target="../embeddings/oleObject25.bin"/><Relationship Id="rId5" Type="http://schemas.openxmlformats.org/officeDocument/2006/relationships/tags" Target="../tags/tag41.xml"/><Relationship Id="rId4" Type="http://schemas.openxmlformats.org/officeDocument/2006/relationships/vmlDrawing" Target="../drawings/vmlDrawing25.v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7" Type="http://schemas.openxmlformats.org/officeDocument/2006/relationships/image" Target="../media/image4.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oleObject" Target="../embeddings/oleObject28.bin"/><Relationship Id="rId5" Type="http://schemas.openxmlformats.org/officeDocument/2006/relationships/tags" Target="../tags/tag46.xml"/><Relationship Id="rId4" Type="http://schemas.openxmlformats.org/officeDocument/2006/relationships/vmlDrawing" Target="../drawings/vmlDrawing28.vml"/></Relationships>
</file>

<file path=ppt/slideMasters/_rels/slideMaster11.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slideLayout" Target="../slideLayouts/slideLayout25.xml"/><Relationship Id="rId7" Type="http://schemas.openxmlformats.org/officeDocument/2006/relationships/vmlDrawing" Target="../drawings/vmlDrawing31.v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11.xml"/><Relationship Id="rId5" Type="http://schemas.openxmlformats.org/officeDocument/2006/relationships/slideLayout" Target="../slideLayouts/slideLayout27.xml"/><Relationship Id="rId10" Type="http://schemas.openxmlformats.org/officeDocument/2006/relationships/image" Target="../media/image4.png"/><Relationship Id="rId4" Type="http://schemas.openxmlformats.org/officeDocument/2006/relationships/slideLayout" Target="../slideLayouts/slideLayout26.xml"/><Relationship Id="rId9" Type="http://schemas.openxmlformats.org/officeDocument/2006/relationships/oleObject" Target="../embeddings/oleObject3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12.xml"/><Relationship Id="rId3" Type="http://schemas.openxmlformats.org/officeDocument/2006/relationships/slideLayout" Target="../slideLayouts/slideLayout30.xml"/><Relationship Id="rId21" Type="http://schemas.openxmlformats.org/officeDocument/2006/relationships/oleObject" Target="../embeddings/oleObject34.bin"/><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tags" Target="../tags/tag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vmlDrawing" Target="../drawings/vmlDrawing34.v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image" Target="../media/image6.emf"/></Relationships>
</file>

<file path=ppt/slideMasters/_rels/slideMaster13.xml.rels><?xml version="1.0" encoding="UTF-8" standalone="yes"?>
<Relationships xmlns="http://schemas.openxmlformats.org/package/2006/relationships"><Relationship Id="rId26" Type="http://schemas.openxmlformats.org/officeDocument/2006/relationships/slideLayout" Target="../slideLayouts/slideLayout70.xml"/><Relationship Id="rId21" Type="http://schemas.openxmlformats.org/officeDocument/2006/relationships/slideLayout" Target="../slideLayouts/slideLayout65.xml"/><Relationship Id="rId42" Type="http://schemas.openxmlformats.org/officeDocument/2006/relationships/slideLayout" Target="../slideLayouts/slideLayout86.xml"/><Relationship Id="rId47" Type="http://schemas.openxmlformats.org/officeDocument/2006/relationships/slideLayout" Target="../slideLayouts/slideLayout91.xml"/><Relationship Id="rId63" Type="http://schemas.openxmlformats.org/officeDocument/2006/relationships/slideLayout" Target="../slideLayouts/slideLayout107.xml"/><Relationship Id="rId68" Type="http://schemas.openxmlformats.org/officeDocument/2006/relationships/theme" Target="../theme/theme13.xml"/><Relationship Id="rId7" Type="http://schemas.openxmlformats.org/officeDocument/2006/relationships/slideLayout" Target="../slideLayouts/slideLayout51.xml"/><Relationship Id="rId71" Type="http://schemas.openxmlformats.org/officeDocument/2006/relationships/oleObject" Target="../embeddings/oleObject35.bin"/><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slideLayout" Target="../slideLayouts/slideLayout89.xml"/><Relationship Id="rId53" Type="http://schemas.openxmlformats.org/officeDocument/2006/relationships/slideLayout" Target="../slideLayouts/slideLayout97.xml"/><Relationship Id="rId58" Type="http://schemas.openxmlformats.org/officeDocument/2006/relationships/slideLayout" Target="../slideLayouts/slideLayout102.xml"/><Relationship Id="rId66" Type="http://schemas.openxmlformats.org/officeDocument/2006/relationships/slideLayout" Target="../slideLayouts/slideLayout110.xml"/><Relationship Id="rId5" Type="http://schemas.openxmlformats.org/officeDocument/2006/relationships/slideLayout" Target="../slideLayouts/slideLayout49.xml"/><Relationship Id="rId61" Type="http://schemas.openxmlformats.org/officeDocument/2006/relationships/slideLayout" Target="../slideLayouts/slideLayout105.xml"/><Relationship Id="rId19" Type="http://schemas.openxmlformats.org/officeDocument/2006/relationships/slideLayout" Target="../slideLayouts/slideLayout6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48" Type="http://schemas.openxmlformats.org/officeDocument/2006/relationships/slideLayout" Target="../slideLayouts/slideLayout92.xml"/><Relationship Id="rId56" Type="http://schemas.openxmlformats.org/officeDocument/2006/relationships/slideLayout" Target="../slideLayouts/slideLayout100.xml"/><Relationship Id="rId64" Type="http://schemas.openxmlformats.org/officeDocument/2006/relationships/slideLayout" Target="../slideLayouts/slideLayout108.xml"/><Relationship Id="rId69" Type="http://schemas.openxmlformats.org/officeDocument/2006/relationships/vmlDrawing" Target="../drawings/vmlDrawing35.vml"/><Relationship Id="rId8" Type="http://schemas.openxmlformats.org/officeDocument/2006/relationships/slideLayout" Target="../slideLayouts/slideLayout52.xml"/><Relationship Id="rId51" Type="http://schemas.openxmlformats.org/officeDocument/2006/relationships/slideLayout" Target="../slideLayouts/slideLayout95.xml"/><Relationship Id="rId72" Type="http://schemas.openxmlformats.org/officeDocument/2006/relationships/image" Target="NUL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slideLayout" Target="../slideLayouts/slideLayout90.xml"/><Relationship Id="rId59" Type="http://schemas.openxmlformats.org/officeDocument/2006/relationships/slideLayout" Target="../slideLayouts/slideLayout103.xml"/><Relationship Id="rId67" Type="http://schemas.openxmlformats.org/officeDocument/2006/relationships/slideLayout" Target="../slideLayouts/slideLayout111.xml"/><Relationship Id="rId20" Type="http://schemas.openxmlformats.org/officeDocument/2006/relationships/slideLayout" Target="../slideLayouts/slideLayout64.xml"/><Relationship Id="rId41" Type="http://schemas.openxmlformats.org/officeDocument/2006/relationships/slideLayout" Target="../slideLayouts/slideLayout85.xml"/><Relationship Id="rId54" Type="http://schemas.openxmlformats.org/officeDocument/2006/relationships/slideLayout" Target="../slideLayouts/slideLayout98.xml"/><Relationship Id="rId62" Type="http://schemas.openxmlformats.org/officeDocument/2006/relationships/slideLayout" Target="../slideLayouts/slideLayout106.xml"/><Relationship Id="rId70" Type="http://schemas.openxmlformats.org/officeDocument/2006/relationships/tags" Target="../tags/tag57.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49" Type="http://schemas.openxmlformats.org/officeDocument/2006/relationships/slideLayout" Target="../slideLayouts/slideLayout93.xml"/><Relationship Id="rId57" Type="http://schemas.openxmlformats.org/officeDocument/2006/relationships/slideLayout" Target="../slideLayouts/slideLayout101.xml"/><Relationship Id="rId10" Type="http://schemas.openxmlformats.org/officeDocument/2006/relationships/slideLayout" Target="../slideLayouts/slideLayout54.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52" Type="http://schemas.openxmlformats.org/officeDocument/2006/relationships/slideLayout" Target="../slideLayouts/slideLayout96.xml"/><Relationship Id="rId60" Type="http://schemas.openxmlformats.org/officeDocument/2006/relationships/slideLayout" Target="../slideLayouts/slideLayout104.xml"/><Relationship Id="rId65" Type="http://schemas.openxmlformats.org/officeDocument/2006/relationships/slideLayout" Target="../slideLayouts/slideLayout109.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9" Type="http://schemas.openxmlformats.org/officeDocument/2006/relationships/slideLayout" Target="../slideLayouts/slideLayout83.xml"/><Relationship Id="rId34" Type="http://schemas.openxmlformats.org/officeDocument/2006/relationships/slideLayout" Target="../slideLayouts/slideLayout78.xml"/><Relationship Id="rId50" Type="http://schemas.openxmlformats.org/officeDocument/2006/relationships/slideLayout" Target="../slideLayouts/slideLayout94.xml"/><Relationship Id="rId55" Type="http://schemas.openxmlformats.org/officeDocument/2006/relationships/slideLayout" Target="../slideLayouts/slideLayout99.xml"/></Relationships>
</file>

<file path=ppt/slideMasters/_rels/slideMaster14.xml.rels><?xml version="1.0" encoding="UTF-8" standalone="yes"?>
<Relationships xmlns="http://schemas.openxmlformats.org/package/2006/relationships"><Relationship Id="rId26" Type="http://schemas.openxmlformats.org/officeDocument/2006/relationships/slideLayout" Target="../slideLayouts/slideLayout137.xml"/><Relationship Id="rId21" Type="http://schemas.openxmlformats.org/officeDocument/2006/relationships/slideLayout" Target="../slideLayouts/slideLayout132.xml"/><Relationship Id="rId42" Type="http://schemas.openxmlformats.org/officeDocument/2006/relationships/slideLayout" Target="../slideLayouts/slideLayout153.xml"/><Relationship Id="rId47" Type="http://schemas.openxmlformats.org/officeDocument/2006/relationships/slideLayout" Target="../slideLayouts/slideLayout158.xml"/><Relationship Id="rId63" Type="http://schemas.openxmlformats.org/officeDocument/2006/relationships/slideLayout" Target="../slideLayouts/slideLayout174.xml"/><Relationship Id="rId68" Type="http://schemas.openxmlformats.org/officeDocument/2006/relationships/oleObject" Target="../embeddings/oleObject54.bin"/><Relationship Id="rId7" Type="http://schemas.openxmlformats.org/officeDocument/2006/relationships/slideLayout" Target="../slideLayouts/slideLayout118.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9" Type="http://schemas.openxmlformats.org/officeDocument/2006/relationships/slideLayout" Target="../slideLayouts/slideLayout140.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32" Type="http://schemas.openxmlformats.org/officeDocument/2006/relationships/slideLayout" Target="../slideLayouts/slideLayout143.xml"/><Relationship Id="rId37" Type="http://schemas.openxmlformats.org/officeDocument/2006/relationships/slideLayout" Target="../slideLayouts/slideLayout148.xml"/><Relationship Id="rId40" Type="http://schemas.openxmlformats.org/officeDocument/2006/relationships/slideLayout" Target="../slideLayouts/slideLayout151.xml"/><Relationship Id="rId45" Type="http://schemas.openxmlformats.org/officeDocument/2006/relationships/slideLayout" Target="../slideLayouts/slideLayout156.xml"/><Relationship Id="rId53" Type="http://schemas.openxmlformats.org/officeDocument/2006/relationships/slideLayout" Target="../slideLayouts/slideLayout164.xml"/><Relationship Id="rId58" Type="http://schemas.openxmlformats.org/officeDocument/2006/relationships/slideLayout" Target="../slideLayouts/slideLayout169.xml"/><Relationship Id="rId66" Type="http://schemas.openxmlformats.org/officeDocument/2006/relationships/vmlDrawing" Target="../drawings/vmlDrawing54.vml"/><Relationship Id="rId5" Type="http://schemas.openxmlformats.org/officeDocument/2006/relationships/slideLayout" Target="../slideLayouts/slideLayout116.xml"/><Relationship Id="rId61" Type="http://schemas.openxmlformats.org/officeDocument/2006/relationships/slideLayout" Target="../slideLayouts/slideLayout172.xml"/><Relationship Id="rId19" Type="http://schemas.openxmlformats.org/officeDocument/2006/relationships/slideLayout" Target="../slideLayouts/slideLayout13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slideLayout" Target="../slideLayouts/slideLayout141.xml"/><Relationship Id="rId35" Type="http://schemas.openxmlformats.org/officeDocument/2006/relationships/slideLayout" Target="../slideLayouts/slideLayout146.xml"/><Relationship Id="rId43" Type="http://schemas.openxmlformats.org/officeDocument/2006/relationships/slideLayout" Target="../slideLayouts/slideLayout154.xml"/><Relationship Id="rId48" Type="http://schemas.openxmlformats.org/officeDocument/2006/relationships/slideLayout" Target="../slideLayouts/slideLayout159.xml"/><Relationship Id="rId56" Type="http://schemas.openxmlformats.org/officeDocument/2006/relationships/slideLayout" Target="../slideLayouts/slideLayout167.xml"/><Relationship Id="rId64" Type="http://schemas.openxmlformats.org/officeDocument/2006/relationships/slideLayout" Target="../slideLayouts/slideLayout175.xml"/><Relationship Id="rId69" Type="http://schemas.openxmlformats.org/officeDocument/2006/relationships/image" Target="../media/image24.emf"/><Relationship Id="rId8" Type="http://schemas.openxmlformats.org/officeDocument/2006/relationships/slideLayout" Target="../slideLayouts/slideLayout119.xml"/><Relationship Id="rId51" Type="http://schemas.openxmlformats.org/officeDocument/2006/relationships/slideLayout" Target="../slideLayouts/slideLayout162.xml"/><Relationship Id="rId3" Type="http://schemas.openxmlformats.org/officeDocument/2006/relationships/slideLayout" Target="../slideLayouts/slideLayout114.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33" Type="http://schemas.openxmlformats.org/officeDocument/2006/relationships/slideLayout" Target="../slideLayouts/slideLayout144.xml"/><Relationship Id="rId38" Type="http://schemas.openxmlformats.org/officeDocument/2006/relationships/slideLayout" Target="../slideLayouts/slideLayout149.xml"/><Relationship Id="rId46" Type="http://schemas.openxmlformats.org/officeDocument/2006/relationships/slideLayout" Target="../slideLayouts/slideLayout157.xml"/><Relationship Id="rId59" Type="http://schemas.openxmlformats.org/officeDocument/2006/relationships/slideLayout" Target="../slideLayouts/slideLayout170.xml"/><Relationship Id="rId67" Type="http://schemas.openxmlformats.org/officeDocument/2006/relationships/tags" Target="../tags/tag83.xml"/><Relationship Id="rId20" Type="http://schemas.openxmlformats.org/officeDocument/2006/relationships/slideLayout" Target="../slideLayouts/slideLayout131.xml"/><Relationship Id="rId41" Type="http://schemas.openxmlformats.org/officeDocument/2006/relationships/slideLayout" Target="../slideLayouts/slideLayout152.xml"/><Relationship Id="rId54" Type="http://schemas.openxmlformats.org/officeDocument/2006/relationships/slideLayout" Target="../slideLayouts/slideLayout165.xml"/><Relationship Id="rId62" Type="http://schemas.openxmlformats.org/officeDocument/2006/relationships/slideLayout" Target="../slideLayouts/slideLayout17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slideLayout" Target="../slideLayouts/slideLayout139.xml"/><Relationship Id="rId36" Type="http://schemas.openxmlformats.org/officeDocument/2006/relationships/slideLayout" Target="../slideLayouts/slideLayout147.xml"/><Relationship Id="rId49" Type="http://schemas.openxmlformats.org/officeDocument/2006/relationships/slideLayout" Target="../slideLayouts/slideLayout160.xml"/><Relationship Id="rId57" Type="http://schemas.openxmlformats.org/officeDocument/2006/relationships/slideLayout" Target="../slideLayouts/slideLayout168.xml"/><Relationship Id="rId10" Type="http://schemas.openxmlformats.org/officeDocument/2006/relationships/slideLayout" Target="../slideLayouts/slideLayout121.xml"/><Relationship Id="rId31" Type="http://schemas.openxmlformats.org/officeDocument/2006/relationships/slideLayout" Target="../slideLayouts/slideLayout142.xml"/><Relationship Id="rId44" Type="http://schemas.openxmlformats.org/officeDocument/2006/relationships/slideLayout" Target="../slideLayouts/slideLayout155.xml"/><Relationship Id="rId52" Type="http://schemas.openxmlformats.org/officeDocument/2006/relationships/slideLayout" Target="../slideLayouts/slideLayout163.xml"/><Relationship Id="rId60" Type="http://schemas.openxmlformats.org/officeDocument/2006/relationships/slideLayout" Target="../slideLayouts/slideLayout171.xml"/><Relationship Id="rId65" Type="http://schemas.openxmlformats.org/officeDocument/2006/relationships/theme" Target="../theme/theme14.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39" Type="http://schemas.openxmlformats.org/officeDocument/2006/relationships/slideLayout" Target="../slideLayouts/slideLayout150.xml"/><Relationship Id="rId34" Type="http://schemas.openxmlformats.org/officeDocument/2006/relationships/slideLayout" Target="../slideLayouts/slideLayout145.xml"/><Relationship Id="rId50" Type="http://schemas.openxmlformats.org/officeDocument/2006/relationships/slideLayout" Target="../slideLayouts/slideLayout161.xml"/><Relationship Id="rId55" Type="http://schemas.openxmlformats.org/officeDocument/2006/relationships/slideLayout" Target="../slideLayouts/slideLayout166.xml"/></Relationships>
</file>

<file path=ppt/slideMasters/_rels/slideMaster15.xml.rels><?xml version="1.0" encoding="UTF-8" standalone="yes"?>
<Relationships xmlns="http://schemas.openxmlformats.org/package/2006/relationships"><Relationship Id="rId26" Type="http://schemas.openxmlformats.org/officeDocument/2006/relationships/slideLayout" Target="../slideLayouts/slideLayout201.xml"/><Relationship Id="rId21" Type="http://schemas.openxmlformats.org/officeDocument/2006/relationships/slideLayout" Target="../slideLayouts/slideLayout196.xml"/><Relationship Id="rId42" Type="http://schemas.openxmlformats.org/officeDocument/2006/relationships/slideLayout" Target="../slideLayouts/slideLayout217.xml"/><Relationship Id="rId47" Type="http://schemas.openxmlformats.org/officeDocument/2006/relationships/slideLayout" Target="../slideLayouts/slideLayout222.xml"/><Relationship Id="rId63" Type="http://schemas.openxmlformats.org/officeDocument/2006/relationships/slideLayout" Target="../slideLayouts/slideLayout238.xml"/><Relationship Id="rId68" Type="http://schemas.openxmlformats.org/officeDocument/2006/relationships/oleObject" Target="../embeddings/oleObject72.bin"/><Relationship Id="rId7" Type="http://schemas.openxmlformats.org/officeDocument/2006/relationships/slideLayout" Target="../slideLayouts/slideLayout182.xml"/><Relationship Id="rId2" Type="http://schemas.openxmlformats.org/officeDocument/2006/relationships/slideLayout" Target="../slideLayouts/slideLayout177.xml"/><Relationship Id="rId16" Type="http://schemas.openxmlformats.org/officeDocument/2006/relationships/slideLayout" Target="../slideLayouts/slideLayout191.xml"/><Relationship Id="rId29" Type="http://schemas.openxmlformats.org/officeDocument/2006/relationships/slideLayout" Target="../slideLayouts/slideLayout204.xml"/><Relationship Id="rId11" Type="http://schemas.openxmlformats.org/officeDocument/2006/relationships/slideLayout" Target="../slideLayouts/slideLayout186.xml"/><Relationship Id="rId24" Type="http://schemas.openxmlformats.org/officeDocument/2006/relationships/slideLayout" Target="../slideLayouts/slideLayout199.xml"/><Relationship Id="rId32" Type="http://schemas.openxmlformats.org/officeDocument/2006/relationships/slideLayout" Target="../slideLayouts/slideLayout207.xml"/><Relationship Id="rId37" Type="http://schemas.openxmlformats.org/officeDocument/2006/relationships/slideLayout" Target="../slideLayouts/slideLayout212.xml"/><Relationship Id="rId40" Type="http://schemas.openxmlformats.org/officeDocument/2006/relationships/slideLayout" Target="../slideLayouts/slideLayout215.xml"/><Relationship Id="rId45" Type="http://schemas.openxmlformats.org/officeDocument/2006/relationships/slideLayout" Target="../slideLayouts/slideLayout220.xml"/><Relationship Id="rId53" Type="http://schemas.openxmlformats.org/officeDocument/2006/relationships/slideLayout" Target="../slideLayouts/slideLayout228.xml"/><Relationship Id="rId58" Type="http://schemas.openxmlformats.org/officeDocument/2006/relationships/slideLayout" Target="../slideLayouts/slideLayout233.xml"/><Relationship Id="rId66" Type="http://schemas.openxmlformats.org/officeDocument/2006/relationships/vmlDrawing" Target="../drawings/vmlDrawing72.vml"/><Relationship Id="rId5" Type="http://schemas.openxmlformats.org/officeDocument/2006/relationships/slideLayout" Target="../slideLayouts/slideLayout180.xml"/><Relationship Id="rId61" Type="http://schemas.openxmlformats.org/officeDocument/2006/relationships/slideLayout" Target="../slideLayouts/slideLayout236.xml"/><Relationship Id="rId19" Type="http://schemas.openxmlformats.org/officeDocument/2006/relationships/slideLayout" Target="../slideLayouts/slideLayout194.xml"/><Relationship Id="rId14" Type="http://schemas.openxmlformats.org/officeDocument/2006/relationships/slideLayout" Target="../slideLayouts/slideLayout189.xml"/><Relationship Id="rId22" Type="http://schemas.openxmlformats.org/officeDocument/2006/relationships/slideLayout" Target="../slideLayouts/slideLayout197.xml"/><Relationship Id="rId27" Type="http://schemas.openxmlformats.org/officeDocument/2006/relationships/slideLayout" Target="../slideLayouts/slideLayout202.xml"/><Relationship Id="rId30" Type="http://schemas.openxmlformats.org/officeDocument/2006/relationships/slideLayout" Target="../slideLayouts/slideLayout205.xml"/><Relationship Id="rId35" Type="http://schemas.openxmlformats.org/officeDocument/2006/relationships/slideLayout" Target="../slideLayouts/slideLayout210.xml"/><Relationship Id="rId43" Type="http://schemas.openxmlformats.org/officeDocument/2006/relationships/slideLayout" Target="../slideLayouts/slideLayout218.xml"/><Relationship Id="rId48" Type="http://schemas.openxmlformats.org/officeDocument/2006/relationships/slideLayout" Target="../slideLayouts/slideLayout223.xml"/><Relationship Id="rId56" Type="http://schemas.openxmlformats.org/officeDocument/2006/relationships/slideLayout" Target="../slideLayouts/slideLayout231.xml"/><Relationship Id="rId64" Type="http://schemas.openxmlformats.org/officeDocument/2006/relationships/slideLayout" Target="../slideLayouts/slideLayout239.xml"/><Relationship Id="rId69" Type="http://schemas.openxmlformats.org/officeDocument/2006/relationships/image" Target="../media/image24.emf"/><Relationship Id="rId8" Type="http://schemas.openxmlformats.org/officeDocument/2006/relationships/slideLayout" Target="../slideLayouts/slideLayout183.xml"/><Relationship Id="rId51" Type="http://schemas.openxmlformats.org/officeDocument/2006/relationships/slideLayout" Target="../slideLayouts/slideLayout226.xml"/><Relationship Id="rId3" Type="http://schemas.openxmlformats.org/officeDocument/2006/relationships/slideLayout" Target="../slideLayouts/slideLayout178.xml"/><Relationship Id="rId12" Type="http://schemas.openxmlformats.org/officeDocument/2006/relationships/slideLayout" Target="../slideLayouts/slideLayout187.xml"/><Relationship Id="rId17" Type="http://schemas.openxmlformats.org/officeDocument/2006/relationships/slideLayout" Target="../slideLayouts/slideLayout192.xml"/><Relationship Id="rId25" Type="http://schemas.openxmlformats.org/officeDocument/2006/relationships/slideLayout" Target="../slideLayouts/slideLayout200.xml"/><Relationship Id="rId33" Type="http://schemas.openxmlformats.org/officeDocument/2006/relationships/slideLayout" Target="../slideLayouts/slideLayout208.xml"/><Relationship Id="rId38" Type="http://schemas.openxmlformats.org/officeDocument/2006/relationships/slideLayout" Target="../slideLayouts/slideLayout213.xml"/><Relationship Id="rId46" Type="http://schemas.openxmlformats.org/officeDocument/2006/relationships/slideLayout" Target="../slideLayouts/slideLayout221.xml"/><Relationship Id="rId59" Type="http://schemas.openxmlformats.org/officeDocument/2006/relationships/slideLayout" Target="../slideLayouts/slideLayout234.xml"/><Relationship Id="rId67" Type="http://schemas.openxmlformats.org/officeDocument/2006/relationships/tags" Target="../tags/tag107.xml"/><Relationship Id="rId20" Type="http://schemas.openxmlformats.org/officeDocument/2006/relationships/slideLayout" Target="../slideLayouts/slideLayout195.xml"/><Relationship Id="rId41" Type="http://schemas.openxmlformats.org/officeDocument/2006/relationships/slideLayout" Target="../slideLayouts/slideLayout216.xml"/><Relationship Id="rId54" Type="http://schemas.openxmlformats.org/officeDocument/2006/relationships/slideLayout" Target="../slideLayouts/slideLayout229.xml"/><Relationship Id="rId62" Type="http://schemas.openxmlformats.org/officeDocument/2006/relationships/slideLayout" Target="../slideLayouts/slideLayout237.xml"/><Relationship Id="rId1" Type="http://schemas.openxmlformats.org/officeDocument/2006/relationships/slideLayout" Target="../slideLayouts/slideLayout176.xml"/><Relationship Id="rId6" Type="http://schemas.openxmlformats.org/officeDocument/2006/relationships/slideLayout" Target="../slideLayouts/slideLayout181.xml"/><Relationship Id="rId15" Type="http://schemas.openxmlformats.org/officeDocument/2006/relationships/slideLayout" Target="../slideLayouts/slideLayout190.xml"/><Relationship Id="rId23" Type="http://schemas.openxmlformats.org/officeDocument/2006/relationships/slideLayout" Target="../slideLayouts/slideLayout198.xml"/><Relationship Id="rId28" Type="http://schemas.openxmlformats.org/officeDocument/2006/relationships/slideLayout" Target="../slideLayouts/slideLayout203.xml"/><Relationship Id="rId36" Type="http://schemas.openxmlformats.org/officeDocument/2006/relationships/slideLayout" Target="../slideLayouts/slideLayout211.xml"/><Relationship Id="rId49" Type="http://schemas.openxmlformats.org/officeDocument/2006/relationships/slideLayout" Target="../slideLayouts/slideLayout224.xml"/><Relationship Id="rId57" Type="http://schemas.openxmlformats.org/officeDocument/2006/relationships/slideLayout" Target="../slideLayouts/slideLayout232.xml"/><Relationship Id="rId10" Type="http://schemas.openxmlformats.org/officeDocument/2006/relationships/slideLayout" Target="../slideLayouts/slideLayout185.xml"/><Relationship Id="rId31" Type="http://schemas.openxmlformats.org/officeDocument/2006/relationships/slideLayout" Target="../slideLayouts/slideLayout206.xml"/><Relationship Id="rId44" Type="http://schemas.openxmlformats.org/officeDocument/2006/relationships/slideLayout" Target="../slideLayouts/slideLayout219.xml"/><Relationship Id="rId52" Type="http://schemas.openxmlformats.org/officeDocument/2006/relationships/slideLayout" Target="../slideLayouts/slideLayout227.xml"/><Relationship Id="rId60" Type="http://schemas.openxmlformats.org/officeDocument/2006/relationships/slideLayout" Target="../slideLayouts/slideLayout235.xml"/><Relationship Id="rId65" Type="http://schemas.openxmlformats.org/officeDocument/2006/relationships/theme" Target="../theme/theme15.xml"/><Relationship Id="rId4" Type="http://schemas.openxmlformats.org/officeDocument/2006/relationships/slideLayout" Target="../slideLayouts/slideLayout179.xml"/><Relationship Id="rId9" Type="http://schemas.openxmlformats.org/officeDocument/2006/relationships/slideLayout" Target="../slideLayouts/slideLayout184.xml"/><Relationship Id="rId13" Type="http://schemas.openxmlformats.org/officeDocument/2006/relationships/slideLayout" Target="../slideLayouts/slideLayout188.xml"/><Relationship Id="rId18" Type="http://schemas.openxmlformats.org/officeDocument/2006/relationships/slideLayout" Target="../slideLayouts/slideLayout193.xml"/><Relationship Id="rId39" Type="http://schemas.openxmlformats.org/officeDocument/2006/relationships/slideLayout" Target="../slideLayouts/slideLayout214.xml"/><Relationship Id="rId34" Type="http://schemas.openxmlformats.org/officeDocument/2006/relationships/slideLayout" Target="../slideLayouts/slideLayout209.xml"/><Relationship Id="rId50" Type="http://schemas.openxmlformats.org/officeDocument/2006/relationships/slideLayout" Target="../slideLayouts/slideLayout225.xml"/><Relationship Id="rId55" Type="http://schemas.openxmlformats.org/officeDocument/2006/relationships/slideLayout" Target="../slideLayouts/slideLayout230.xml"/></Relationships>
</file>

<file path=ppt/slideMasters/_rels/slideMaster16.xml.rels><?xml version="1.0" encoding="UTF-8" standalone="yes"?>
<Relationships xmlns="http://schemas.openxmlformats.org/package/2006/relationships"><Relationship Id="rId26" Type="http://schemas.openxmlformats.org/officeDocument/2006/relationships/slideLayout" Target="../slideLayouts/slideLayout265.xml"/><Relationship Id="rId21" Type="http://schemas.openxmlformats.org/officeDocument/2006/relationships/slideLayout" Target="../slideLayouts/slideLayout260.xml"/><Relationship Id="rId34" Type="http://schemas.openxmlformats.org/officeDocument/2006/relationships/slideLayout" Target="../slideLayouts/slideLayout273.xml"/><Relationship Id="rId42" Type="http://schemas.openxmlformats.org/officeDocument/2006/relationships/slideLayout" Target="../slideLayouts/slideLayout281.xml"/><Relationship Id="rId47" Type="http://schemas.openxmlformats.org/officeDocument/2006/relationships/slideLayout" Target="../slideLayouts/slideLayout286.xml"/><Relationship Id="rId50" Type="http://schemas.openxmlformats.org/officeDocument/2006/relationships/slideLayout" Target="../slideLayouts/slideLayout289.xml"/><Relationship Id="rId55" Type="http://schemas.openxmlformats.org/officeDocument/2006/relationships/slideLayout" Target="../slideLayouts/slideLayout294.xml"/><Relationship Id="rId63" Type="http://schemas.openxmlformats.org/officeDocument/2006/relationships/slideLayout" Target="../slideLayouts/slideLayout302.xml"/><Relationship Id="rId68" Type="http://schemas.openxmlformats.org/officeDocument/2006/relationships/image" Target="../media/image24.emf"/><Relationship Id="rId7" Type="http://schemas.openxmlformats.org/officeDocument/2006/relationships/slideLayout" Target="../slideLayouts/slideLayout246.xml"/><Relationship Id="rId2" Type="http://schemas.openxmlformats.org/officeDocument/2006/relationships/slideLayout" Target="../slideLayouts/slideLayout241.xml"/><Relationship Id="rId16" Type="http://schemas.openxmlformats.org/officeDocument/2006/relationships/slideLayout" Target="../slideLayouts/slideLayout255.xml"/><Relationship Id="rId29" Type="http://schemas.openxmlformats.org/officeDocument/2006/relationships/slideLayout" Target="../slideLayouts/slideLayout268.xml"/><Relationship Id="rId11" Type="http://schemas.openxmlformats.org/officeDocument/2006/relationships/slideLayout" Target="../slideLayouts/slideLayout250.xml"/><Relationship Id="rId24" Type="http://schemas.openxmlformats.org/officeDocument/2006/relationships/slideLayout" Target="../slideLayouts/slideLayout263.xml"/><Relationship Id="rId32" Type="http://schemas.openxmlformats.org/officeDocument/2006/relationships/slideLayout" Target="../slideLayouts/slideLayout271.xml"/><Relationship Id="rId37" Type="http://schemas.openxmlformats.org/officeDocument/2006/relationships/slideLayout" Target="../slideLayouts/slideLayout276.xml"/><Relationship Id="rId40" Type="http://schemas.openxmlformats.org/officeDocument/2006/relationships/slideLayout" Target="../slideLayouts/slideLayout279.xml"/><Relationship Id="rId45" Type="http://schemas.openxmlformats.org/officeDocument/2006/relationships/slideLayout" Target="../slideLayouts/slideLayout284.xml"/><Relationship Id="rId53" Type="http://schemas.openxmlformats.org/officeDocument/2006/relationships/slideLayout" Target="../slideLayouts/slideLayout292.xml"/><Relationship Id="rId58" Type="http://schemas.openxmlformats.org/officeDocument/2006/relationships/slideLayout" Target="../slideLayouts/slideLayout297.xml"/><Relationship Id="rId66" Type="http://schemas.openxmlformats.org/officeDocument/2006/relationships/tags" Target="../tags/tag131.xml"/><Relationship Id="rId5" Type="http://schemas.openxmlformats.org/officeDocument/2006/relationships/slideLayout" Target="../slideLayouts/slideLayout244.xml"/><Relationship Id="rId61" Type="http://schemas.openxmlformats.org/officeDocument/2006/relationships/slideLayout" Target="../slideLayouts/slideLayout300.xml"/><Relationship Id="rId19" Type="http://schemas.openxmlformats.org/officeDocument/2006/relationships/slideLayout" Target="../slideLayouts/slideLayout258.xml"/><Relationship Id="rId14" Type="http://schemas.openxmlformats.org/officeDocument/2006/relationships/slideLayout" Target="../slideLayouts/slideLayout253.xml"/><Relationship Id="rId22" Type="http://schemas.openxmlformats.org/officeDocument/2006/relationships/slideLayout" Target="../slideLayouts/slideLayout261.xml"/><Relationship Id="rId27" Type="http://schemas.openxmlformats.org/officeDocument/2006/relationships/slideLayout" Target="../slideLayouts/slideLayout266.xml"/><Relationship Id="rId30" Type="http://schemas.openxmlformats.org/officeDocument/2006/relationships/slideLayout" Target="../slideLayouts/slideLayout269.xml"/><Relationship Id="rId35" Type="http://schemas.openxmlformats.org/officeDocument/2006/relationships/slideLayout" Target="../slideLayouts/slideLayout274.xml"/><Relationship Id="rId43" Type="http://schemas.openxmlformats.org/officeDocument/2006/relationships/slideLayout" Target="../slideLayouts/slideLayout282.xml"/><Relationship Id="rId48" Type="http://schemas.openxmlformats.org/officeDocument/2006/relationships/slideLayout" Target="../slideLayouts/slideLayout287.xml"/><Relationship Id="rId56" Type="http://schemas.openxmlformats.org/officeDocument/2006/relationships/slideLayout" Target="../slideLayouts/slideLayout295.xml"/><Relationship Id="rId64" Type="http://schemas.openxmlformats.org/officeDocument/2006/relationships/theme" Target="../theme/theme16.xml"/><Relationship Id="rId8" Type="http://schemas.openxmlformats.org/officeDocument/2006/relationships/slideLayout" Target="../slideLayouts/slideLayout247.xml"/><Relationship Id="rId51" Type="http://schemas.openxmlformats.org/officeDocument/2006/relationships/slideLayout" Target="../slideLayouts/slideLayout290.xml"/><Relationship Id="rId3" Type="http://schemas.openxmlformats.org/officeDocument/2006/relationships/slideLayout" Target="../slideLayouts/slideLayout242.xml"/><Relationship Id="rId12" Type="http://schemas.openxmlformats.org/officeDocument/2006/relationships/slideLayout" Target="../slideLayouts/slideLayout251.xml"/><Relationship Id="rId17" Type="http://schemas.openxmlformats.org/officeDocument/2006/relationships/slideLayout" Target="../slideLayouts/slideLayout256.xml"/><Relationship Id="rId25" Type="http://schemas.openxmlformats.org/officeDocument/2006/relationships/slideLayout" Target="../slideLayouts/slideLayout264.xml"/><Relationship Id="rId33" Type="http://schemas.openxmlformats.org/officeDocument/2006/relationships/slideLayout" Target="../slideLayouts/slideLayout272.xml"/><Relationship Id="rId38" Type="http://schemas.openxmlformats.org/officeDocument/2006/relationships/slideLayout" Target="../slideLayouts/slideLayout277.xml"/><Relationship Id="rId46" Type="http://schemas.openxmlformats.org/officeDocument/2006/relationships/slideLayout" Target="../slideLayouts/slideLayout285.xml"/><Relationship Id="rId59" Type="http://schemas.openxmlformats.org/officeDocument/2006/relationships/slideLayout" Target="../slideLayouts/slideLayout298.xml"/><Relationship Id="rId67" Type="http://schemas.openxmlformats.org/officeDocument/2006/relationships/oleObject" Target="../embeddings/oleObject90.bin"/><Relationship Id="rId20" Type="http://schemas.openxmlformats.org/officeDocument/2006/relationships/slideLayout" Target="../slideLayouts/slideLayout259.xml"/><Relationship Id="rId41" Type="http://schemas.openxmlformats.org/officeDocument/2006/relationships/slideLayout" Target="../slideLayouts/slideLayout280.xml"/><Relationship Id="rId54" Type="http://schemas.openxmlformats.org/officeDocument/2006/relationships/slideLayout" Target="../slideLayouts/slideLayout293.xml"/><Relationship Id="rId62" Type="http://schemas.openxmlformats.org/officeDocument/2006/relationships/slideLayout" Target="../slideLayouts/slideLayout301.xml"/><Relationship Id="rId1" Type="http://schemas.openxmlformats.org/officeDocument/2006/relationships/slideLayout" Target="../slideLayouts/slideLayout240.xml"/><Relationship Id="rId6" Type="http://schemas.openxmlformats.org/officeDocument/2006/relationships/slideLayout" Target="../slideLayouts/slideLayout245.xml"/><Relationship Id="rId15" Type="http://schemas.openxmlformats.org/officeDocument/2006/relationships/slideLayout" Target="../slideLayouts/slideLayout254.xml"/><Relationship Id="rId23" Type="http://schemas.openxmlformats.org/officeDocument/2006/relationships/slideLayout" Target="../slideLayouts/slideLayout262.xml"/><Relationship Id="rId28" Type="http://schemas.openxmlformats.org/officeDocument/2006/relationships/slideLayout" Target="../slideLayouts/slideLayout267.xml"/><Relationship Id="rId36" Type="http://schemas.openxmlformats.org/officeDocument/2006/relationships/slideLayout" Target="../slideLayouts/slideLayout275.xml"/><Relationship Id="rId49" Type="http://schemas.openxmlformats.org/officeDocument/2006/relationships/slideLayout" Target="../slideLayouts/slideLayout288.xml"/><Relationship Id="rId57" Type="http://schemas.openxmlformats.org/officeDocument/2006/relationships/slideLayout" Target="../slideLayouts/slideLayout296.xml"/><Relationship Id="rId10" Type="http://schemas.openxmlformats.org/officeDocument/2006/relationships/slideLayout" Target="../slideLayouts/slideLayout249.xml"/><Relationship Id="rId31" Type="http://schemas.openxmlformats.org/officeDocument/2006/relationships/slideLayout" Target="../slideLayouts/slideLayout270.xml"/><Relationship Id="rId44" Type="http://schemas.openxmlformats.org/officeDocument/2006/relationships/slideLayout" Target="../slideLayouts/slideLayout283.xml"/><Relationship Id="rId52" Type="http://schemas.openxmlformats.org/officeDocument/2006/relationships/slideLayout" Target="../slideLayouts/slideLayout291.xml"/><Relationship Id="rId60" Type="http://schemas.openxmlformats.org/officeDocument/2006/relationships/slideLayout" Target="../slideLayouts/slideLayout299.xml"/><Relationship Id="rId65" Type="http://schemas.openxmlformats.org/officeDocument/2006/relationships/vmlDrawing" Target="../drawings/vmlDrawing90.vml"/><Relationship Id="rId4" Type="http://schemas.openxmlformats.org/officeDocument/2006/relationships/slideLayout" Target="../slideLayouts/slideLayout243.xml"/><Relationship Id="rId9" Type="http://schemas.openxmlformats.org/officeDocument/2006/relationships/slideLayout" Target="../slideLayouts/slideLayout248.xml"/><Relationship Id="rId13" Type="http://schemas.openxmlformats.org/officeDocument/2006/relationships/slideLayout" Target="../slideLayouts/slideLayout252.xml"/><Relationship Id="rId18" Type="http://schemas.openxmlformats.org/officeDocument/2006/relationships/slideLayout" Target="../slideLayouts/slideLayout257.xml"/><Relationship Id="rId39" Type="http://schemas.openxmlformats.org/officeDocument/2006/relationships/slideLayout" Target="../slideLayouts/slideLayout278.xml"/></Relationships>
</file>

<file path=ppt/slideMasters/_rels/slideMaster17.xml.rels><?xml version="1.0" encoding="UTF-8" standalone="yes"?>
<Relationships xmlns="http://schemas.openxmlformats.org/package/2006/relationships"><Relationship Id="rId26" Type="http://schemas.openxmlformats.org/officeDocument/2006/relationships/slideLayout" Target="../slideLayouts/slideLayout328.xml"/><Relationship Id="rId21" Type="http://schemas.openxmlformats.org/officeDocument/2006/relationships/slideLayout" Target="../slideLayouts/slideLayout323.xml"/><Relationship Id="rId34" Type="http://schemas.openxmlformats.org/officeDocument/2006/relationships/slideLayout" Target="../slideLayouts/slideLayout336.xml"/><Relationship Id="rId42" Type="http://schemas.openxmlformats.org/officeDocument/2006/relationships/slideLayout" Target="../slideLayouts/slideLayout344.xml"/><Relationship Id="rId47" Type="http://schemas.openxmlformats.org/officeDocument/2006/relationships/slideLayout" Target="../slideLayouts/slideLayout349.xml"/><Relationship Id="rId50" Type="http://schemas.openxmlformats.org/officeDocument/2006/relationships/slideLayout" Target="../slideLayouts/slideLayout352.xml"/><Relationship Id="rId55" Type="http://schemas.openxmlformats.org/officeDocument/2006/relationships/slideLayout" Target="../slideLayouts/slideLayout357.xml"/><Relationship Id="rId63" Type="http://schemas.openxmlformats.org/officeDocument/2006/relationships/slideLayout" Target="../slideLayouts/slideLayout365.xml"/><Relationship Id="rId68" Type="http://schemas.openxmlformats.org/officeDocument/2006/relationships/image" Target="NULL"/><Relationship Id="rId7" Type="http://schemas.openxmlformats.org/officeDocument/2006/relationships/slideLayout" Target="../slideLayouts/slideLayout309.xml"/><Relationship Id="rId2" Type="http://schemas.openxmlformats.org/officeDocument/2006/relationships/slideLayout" Target="../slideLayouts/slideLayout304.xml"/><Relationship Id="rId16" Type="http://schemas.openxmlformats.org/officeDocument/2006/relationships/slideLayout" Target="../slideLayouts/slideLayout318.xml"/><Relationship Id="rId29" Type="http://schemas.openxmlformats.org/officeDocument/2006/relationships/slideLayout" Target="../slideLayouts/slideLayout331.xml"/><Relationship Id="rId11" Type="http://schemas.openxmlformats.org/officeDocument/2006/relationships/slideLayout" Target="../slideLayouts/slideLayout313.xml"/><Relationship Id="rId24" Type="http://schemas.openxmlformats.org/officeDocument/2006/relationships/slideLayout" Target="../slideLayouts/slideLayout326.xml"/><Relationship Id="rId32" Type="http://schemas.openxmlformats.org/officeDocument/2006/relationships/slideLayout" Target="../slideLayouts/slideLayout334.xml"/><Relationship Id="rId37" Type="http://schemas.openxmlformats.org/officeDocument/2006/relationships/slideLayout" Target="../slideLayouts/slideLayout339.xml"/><Relationship Id="rId40" Type="http://schemas.openxmlformats.org/officeDocument/2006/relationships/slideLayout" Target="../slideLayouts/slideLayout342.xml"/><Relationship Id="rId45" Type="http://schemas.openxmlformats.org/officeDocument/2006/relationships/slideLayout" Target="../slideLayouts/slideLayout347.xml"/><Relationship Id="rId53" Type="http://schemas.openxmlformats.org/officeDocument/2006/relationships/slideLayout" Target="../slideLayouts/slideLayout355.xml"/><Relationship Id="rId58" Type="http://schemas.openxmlformats.org/officeDocument/2006/relationships/slideLayout" Target="../slideLayouts/slideLayout360.xml"/><Relationship Id="rId66" Type="http://schemas.openxmlformats.org/officeDocument/2006/relationships/tags" Target="../tags/tag156.xml"/><Relationship Id="rId5" Type="http://schemas.openxmlformats.org/officeDocument/2006/relationships/slideLayout" Target="../slideLayouts/slideLayout307.xml"/><Relationship Id="rId61" Type="http://schemas.openxmlformats.org/officeDocument/2006/relationships/slideLayout" Target="../slideLayouts/slideLayout363.xml"/><Relationship Id="rId19" Type="http://schemas.openxmlformats.org/officeDocument/2006/relationships/slideLayout" Target="../slideLayouts/slideLayout321.xml"/><Relationship Id="rId14" Type="http://schemas.openxmlformats.org/officeDocument/2006/relationships/slideLayout" Target="../slideLayouts/slideLayout316.xml"/><Relationship Id="rId22" Type="http://schemas.openxmlformats.org/officeDocument/2006/relationships/slideLayout" Target="../slideLayouts/slideLayout324.xml"/><Relationship Id="rId27" Type="http://schemas.openxmlformats.org/officeDocument/2006/relationships/slideLayout" Target="../slideLayouts/slideLayout329.xml"/><Relationship Id="rId30" Type="http://schemas.openxmlformats.org/officeDocument/2006/relationships/slideLayout" Target="../slideLayouts/slideLayout332.xml"/><Relationship Id="rId35" Type="http://schemas.openxmlformats.org/officeDocument/2006/relationships/slideLayout" Target="../slideLayouts/slideLayout337.xml"/><Relationship Id="rId43" Type="http://schemas.openxmlformats.org/officeDocument/2006/relationships/slideLayout" Target="../slideLayouts/slideLayout345.xml"/><Relationship Id="rId48" Type="http://schemas.openxmlformats.org/officeDocument/2006/relationships/slideLayout" Target="../slideLayouts/slideLayout350.xml"/><Relationship Id="rId56" Type="http://schemas.openxmlformats.org/officeDocument/2006/relationships/slideLayout" Target="../slideLayouts/slideLayout358.xml"/><Relationship Id="rId64" Type="http://schemas.openxmlformats.org/officeDocument/2006/relationships/theme" Target="../theme/theme17.xml"/><Relationship Id="rId8" Type="http://schemas.openxmlformats.org/officeDocument/2006/relationships/slideLayout" Target="../slideLayouts/slideLayout310.xml"/><Relationship Id="rId51" Type="http://schemas.openxmlformats.org/officeDocument/2006/relationships/slideLayout" Target="../slideLayouts/slideLayout353.xml"/><Relationship Id="rId3" Type="http://schemas.openxmlformats.org/officeDocument/2006/relationships/slideLayout" Target="../slideLayouts/slideLayout305.xml"/><Relationship Id="rId12" Type="http://schemas.openxmlformats.org/officeDocument/2006/relationships/slideLayout" Target="../slideLayouts/slideLayout314.xml"/><Relationship Id="rId17" Type="http://schemas.openxmlformats.org/officeDocument/2006/relationships/slideLayout" Target="../slideLayouts/slideLayout319.xml"/><Relationship Id="rId25" Type="http://schemas.openxmlformats.org/officeDocument/2006/relationships/slideLayout" Target="../slideLayouts/slideLayout327.xml"/><Relationship Id="rId33" Type="http://schemas.openxmlformats.org/officeDocument/2006/relationships/slideLayout" Target="../slideLayouts/slideLayout335.xml"/><Relationship Id="rId38" Type="http://schemas.openxmlformats.org/officeDocument/2006/relationships/slideLayout" Target="../slideLayouts/slideLayout340.xml"/><Relationship Id="rId46" Type="http://schemas.openxmlformats.org/officeDocument/2006/relationships/slideLayout" Target="../slideLayouts/slideLayout348.xml"/><Relationship Id="rId59" Type="http://schemas.openxmlformats.org/officeDocument/2006/relationships/slideLayout" Target="../slideLayouts/slideLayout361.xml"/><Relationship Id="rId67" Type="http://schemas.openxmlformats.org/officeDocument/2006/relationships/oleObject" Target="../embeddings/oleObject109.bin"/><Relationship Id="rId20" Type="http://schemas.openxmlformats.org/officeDocument/2006/relationships/slideLayout" Target="../slideLayouts/slideLayout322.xml"/><Relationship Id="rId41" Type="http://schemas.openxmlformats.org/officeDocument/2006/relationships/slideLayout" Target="../slideLayouts/slideLayout343.xml"/><Relationship Id="rId54" Type="http://schemas.openxmlformats.org/officeDocument/2006/relationships/slideLayout" Target="../slideLayouts/slideLayout356.xml"/><Relationship Id="rId62" Type="http://schemas.openxmlformats.org/officeDocument/2006/relationships/slideLayout" Target="../slideLayouts/slideLayout364.xml"/><Relationship Id="rId1" Type="http://schemas.openxmlformats.org/officeDocument/2006/relationships/slideLayout" Target="../slideLayouts/slideLayout303.xml"/><Relationship Id="rId6" Type="http://schemas.openxmlformats.org/officeDocument/2006/relationships/slideLayout" Target="../slideLayouts/slideLayout308.xml"/><Relationship Id="rId15" Type="http://schemas.openxmlformats.org/officeDocument/2006/relationships/slideLayout" Target="../slideLayouts/slideLayout317.xml"/><Relationship Id="rId23" Type="http://schemas.openxmlformats.org/officeDocument/2006/relationships/slideLayout" Target="../slideLayouts/slideLayout325.xml"/><Relationship Id="rId28" Type="http://schemas.openxmlformats.org/officeDocument/2006/relationships/slideLayout" Target="../slideLayouts/slideLayout330.xml"/><Relationship Id="rId36" Type="http://schemas.openxmlformats.org/officeDocument/2006/relationships/slideLayout" Target="../slideLayouts/slideLayout338.xml"/><Relationship Id="rId49" Type="http://schemas.openxmlformats.org/officeDocument/2006/relationships/slideLayout" Target="../slideLayouts/slideLayout351.xml"/><Relationship Id="rId57" Type="http://schemas.openxmlformats.org/officeDocument/2006/relationships/slideLayout" Target="../slideLayouts/slideLayout359.xml"/><Relationship Id="rId10" Type="http://schemas.openxmlformats.org/officeDocument/2006/relationships/slideLayout" Target="../slideLayouts/slideLayout312.xml"/><Relationship Id="rId31" Type="http://schemas.openxmlformats.org/officeDocument/2006/relationships/slideLayout" Target="../slideLayouts/slideLayout333.xml"/><Relationship Id="rId44" Type="http://schemas.openxmlformats.org/officeDocument/2006/relationships/slideLayout" Target="../slideLayouts/slideLayout346.xml"/><Relationship Id="rId52" Type="http://schemas.openxmlformats.org/officeDocument/2006/relationships/slideLayout" Target="../slideLayouts/slideLayout354.xml"/><Relationship Id="rId60" Type="http://schemas.openxmlformats.org/officeDocument/2006/relationships/slideLayout" Target="../slideLayouts/slideLayout362.xml"/><Relationship Id="rId65" Type="http://schemas.openxmlformats.org/officeDocument/2006/relationships/vmlDrawing" Target="../drawings/vmlDrawing109.vml"/><Relationship Id="rId4" Type="http://schemas.openxmlformats.org/officeDocument/2006/relationships/slideLayout" Target="../slideLayouts/slideLayout306.xml"/><Relationship Id="rId9" Type="http://schemas.openxmlformats.org/officeDocument/2006/relationships/slideLayout" Target="../slideLayouts/slideLayout311.xml"/><Relationship Id="rId13" Type="http://schemas.openxmlformats.org/officeDocument/2006/relationships/slideLayout" Target="../slideLayouts/slideLayout315.xml"/><Relationship Id="rId18" Type="http://schemas.openxmlformats.org/officeDocument/2006/relationships/slideLayout" Target="../slideLayouts/slideLayout320.xml"/><Relationship Id="rId39" Type="http://schemas.openxmlformats.org/officeDocument/2006/relationships/slideLayout" Target="../slideLayouts/slideLayout341.xml"/></Relationships>
</file>

<file path=ppt/slideMasters/_rels/slideMaster18.xml.rels><?xml version="1.0" encoding="UTF-8" standalone="yes"?>
<Relationships xmlns="http://schemas.openxmlformats.org/package/2006/relationships"><Relationship Id="rId8" Type="http://schemas.openxmlformats.org/officeDocument/2006/relationships/tags" Target="../tags/tag181.xml"/><Relationship Id="rId3" Type="http://schemas.openxmlformats.org/officeDocument/2006/relationships/slideLayout" Target="../slideLayouts/slideLayout368.xml"/><Relationship Id="rId7" Type="http://schemas.openxmlformats.org/officeDocument/2006/relationships/vmlDrawing" Target="../drawings/vmlDrawing128.vml"/><Relationship Id="rId2" Type="http://schemas.openxmlformats.org/officeDocument/2006/relationships/slideLayout" Target="../slideLayouts/slideLayout367.xml"/><Relationship Id="rId1" Type="http://schemas.openxmlformats.org/officeDocument/2006/relationships/slideLayout" Target="../slideLayouts/slideLayout366.xml"/><Relationship Id="rId6" Type="http://schemas.openxmlformats.org/officeDocument/2006/relationships/theme" Target="../theme/theme18.xml"/><Relationship Id="rId5" Type="http://schemas.openxmlformats.org/officeDocument/2006/relationships/slideLayout" Target="../slideLayouts/slideLayout370.xml"/><Relationship Id="rId10" Type="http://schemas.openxmlformats.org/officeDocument/2006/relationships/image" Target="../media/image4.png"/><Relationship Id="rId4" Type="http://schemas.openxmlformats.org/officeDocument/2006/relationships/slideLayout" Target="../slideLayouts/slideLayout369.xml"/><Relationship Id="rId9" Type="http://schemas.openxmlformats.org/officeDocument/2006/relationships/oleObject" Target="../embeddings/oleObject128.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1139150071"/>
              </p:ext>
            </p:ext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044" name="Diapositive think-cell" r:id="rId6" imgW="0" imgH="0" progId="TCLayout.ActiveDocument.1">
                  <p:embed/>
                </p:oleObj>
              </mc:Choice>
              <mc:Fallback>
                <p:oleObj name="Diapositive think-cell" r:id="rId6" imgW="0" imgH="0" progId="TCLayout.ActiveDocument.1">
                  <p:embed/>
                  <p:pic>
                    <p:nvPicPr>
                      <p:cNvPr id="0" name="AutoShape 126"/>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61"/>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35" rIns="0" bIns="38935"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4" y="5029004"/>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3976459087"/>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361"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721"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080"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441"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23" indent="-150067"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11" indent="-148713"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732" indent="-148713"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739" indent="-227126"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48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084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20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56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721" rtl="0" eaLnBrk="1" latinLnBrk="0" hangingPunct="1">
        <a:defRPr sz="1500" kern="1200">
          <a:solidFill>
            <a:schemeClr val="tx1"/>
          </a:solidFill>
          <a:latin typeface="+mn-lt"/>
          <a:ea typeface="+mn-ea"/>
          <a:cs typeface="+mn-cs"/>
        </a:defRPr>
      </a:lvl1pPr>
      <a:lvl2pPr marL="389361" algn="l" defTabSz="778721" rtl="0" eaLnBrk="1" latinLnBrk="0" hangingPunct="1">
        <a:defRPr sz="1500" kern="1200">
          <a:solidFill>
            <a:schemeClr val="tx1"/>
          </a:solidFill>
          <a:latin typeface="+mn-lt"/>
          <a:ea typeface="+mn-ea"/>
          <a:cs typeface="+mn-cs"/>
        </a:defRPr>
      </a:lvl2pPr>
      <a:lvl3pPr marL="778721" algn="l" defTabSz="778721" rtl="0" eaLnBrk="1" latinLnBrk="0" hangingPunct="1">
        <a:defRPr sz="1500" kern="1200">
          <a:solidFill>
            <a:schemeClr val="tx1"/>
          </a:solidFill>
          <a:latin typeface="+mn-lt"/>
          <a:ea typeface="+mn-ea"/>
          <a:cs typeface="+mn-cs"/>
        </a:defRPr>
      </a:lvl3pPr>
      <a:lvl4pPr marL="1168080" algn="l" defTabSz="778721" rtl="0" eaLnBrk="1" latinLnBrk="0" hangingPunct="1">
        <a:defRPr sz="1500" kern="1200">
          <a:solidFill>
            <a:schemeClr val="tx1"/>
          </a:solidFill>
          <a:latin typeface="+mn-lt"/>
          <a:ea typeface="+mn-ea"/>
          <a:cs typeface="+mn-cs"/>
        </a:defRPr>
      </a:lvl4pPr>
      <a:lvl5pPr marL="1557441" algn="l" defTabSz="778721" rtl="0" eaLnBrk="1" latinLnBrk="0" hangingPunct="1">
        <a:defRPr sz="1500" kern="1200">
          <a:solidFill>
            <a:schemeClr val="tx1"/>
          </a:solidFill>
          <a:latin typeface="+mn-lt"/>
          <a:ea typeface="+mn-ea"/>
          <a:cs typeface="+mn-cs"/>
        </a:defRPr>
      </a:lvl5pPr>
      <a:lvl6pPr marL="1946800" algn="l" defTabSz="778721" rtl="0" eaLnBrk="1" latinLnBrk="0" hangingPunct="1">
        <a:defRPr sz="1500" kern="1200">
          <a:solidFill>
            <a:schemeClr val="tx1"/>
          </a:solidFill>
          <a:latin typeface="+mn-lt"/>
          <a:ea typeface="+mn-ea"/>
          <a:cs typeface="+mn-cs"/>
        </a:defRPr>
      </a:lvl6pPr>
      <a:lvl7pPr marL="2336161" algn="l" defTabSz="778721" rtl="0" eaLnBrk="1" latinLnBrk="0" hangingPunct="1">
        <a:defRPr sz="1500" kern="1200">
          <a:solidFill>
            <a:schemeClr val="tx1"/>
          </a:solidFill>
          <a:latin typeface="+mn-lt"/>
          <a:ea typeface="+mn-ea"/>
          <a:cs typeface="+mn-cs"/>
        </a:defRPr>
      </a:lvl7pPr>
      <a:lvl8pPr marL="2725520" algn="l" defTabSz="778721" rtl="0" eaLnBrk="1" latinLnBrk="0" hangingPunct="1">
        <a:defRPr sz="1500" kern="1200">
          <a:solidFill>
            <a:schemeClr val="tx1"/>
          </a:solidFill>
          <a:latin typeface="+mn-lt"/>
          <a:ea typeface="+mn-ea"/>
          <a:cs typeface="+mn-cs"/>
        </a:defRPr>
      </a:lvl8pPr>
      <a:lvl9pPr marL="3114880" algn="l" defTabSz="778721"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3573814772"/>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4116" name="Diapositive think-cell" r:id="rId6" imgW="0" imgH="0" progId="TCLayout.ActiveDocument.1">
                  <p:embed/>
                </p:oleObj>
              </mc:Choice>
              <mc:Fallback>
                <p:oleObj name="Diapositive think-cell" r:id="rId6" imgW="0" imgH="0" progId="TCLayout.ActiveDocument.1">
                  <p:embed/>
                  <p:pic>
                    <p:nvPicPr>
                      <p:cNvPr id="0" name="AutoShape 125"/>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3314183566"/>
      </p:ext>
    </p:extLst>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6"/>
            </p:custDataLst>
            <p:extLst>
              <p:ext uri="{D42A27DB-BD31-4B8C-83A1-F6EECF244321}">
                <p14:modId xmlns:p14="http://schemas.microsoft.com/office/powerpoint/2010/main" val="2873480294"/>
              </p:ext>
            </p:ext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7188" name="Diapositive think-cell" r:id="rId7" imgW="0" imgH="0" progId="TCLayout.ActiveDocument.1">
                  <p:embed/>
                </p:oleObj>
              </mc:Choice>
              <mc:Fallback>
                <p:oleObj name="Diapositive think-cell" r:id="rId7" imgW="0" imgH="0" progId="TCLayout.ActiveDocument.1">
                  <p:embed/>
                  <p:pic>
                    <p:nvPicPr>
                      <p:cNvPr id="0" name="AutoShape 11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61"/>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35" rIns="0" bIns="38935"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4" y="5029004"/>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397645908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361"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721"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080"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441"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23" indent="-150067"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11" indent="-148713"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732" indent="-148713"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739" indent="-227126"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48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084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20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56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721" rtl="0" eaLnBrk="1" latinLnBrk="0" hangingPunct="1">
        <a:defRPr sz="1500" kern="1200">
          <a:solidFill>
            <a:schemeClr val="tx1"/>
          </a:solidFill>
          <a:latin typeface="+mn-lt"/>
          <a:ea typeface="+mn-ea"/>
          <a:cs typeface="+mn-cs"/>
        </a:defRPr>
      </a:lvl1pPr>
      <a:lvl2pPr marL="389361" algn="l" defTabSz="778721" rtl="0" eaLnBrk="1" latinLnBrk="0" hangingPunct="1">
        <a:defRPr sz="1500" kern="1200">
          <a:solidFill>
            <a:schemeClr val="tx1"/>
          </a:solidFill>
          <a:latin typeface="+mn-lt"/>
          <a:ea typeface="+mn-ea"/>
          <a:cs typeface="+mn-cs"/>
        </a:defRPr>
      </a:lvl2pPr>
      <a:lvl3pPr marL="778721" algn="l" defTabSz="778721" rtl="0" eaLnBrk="1" latinLnBrk="0" hangingPunct="1">
        <a:defRPr sz="1500" kern="1200">
          <a:solidFill>
            <a:schemeClr val="tx1"/>
          </a:solidFill>
          <a:latin typeface="+mn-lt"/>
          <a:ea typeface="+mn-ea"/>
          <a:cs typeface="+mn-cs"/>
        </a:defRPr>
      </a:lvl3pPr>
      <a:lvl4pPr marL="1168080" algn="l" defTabSz="778721" rtl="0" eaLnBrk="1" latinLnBrk="0" hangingPunct="1">
        <a:defRPr sz="1500" kern="1200">
          <a:solidFill>
            <a:schemeClr val="tx1"/>
          </a:solidFill>
          <a:latin typeface="+mn-lt"/>
          <a:ea typeface="+mn-ea"/>
          <a:cs typeface="+mn-cs"/>
        </a:defRPr>
      </a:lvl4pPr>
      <a:lvl5pPr marL="1557441" algn="l" defTabSz="778721" rtl="0" eaLnBrk="1" latinLnBrk="0" hangingPunct="1">
        <a:defRPr sz="1500" kern="1200">
          <a:solidFill>
            <a:schemeClr val="tx1"/>
          </a:solidFill>
          <a:latin typeface="+mn-lt"/>
          <a:ea typeface="+mn-ea"/>
          <a:cs typeface="+mn-cs"/>
        </a:defRPr>
      </a:lvl5pPr>
      <a:lvl6pPr marL="1946800" algn="l" defTabSz="778721" rtl="0" eaLnBrk="1" latinLnBrk="0" hangingPunct="1">
        <a:defRPr sz="1500" kern="1200">
          <a:solidFill>
            <a:schemeClr val="tx1"/>
          </a:solidFill>
          <a:latin typeface="+mn-lt"/>
          <a:ea typeface="+mn-ea"/>
          <a:cs typeface="+mn-cs"/>
        </a:defRPr>
      </a:lvl6pPr>
      <a:lvl7pPr marL="2336161" algn="l" defTabSz="778721" rtl="0" eaLnBrk="1" latinLnBrk="0" hangingPunct="1">
        <a:defRPr sz="1500" kern="1200">
          <a:solidFill>
            <a:schemeClr val="tx1"/>
          </a:solidFill>
          <a:latin typeface="+mn-lt"/>
          <a:ea typeface="+mn-ea"/>
          <a:cs typeface="+mn-cs"/>
        </a:defRPr>
      </a:lvl7pPr>
      <a:lvl8pPr marL="2725520" algn="l" defTabSz="778721" rtl="0" eaLnBrk="1" latinLnBrk="0" hangingPunct="1">
        <a:defRPr sz="1500" kern="1200">
          <a:solidFill>
            <a:schemeClr val="tx1"/>
          </a:solidFill>
          <a:latin typeface="+mn-lt"/>
          <a:ea typeface="+mn-ea"/>
          <a:cs typeface="+mn-cs"/>
        </a:defRPr>
      </a:lvl8pPr>
      <a:lvl9pPr marL="3114880" algn="l" defTabSz="778721"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6"/>
            </p:custDataLst>
            <p:extLst>
              <p:ext uri="{D42A27DB-BD31-4B8C-83A1-F6EECF244321}">
                <p14:modId xmlns:p14="http://schemas.microsoft.com/office/powerpoint/2010/main" val="1144691331"/>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10260" name="Diapositive think-cell" r:id="rId7" imgW="0" imgH="0" progId="TCLayout.ActiveDocument.1">
                  <p:embed/>
                </p:oleObj>
              </mc:Choice>
              <mc:Fallback>
                <p:oleObj name="Diapositive think-cell" r:id="rId7" imgW="0" imgH="0" progId="TCLayout.ActiveDocument.1">
                  <p:embed/>
                  <p:pic>
                    <p:nvPicPr>
                      <p:cNvPr id="0" name="AutoShape 11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33141835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936326504"/>
              </p:ext>
            </p:ext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3332" name="Diapositive think-cell" r:id="rId6" imgW="0" imgH="0" progId="TCLayout.ActiveDocument.1">
                  <p:embed/>
                </p:oleObj>
              </mc:Choice>
              <mc:Fallback>
                <p:oleObj name="Diapositive think-cell" r:id="rId6" imgW="0" imgH="0" progId="TCLayout.ActiveDocument.1">
                  <p:embed/>
                  <p:pic>
                    <p:nvPicPr>
                      <p:cNvPr id="0" name="AutoShape 114"/>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61"/>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35" rIns="0" bIns="38935"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4" y="5029004"/>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3780409080"/>
      </p:ext>
    </p:extLst>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361"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721"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080"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441"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23" indent="-150067"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11" indent="-148713"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732" indent="-148713"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739" indent="-227126"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48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084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20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56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721" rtl="0" eaLnBrk="1" latinLnBrk="0" hangingPunct="1">
        <a:defRPr sz="1500" kern="1200">
          <a:solidFill>
            <a:schemeClr val="tx1"/>
          </a:solidFill>
          <a:latin typeface="+mn-lt"/>
          <a:ea typeface="+mn-ea"/>
          <a:cs typeface="+mn-cs"/>
        </a:defRPr>
      </a:lvl1pPr>
      <a:lvl2pPr marL="389361" algn="l" defTabSz="778721" rtl="0" eaLnBrk="1" latinLnBrk="0" hangingPunct="1">
        <a:defRPr sz="1500" kern="1200">
          <a:solidFill>
            <a:schemeClr val="tx1"/>
          </a:solidFill>
          <a:latin typeface="+mn-lt"/>
          <a:ea typeface="+mn-ea"/>
          <a:cs typeface="+mn-cs"/>
        </a:defRPr>
      </a:lvl2pPr>
      <a:lvl3pPr marL="778721" algn="l" defTabSz="778721" rtl="0" eaLnBrk="1" latinLnBrk="0" hangingPunct="1">
        <a:defRPr sz="1500" kern="1200">
          <a:solidFill>
            <a:schemeClr val="tx1"/>
          </a:solidFill>
          <a:latin typeface="+mn-lt"/>
          <a:ea typeface="+mn-ea"/>
          <a:cs typeface="+mn-cs"/>
        </a:defRPr>
      </a:lvl3pPr>
      <a:lvl4pPr marL="1168080" algn="l" defTabSz="778721" rtl="0" eaLnBrk="1" latinLnBrk="0" hangingPunct="1">
        <a:defRPr sz="1500" kern="1200">
          <a:solidFill>
            <a:schemeClr val="tx1"/>
          </a:solidFill>
          <a:latin typeface="+mn-lt"/>
          <a:ea typeface="+mn-ea"/>
          <a:cs typeface="+mn-cs"/>
        </a:defRPr>
      </a:lvl4pPr>
      <a:lvl5pPr marL="1557441" algn="l" defTabSz="778721" rtl="0" eaLnBrk="1" latinLnBrk="0" hangingPunct="1">
        <a:defRPr sz="1500" kern="1200">
          <a:solidFill>
            <a:schemeClr val="tx1"/>
          </a:solidFill>
          <a:latin typeface="+mn-lt"/>
          <a:ea typeface="+mn-ea"/>
          <a:cs typeface="+mn-cs"/>
        </a:defRPr>
      </a:lvl5pPr>
      <a:lvl6pPr marL="1946800" algn="l" defTabSz="778721" rtl="0" eaLnBrk="1" latinLnBrk="0" hangingPunct="1">
        <a:defRPr sz="1500" kern="1200">
          <a:solidFill>
            <a:schemeClr val="tx1"/>
          </a:solidFill>
          <a:latin typeface="+mn-lt"/>
          <a:ea typeface="+mn-ea"/>
          <a:cs typeface="+mn-cs"/>
        </a:defRPr>
      </a:lvl6pPr>
      <a:lvl7pPr marL="2336161" algn="l" defTabSz="778721" rtl="0" eaLnBrk="1" latinLnBrk="0" hangingPunct="1">
        <a:defRPr sz="1500" kern="1200">
          <a:solidFill>
            <a:schemeClr val="tx1"/>
          </a:solidFill>
          <a:latin typeface="+mn-lt"/>
          <a:ea typeface="+mn-ea"/>
          <a:cs typeface="+mn-cs"/>
        </a:defRPr>
      </a:lvl7pPr>
      <a:lvl8pPr marL="2725520" algn="l" defTabSz="778721" rtl="0" eaLnBrk="1" latinLnBrk="0" hangingPunct="1">
        <a:defRPr sz="1500" kern="1200">
          <a:solidFill>
            <a:schemeClr val="tx1"/>
          </a:solidFill>
          <a:latin typeface="+mn-lt"/>
          <a:ea typeface="+mn-ea"/>
          <a:cs typeface="+mn-cs"/>
        </a:defRPr>
      </a:lvl8pPr>
      <a:lvl9pPr marL="3114880" algn="l" defTabSz="778721" rtl="0" eaLnBrk="1" latinLnBrk="0" hangingPunct="1">
        <a:defRPr sz="15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2305293644"/>
              </p:ext>
            </p:ext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6404" name="Diapositive think-cell" r:id="rId6" imgW="0" imgH="0" progId="TCLayout.ActiveDocument.1">
                  <p:embed/>
                </p:oleObj>
              </mc:Choice>
              <mc:Fallback>
                <p:oleObj name="Diapositive think-cell" r:id="rId6" imgW="0" imgH="0" progId="TCLayout.ActiveDocument.1">
                  <p:embed/>
                  <p:pic>
                    <p:nvPicPr>
                      <p:cNvPr id="0" name="AutoShape 7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61"/>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35" rIns="0" bIns="38935"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4" y="5029004"/>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2229991272"/>
      </p:ext>
    </p:extLst>
  </p:cSld>
  <p:clrMap bg1="lt1" tx1="dk1" bg2="lt2" tx2="dk2" accent1="accent1" accent2="accent2" accent3="accent3" accent4="accent4" accent5="accent5" accent6="accent6" hlink="hlink" folHlink="folHlink"/>
  <p:sldLayoutIdLst>
    <p:sldLayoutId id="2147483680" r:id="rId1"/>
    <p:sldLayoutId id="2147483681"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361"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721"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080"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441"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23" indent="-150067"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11" indent="-148713"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732" indent="-148713"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739" indent="-227126"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48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084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20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56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721" rtl="0" eaLnBrk="1" latinLnBrk="0" hangingPunct="1">
        <a:defRPr sz="1500" kern="1200">
          <a:solidFill>
            <a:schemeClr val="tx1"/>
          </a:solidFill>
          <a:latin typeface="+mn-lt"/>
          <a:ea typeface="+mn-ea"/>
          <a:cs typeface="+mn-cs"/>
        </a:defRPr>
      </a:lvl1pPr>
      <a:lvl2pPr marL="389361" algn="l" defTabSz="778721" rtl="0" eaLnBrk="1" latinLnBrk="0" hangingPunct="1">
        <a:defRPr sz="1500" kern="1200">
          <a:solidFill>
            <a:schemeClr val="tx1"/>
          </a:solidFill>
          <a:latin typeface="+mn-lt"/>
          <a:ea typeface="+mn-ea"/>
          <a:cs typeface="+mn-cs"/>
        </a:defRPr>
      </a:lvl2pPr>
      <a:lvl3pPr marL="778721" algn="l" defTabSz="778721" rtl="0" eaLnBrk="1" latinLnBrk="0" hangingPunct="1">
        <a:defRPr sz="1500" kern="1200">
          <a:solidFill>
            <a:schemeClr val="tx1"/>
          </a:solidFill>
          <a:latin typeface="+mn-lt"/>
          <a:ea typeface="+mn-ea"/>
          <a:cs typeface="+mn-cs"/>
        </a:defRPr>
      </a:lvl3pPr>
      <a:lvl4pPr marL="1168080" algn="l" defTabSz="778721" rtl="0" eaLnBrk="1" latinLnBrk="0" hangingPunct="1">
        <a:defRPr sz="1500" kern="1200">
          <a:solidFill>
            <a:schemeClr val="tx1"/>
          </a:solidFill>
          <a:latin typeface="+mn-lt"/>
          <a:ea typeface="+mn-ea"/>
          <a:cs typeface="+mn-cs"/>
        </a:defRPr>
      </a:lvl4pPr>
      <a:lvl5pPr marL="1557441" algn="l" defTabSz="778721" rtl="0" eaLnBrk="1" latinLnBrk="0" hangingPunct="1">
        <a:defRPr sz="1500" kern="1200">
          <a:solidFill>
            <a:schemeClr val="tx1"/>
          </a:solidFill>
          <a:latin typeface="+mn-lt"/>
          <a:ea typeface="+mn-ea"/>
          <a:cs typeface="+mn-cs"/>
        </a:defRPr>
      </a:lvl5pPr>
      <a:lvl6pPr marL="1946800" algn="l" defTabSz="778721" rtl="0" eaLnBrk="1" latinLnBrk="0" hangingPunct="1">
        <a:defRPr sz="1500" kern="1200">
          <a:solidFill>
            <a:schemeClr val="tx1"/>
          </a:solidFill>
          <a:latin typeface="+mn-lt"/>
          <a:ea typeface="+mn-ea"/>
          <a:cs typeface="+mn-cs"/>
        </a:defRPr>
      </a:lvl6pPr>
      <a:lvl7pPr marL="2336161" algn="l" defTabSz="778721" rtl="0" eaLnBrk="1" latinLnBrk="0" hangingPunct="1">
        <a:defRPr sz="1500" kern="1200">
          <a:solidFill>
            <a:schemeClr val="tx1"/>
          </a:solidFill>
          <a:latin typeface="+mn-lt"/>
          <a:ea typeface="+mn-ea"/>
          <a:cs typeface="+mn-cs"/>
        </a:defRPr>
      </a:lvl7pPr>
      <a:lvl8pPr marL="2725520" algn="l" defTabSz="778721" rtl="0" eaLnBrk="1" latinLnBrk="0" hangingPunct="1">
        <a:defRPr sz="1500" kern="1200">
          <a:solidFill>
            <a:schemeClr val="tx1"/>
          </a:solidFill>
          <a:latin typeface="+mn-lt"/>
          <a:ea typeface="+mn-ea"/>
          <a:cs typeface="+mn-cs"/>
        </a:defRPr>
      </a:lvl8pPr>
      <a:lvl9pPr marL="3114880" algn="l" defTabSz="778721" rtl="0" eaLnBrk="1" latinLnBrk="0" hangingPunct="1">
        <a:defRPr sz="15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1036672583"/>
              </p:ext>
            </p:extLst>
          </p:nvPr>
        </p:nvGraphicFramePr>
        <p:xfrm>
          <a:off x="0" y="7"/>
          <a:ext cx="146538" cy="119063"/>
        </p:xfrm>
        <a:graphic>
          <a:graphicData uri="http://schemas.openxmlformats.org/presentationml/2006/ole">
            <mc:AlternateContent xmlns:mc="http://schemas.openxmlformats.org/markup-compatibility/2006">
              <mc:Choice xmlns:v="urn:schemas-microsoft-com:vml" Requires="v">
                <p:oleObj spid="_x0000_s19476" name="Diapositive think-cell" r:id="rId6" imgW="0" imgH="0" progId="TCLayout.ActiveDocument.1">
                  <p:embed/>
                </p:oleObj>
              </mc:Choice>
              <mc:Fallback>
                <p:oleObj name="Diapositive think-cell" r:id="rId6" imgW="0" imgH="0" progId="TCLayout.ActiveDocument.1">
                  <p:embed/>
                  <p:pic>
                    <p:nvPicPr>
                      <p:cNvPr id="0" name="AutoShape 2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7"/>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61"/>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35" rIns="0" bIns="38935"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4" y="5029004"/>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943307895"/>
      </p:ext>
    </p:extLst>
  </p:cSld>
  <p:clrMap bg1="lt1" tx1="dk1" bg2="lt2" tx2="dk2" accent1="accent1" accent2="accent2" accent3="accent3" accent4="accent4" accent5="accent5" accent6="accent6" hlink="hlink" folHlink="folHlink"/>
  <p:sldLayoutIdLst>
    <p:sldLayoutId id="2147483698" r:id="rId1"/>
    <p:sldLayoutId id="2147483699"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361"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721"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080"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441"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23" indent="-150067"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11" indent="-148713"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732" indent="-148713"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739" indent="-227126"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48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084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20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560" indent="-194678" algn="l" defTabSz="778721"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721" rtl="0" eaLnBrk="1" latinLnBrk="0" hangingPunct="1">
        <a:defRPr sz="1500" kern="1200">
          <a:solidFill>
            <a:schemeClr val="tx1"/>
          </a:solidFill>
          <a:latin typeface="+mn-lt"/>
          <a:ea typeface="+mn-ea"/>
          <a:cs typeface="+mn-cs"/>
        </a:defRPr>
      </a:lvl1pPr>
      <a:lvl2pPr marL="389361" algn="l" defTabSz="778721" rtl="0" eaLnBrk="1" latinLnBrk="0" hangingPunct="1">
        <a:defRPr sz="1500" kern="1200">
          <a:solidFill>
            <a:schemeClr val="tx1"/>
          </a:solidFill>
          <a:latin typeface="+mn-lt"/>
          <a:ea typeface="+mn-ea"/>
          <a:cs typeface="+mn-cs"/>
        </a:defRPr>
      </a:lvl2pPr>
      <a:lvl3pPr marL="778721" algn="l" defTabSz="778721" rtl="0" eaLnBrk="1" latinLnBrk="0" hangingPunct="1">
        <a:defRPr sz="1500" kern="1200">
          <a:solidFill>
            <a:schemeClr val="tx1"/>
          </a:solidFill>
          <a:latin typeface="+mn-lt"/>
          <a:ea typeface="+mn-ea"/>
          <a:cs typeface="+mn-cs"/>
        </a:defRPr>
      </a:lvl3pPr>
      <a:lvl4pPr marL="1168080" algn="l" defTabSz="778721" rtl="0" eaLnBrk="1" latinLnBrk="0" hangingPunct="1">
        <a:defRPr sz="1500" kern="1200">
          <a:solidFill>
            <a:schemeClr val="tx1"/>
          </a:solidFill>
          <a:latin typeface="+mn-lt"/>
          <a:ea typeface="+mn-ea"/>
          <a:cs typeface="+mn-cs"/>
        </a:defRPr>
      </a:lvl4pPr>
      <a:lvl5pPr marL="1557441" algn="l" defTabSz="778721" rtl="0" eaLnBrk="1" latinLnBrk="0" hangingPunct="1">
        <a:defRPr sz="1500" kern="1200">
          <a:solidFill>
            <a:schemeClr val="tx1"/>
          </a:solidFill>
          <a:latin typeface="+mn-lt"/>
          <a:ea typeface="+mn-ea"/>
          <a:cs typeface="+mn-cs"/>
        </a:defRPr>
      </a:lvl5pPr>
      <a:lvl6pPr marL="1946800" algn="l" defTabSz="778721" rtl="0" eaLnBrk="1" latinLnBrk="0" hangingPunct="1">
        <a:defRPr sz="1500" kern="1200">
          <a:solidFill>
            <a:schemeClr val="tx1"/>
          </a:solidFill>
          <a:latin typeface="+mn-lt"/>
          <a:ea typeface="+mn-ea"/>
          <a:cs typeface="+mn-cs"/>
        </a:defRPr>
      </a:lvl6pPr>
      <a:lvl7pPr marL="2336161" algn="l" defTabSz="778721" rtl="0" eaLnBrk="1" latinLnBrk="0" hangingPunct="1">
        <a:defRPr sz="1500" kern="1200">
          <a:solidFill>
            <a:schemeClr val="tx1"/>
          </a:solidFill>
          <a:latin typeface="+mn-lt"/>
          <a:ea typeface="+mn-ea"/>
          <a:cs typeface="+mn-cs"/>
        </a:defRPr>
      </a:lvl7pPr>
      <a:lvl8pPr marL="2725520" algn="l" defTabSz="778721" rtl="0" eaLnBrk="1" latinLnBrk="0" hangingPunct="1">
        <a:defRPr sz="1500" kern="1200">
          <a:solidFill>
            <a:schemeClr val="tx1"/>
          </a:solidFill>
          <a:latin typeface="+mn-lt"/>
          <a:ea typeface="+mn-ea"/>
          <a:cs typeface="+mn-cs"/>
        </a:defRPr>
      </a:lvl8pPr>
      <a:lvl9pPr marL="3114880" algn="l" defTabSz="778721" rtl="0" eaLnBrk="1" latinLnBrk="0" hangingPunct="1">
        <a:defRPr sz="15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2709947377"/>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2548" name="Diapositive think-cell" r:id="rId6" imgW="0" imgH="0" progId="TCLayout.ActiveDocument.1">
                  <p:embed/>
                </p:oleObj>
              </mc:Choice>
              <mc:Fallback>
                <p:oleObj name="Diapositive think-cell" r:id="rId6" imgW="0" imgH="0" progId="TCLayout.ActiveDocument.1">
                  <p:embed/>
                  <p:pic>
                    <p:nvPicPr>
                      <p:cNvPr id="10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72462" y="81882"/>
            <a:ext cx="661312" cy="594000"/>
          </a:xfrm>
          <a:prstGeom prst="rect">
            <a:avLst/>
          </a:prstGeom>
        </p:spPr>
      </p:pic>
    </p:spTree>
    <p:extLst>
      <p:ext uri="{BB962C8B-B14F-4D97-AF65-F5344CB8AC3E}">
        <p14:creationId xmlns:p14="http://schemas.microsoft.com/office/powerpoint/2010/main" val="2914021350"/>
      </p:ext>
    </p:extLst>
  </p:cSld>
  <p:clrMap bg1="lt1" tx1="dk1" bg2="lt2" tx2="dk2" accent1="accent1" accent2="accent2" accent3="accent3" accent4="accent4" accent5="accent5" accent6="accent6" hlink="hlink" folHlink="folHlink"/>
  <p:sldLayoutIdLst>
    <p:sldLayoutId id="2147483701" r:id="rId1"/>
    <p:sldLayoutId id="2147483702"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2442639076"/>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5620" name="Diapositive think-cell" r:id="rId6" imgW="0" imgH="0" progId="TCLayout.ActiveDocument.1">
                  <p:embed/>
                </p:oleObj>
              </mc:Choice>
              <mc:Fallback>
                <p:oleObj name="Diapositive think-cell" r:id="rId6" imgW="0" imgH="0" progId="TCLayout.ActiveDocument.1">
                  <p:embed/>
                  <p:pic>
                    <p:nvPicPr>
                      <p:cNvPr id="10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print"/>
          <a:stretch>
            <a:fillRect/>
          </a:stretch>
        </p:blipFill>
        <p:spPr>
          <a:xfrm>
            <a:off x="8072462" y="81882"/>
            <a:ext cx="661312" cy="594000"/>
          </a:xfrm>
          <a:prstGeom prst="rect">
            <a:avLst/>
          </a:prstGeom>
        </p:spPr>
      </p:pic>
    </p:spTree>
    <p:extLst>
      <p:ext uri="{BB962C8B-B14F-4D97-AF65-F5344CB8AC3E}">
        <p14:creationId xmlns:p14="http://schemas.microsoft.com/office/powerpoint/2010/main" val="3144957801"/>
      </p:ext>
    </p:extLst>
  </p:cSld>
  <p:clrMap bg1="lt1" tx1="dk1" bg2="lt2" tx2="dk2" accent1="accent1" accent2="accent2" accent3="accent3" accent4="accent4" accent5="accent5" accent6="accent6" hlink="hlink" folHlink="folHlink"/>
  <p:sldLayoutIdLst>
    <p:sldLayoutId id="2147483705" r:id="rId1"/>
    <p:sldLayoutId id="2147483706"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5"/>
            </p:custDataLst>
            <p:extLst>
              <p:ext uri="{D42A27DB-BD31-4B8C-83A1-F6EECF244321}">
                <p14:modId xmlns:p14="http://schemas.microsoft.com/office/powerpoint/2010/main" val="3957471974"/>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28692" name="Diapositive think-cell" r:id="rId6" imgW="0" imgH="0" progId="TCLayout.ActiveDocument.1">
                  <p:embed/>
                </p:oleObj>
              </mc:Choice>
              <mc:Fallback>
                <p:oleObj name="Diapositive think-cell" r:id="rId6" imgW="0" imgH="0" progId="TCLayout.ActiveDocument.1">
                  <p:embed/>
                  <p:pic>
                    <p:nvPicPr>
                      <p:cNvPr id="10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7" cstate="print"/>
          <a:stretch>
            <a:fillRect/>
          </a:stretch>
        </p:blipFill>
        <p:spPr>
          <a:xfrm>
            <a:off x="8072462" y="81882"/>
            <a:ext cx="661312" cy="594000"/>
          </a:xfrm>
          <a:prstGeom prst="rect">
            <a:avLst/>
          </a:prstGeom>
        </p:spPr>
      </p:pic>
    </p:spTree>
    <p:extLst>
      <p:ext uri="{BB962C8B-B14F-4D97-AF65-F5344CB8AC3E}">
        <p14:creationId xmlns:p14="http://schemas.microsoft.com/office/powerpoint/2010/main" val="1850385453"/>
      </p:ext>
    </p:extLst>
  </p:cSld>
  <p:clrMap bg1="lt1" tx1="dk1" bg2="lt2" tx2="dk2" accent1="accent1" accent2="accent2" accent3="accent3" accent4="accent4" accent5="accent5" accent6="accent6" hlink="hlink" folHlink="folHlink"/>
  <p:sldLayoutIdLst>
    <p:sldLayoutId id="2147483708" r:id="rId1"/>
    <p:sldLayoutId id="2147483709" r:id="rId2"/>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8"/>
            </p:custDataLst>
            <p:extLst>
              <p:ext uri="{D42A27DB-BD31-4B8C-83A1-F6EECF244321}">
                <p14:modId xmlns:p14="http://schemas.microsoft.com/office/powerpoint/2010/main" val="640400510"/>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31766" name="Diapositive think-cell" r:id="rId9" imgW="0" imgH="0" progId="TCLayout.ActiveDocument.1">
                  <p:embed/>
                </p:oleObj>
              </mc:Choice>
              <mc:Fallback>
                <p:oleObj name="Diapositive think-cell" r:id="rId9" imgW="0" imgH="0" progId="TCLayout.ActiveDocument.1">
                  <p:embed/>
                  <p:pic>
                    <p:nvPicPr>
                      <p:cNvPr id="10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a:buFontTx/>
              <a:buNone/>
              <a:defRPr/>
            </a:pPr>
            <a:r>
              <a:rPr lang="fr-FR" sz="100" dirty="0">
                <a:solidFill>
                  <a:prstClr val="white"/>
                </a:solidFil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algn="r" fontAlgn="base">
              <a:spcBef>
                <a:spcPct val="0"/>
              </a:spcBef>
              <a:spcAft>
                <a:spcPct val="0"/>
              </a:spcAft>
              <a:buClrTx/>
              <a:buFontTx/>
              <a:buNone/>
              <a:defRPr/>
            </a:pPr>
            <a:fld id="{298FBFC9-ABAE-4A4A-AD85-6986570ED8FF}" type="slidenum">
              <a:rPr lang="en-GB" sz="500" kern="1200">
                <a:solidFill>
                  <a:srgbClr val="3D6E81"/>
                </a:solidFill>
                <a:latin typeface="Arial" charset="0"/>
                <a:ea typeface="+mn-ea"/>
                <a:cs typeface="Arial" charset="0"/>
              </a:rPr>
              <a:pPr algn="r" fontAlgn="base">
                <a:spcBef>
                  <a:spcPct val="0"/>
                </a:spcBef>
                <a:spcAft>
                  <a:spcPct val="0"/>
                </a:spcAft>
                <a:buClrTx/>
                <a:buFontTx/>
                <a:buNone/>
                <a:defRPr/>
              </a:pPr>
              <a:t>‹N°›</a:t>
            </a:fld>
            <a:endParaRPr lang="en-GB" sz="500" kern="1200" dirty="0">
              <a:solidFill>
                <a:srgbClr val="3D6E81"/>
              </a:solidFill>
              <a:latin typeface="Arial" charset="0"/>
              <a:ea typeface="+mn-ea"/>
              <a:cs typeface="Arial" charset="0"/>
            </a:endParaRPr>
          </a:p>
        </p:txBody>
      </p:sp>
      <p:pic>
        <p:nvPicPr>
          <p:cNvPr id="9" name="Image 8" descr="logo SEVEN-01.png"/>
          <p:cNvPicPr>
            <a:picLocks noChangeAspect="1"/>
          </p:cNvPicPr>
          <p:nvPr/>
        </p:nvPicPr>
        <p:blipFill>
          <a:blip r:embed="rId10" cstate="print"/>
          <a:stretch>
            <a:fillRect/>
          </a:stretch>
        </p:blipFill>
        <p:spPr>
          <a:xfrm>
            <a:off x="8072462" y="81882"/>
            <a:ext cx="661312" cy="594000"/>
          </a:xfrm>
          <a:prstGeom prst="rect">
            <a:avLst/>
          </a:prstGeom>
        </p:spPr>
      </p:pic>
    </p:spTree>
    <p:extLst>
      <p:ext uri="{BB962C8B-B14F-4D97-AF65-F5344CB8AC3E}">
        <p14:creationId xmlns:p14="http://schemas.microsoft.com/office/powerpoint/2010/main" val="215377810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5" r:id="rId4"/>
    <p:sldLayoutId id="2147484135" r:id="rId5"/>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userDrawn="1">
            <p:custDataLst>
              <p:tags r:id="rId20"/>
            </p:custDataLst>
            <p:extLst>
              <p:ext uri="{D42A27DB-BD31-4B8C-83A1-F6EECF244321}">
                <p14:modId xmlns:p14="http://schemas.microsoft.com/office/powerpoint/2010/main" val="5910332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5170" name="Diapositive think-cell" r:id="rId21" imgW="444" imgH="443" progId="TCLayout.ActiveDocument.1">
                  <p:embed/>
                </p:oleObj>
              </mc:Choice>
              <mc:Fallback>
                <p:oleObj name="Diapositive think-cell" r:id="rId21" imgW="444" imgH="443" progId="TCLayout.ActiveDocument.1">
                  <p:embed/>
                  <p:pic>
                    <p:nvPicPr>
                      <p:cNvPr id="0" name=""/>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615A935E-3A39-824A-B8D9-9AF82D894BEC}"/>
              </a:ext>
            </a:extLst>
          </p:cNvPr>
          <p:cNvSpPr/>
          <p:nvPr userDrawn="1"/>
        </p:nvSpPr>
        <p:spPr>
          <a:xfrm>
            <a:off x="0" y="0"/>
            <a:ext cx="9144000" cy="5143500"/>
          </a:xfrm>
          <a:prstGeom prst="rect">
            <a:avLst/>
          </a:prstGeom>
          <a:gradFill flip="none" rotWithShape="1">
            <a:gsLst>
              <a:gs pos="0">
                <a:schemeClr val="accent5"/>
              </a:gs>
              <a:gs pos="100000">
                <a:schemeClr val="accent6"/>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sp>
        <p:nvSpPr>
          <p:cNvPr id="3" name="Espace réservé du numéro de diapositive 2">
            <a:extLst>
              <a:ext uri="{FF2B5EF4-FFF2-40B4-BE49-F238E27FC236}">
                <a16:creationId xmlns:a16="http://schemas.microsoft.com/office/drawing/2014/main" id="{59D72776-70EB-994B-BCF4-2C7D92F9C061}"/>
              </a:ext>
            </a:extLst>
          </p:cNvPr>
          <p:cNvSpPr>
            <a:spLocks noGrp="1"/>
          </p:cNvSpPr>
          <p:nvPr>
            <p:ph type="sldNum" sz="quarter" idx="4"/>
          </p:nvPr>
        </p:nvSpPr>
        <p:spPr bwMode="gray">
          <a:xfrm>
            <a:off x="8748000" y="4752000"/>
            <a:ext cx="270000" cy="270000"/>
          </a:xfrm>
          <a:prstGeom prst="rect">
            <a:avLst/>
          </a:prstGeom>
        </p:spPr>
        <p:txBody>
          <a:bodyPr vert="horz" lIns="0" tIns="0" rIns="0" bIns="0" rtlCol="0" anchor="ctr"/>
          <a:lstStyle>
            <a:lvl1pPr algn="ctr">
              <a:defRPr sz="900" b="1" i="1">
                <a:solidFill>
                  <a:schemeClr val="bg1"/>
                </a:solidFill>
              </a:defRPr>
            </a:lvl1pPr>
          </a:lstStyle>
          <a:p>
            <a:fld id="{64E6CB2A-6D1D-0444-8D44-17C26EDF0780}" type="slidenum">
              <a:rPr lang="fr-FR" smtClean="0"/>
              <a:pPr/>
              <a:t>‹N°›</a:t>
            </a:fld>
            <a:endParaRPr lang="fr-FR"/>
          </a:p>
        </p:txBody>
      </p:sp>
      <p:sp>
        <p:nvSpPr>
          <p:cNvPr id="4" name="MSIPCMContentMarking" descr="{&quot;HashCode&quot;:442047029,&quot;Placement&quot;:&quot;Footer&quot;}">
            <a:extLst>
              <a:ext uri="{FF2B5EF4-FFF2-40B4-BE49-F238E27FC236}">
                <a16:creationId xmlns:a16="http://schemas.microsoft.com/office/drawing/2014/main" id="{DF658F37-0276-44FA-9465-7B30119FD0DC}"/>
              </a:ext>
            </a:extLst>
          </p:cNvPr>
          <p:cNvSpPr txBox="1"/>
          <p:nvPr userDrawn="1"/>
        </p:nvSpPr>
        <p:spPr>
          <a:xfrm>
            <a:off x="4317638" y="4987413"/>
            <a:ext cx="508724" cy="115416"/>
          </a:xfrm>
          <a:prstGeom prst="rect">
            <a:avLst/>
          </a:prstGeom>
          <a:noFill/>
        </p:spPr>
        <p:txBody>
          <a:bodyPr vert="horz" wrap="square" lIns="0" tIns="0" rIns="0" bIns="0" rtlCol="0" anchor="ctr" anchorCtr="1">
            <a:spAutoFit/>
          </a:bodyPr>
          <a:lstStyle/>
          <a:p>
            <a:pPr algn="ctr">
              <a:spcBef>
                <a:spcPts val="0"/>
              </a:spcBef>
              <a:spcAft>
                <a:spcPts val="0"/>
              </a:spcAft>
            </a:pPr>
            <a:r>
              <a:rPr lang="fr-FR" sz="75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871124575"/>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34840" name="Diapositive think-cell" r:id="rId71" imgW="270" imgH="270" progId="TCLayout.ActiveDocument.1">
                  <p:embed/>
                </p:oleObj>
              </mc:Choice>
              <mc:Fallback>
                <p:oleObj name="Diapositive think-cell" r:id="rId71" imgW="270" imgH="270" progId="TCLayout.ActiveDocument.1">
                  <p:embed/>
                  <p:pic>
                    <p:nvPicPr>
                      <p:cNvPr id="2" name="Object 1" hidden="1"/>
                      <p:cNvPicPr/>
                      <p:nvPr/>
                    </p:nvPicPr>
                    <p:blipFill>
                      <a:blip r:embed="rId72"/>
                      <a:stretch>
                        <a:fillRect/>
                      </a:stretch>
                    </p:blipFill>
                    <p:spPr>
                      <a:xfrm>
                        <a:off x="1192" y="1192"/>
                        <a:ext cx="1190" cy="1190"/>
                      </a:xfrm>
                      <a:prstGeom prst="rect">
                        <a:avLst/>
                      </a:prstGeom>
                    </p:spPr>
                  </p:pic>
                </p:oleObj>
              </mc:Fallback>
            </mc:AlternateContent>
          </a:graphicData>
        </a:graphic>
      </p:graphicFrame>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9" name="Title Placeholder 1"/>
          <p:cNvSpPr>
            <a:spLocks noGrp="1"/>
          </p:cNvSpPr>
          <p:nvPr>
            <p:ph type="title"/>
          </p:nvPr>
        </p:nvSpPr>
        <p:spPr>
          <a:xfrm>
            <a:off x="472501" y="467102"/>
            <a:ext cx="8200013" cy="2492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472501" y="1369219"/>
            <a:ext cx="8200013" cy="3263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6948572"/>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8" r:id="rId63"/>
    <p:sldLayoutId id="2147484125" r:id="rId64"/>
    <p:sldLayoutId id="2147484126" r:id="rId65"/>
    <p:sldLayoutId id="2147484127" r:id="rId66"/>
    <p:sldLayoutId id="2147484128"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783" rtl="0" eaLnBrk="1" latinLnBrk="0" hangingPunct="1">
        <a:lnSpc>
          <a:spcPct val="90000"/>
        </a:lnSpc>
        <a:spcBef>
          <a:spcPct val="0"/>
        </a:spcBef>
        <a:buNone/>
        <a:defRPr sz="1800" kern="1200">
          <a:solidFill>
            <a:schemeClr val="tx2"/>
          </a:solidFill>
          <a:latin typeface="+mj-lt"/>
          <a:ea typeface="+mj-ea"/>
          <a:cs typeface="+mj-cs"/>
          <a:sym typeface="Trebuchet MS" panose="020B0603020202020204" pitchFamily="34" charset="0"/>
        </a:defRPr>
      </a:lvl1pPr>
    </p:titleStyle>
    <p:bodyStyle>
      <a:lvl1pPr marL="0" indent="0" algn="l" defTabSz="685783" rtl="0" eaLnBrk="1" latinLnBrk="0" hangingPunct="1">
        <a:lnSpc>
          <a:spcPct val="110000"/>
        </a:lnSpc>
        <a:spcBef>
          <a:spcPts val="450"/>
        </a:spcBef>
        <a:spcAft>
          <a:spcPts val="225"/>
        </a:spcAft>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1pPr>
      <a:lvl2pPr marL="213295" indent="-129597" algn="l" defTabSz="685783" rtl="0" eaLnBrk="1" latinLnBrk="0" hangingPunct="1">
        <a:lnSpc>
          <a:spcPct val="90000"/>
        </a:lnSpc>
        <a:spcBef>
          <a:spcPts val="0"/>
        </a:spcBef>
        <a:spcAft>
          <a:spcPts val="225"/>
        </a:spcAft>
        <a:buClr>
          <a:schemeClr val="tx2"/>
        </a:buClr>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2pPr>
      <a:lvl3pPr marL="383390" indent="-124197" algn="l" defTabSz="685783" rtl="0" eaLnBrk="1" latinLnBrk="0" hangingPunct="1">
        <a:lnSpc>
          <a:spcPct val="90000"/>
        </a:lnSpc>
        <a:spcBef>
          <a:spcPts val="0"/>
        </a:spcBef>
        <a:spcAft>
          <a:spcPts val="225"/>
        </a:spcAft>
        <a:buClr>
          <a:schemeClr val="tx2"/>
        </a:buClr>
        <a:buFont typeface="Trebuchet MS" panose="020B0603020202020204" pitchFamily="34" charset="0"/>
        <a:buChar char="–"/>
        <a:defRPr lang="en-US" sz="900" kern="1200">
          <a:solidFill>
            <a:schemeClr val="tx1"/>
          </a:solidFill>
          <a:latin typeface="+mn-lt"/>
          <a:ea typeface="+mn-ea"/>
          <a:cs typeface="+mn-cs"/>
          <a:sym typeface="Trebuchet MS" panose="020B0603020202020204" pitchFamily="34" charset="0"/>
        </a:defRPr>
      </a:lvl3pPr>
      <a:lvl4pPr marL="0" indent="0" algn="l" defTabSz="685783" rtl="0" eaLnBrk="1" latinLnBrk="0" hangingPunct="1">
        <a:lnSpc>
          <a:spcPct val="110000"/>
        </a:lnSpc>
        <a:spcBef>
          <a:spcPts val="225"/>
        </a:spcBef>
        <a:spcAft>
          <a:spcPts val="225"/>
        </a:spcAft>
        <a:buClr>
          <a:schemeClr val="tx2"/>
        </a:buClr>
        <a:buFont typeface="Arial" panose="020B0604020202020204" pitchFamily="34" charset="0"/>
        <a:buChar char="​"/>
        <a:defRPr lang="en-US" sz="1200" kern="1200">
          <a:solidFill>
            <a:schemeClr val="tx2"/>
          </a:solidFill>
          <a:latin typeface="+mn-lt"/>
          <a:ea typeface="+mn-ea"/>
          <a:cs typeface="+mn-cs"/>
          <a:sym typeface="Trebuchet MS" panose="020B0603020202020204" pitchFamily="34" charset="0"/>
        </a:defRPr>
      </a:lvl4pPr>
      <a:lvl5pPr marL="0" indent="0" algn="l" defTabSz="685783" rtl="0" eaLnBrk="1" latinLnBrk="0" hangingPunct="1">
        <a:lnSpc>
          <a:spcPct val="100000"/>
        </a:lnSpc>
        <a:spcBef>
          <a:spcPts val="0"/>
        </a:spcBef>
        <a:spcAft>
          <a:spcPts val="225"/>
        </a:spcAft>
        <a:buClrTx/>
        <a:buFont typeface="Arial" panose="020B0604020202020204" pitchFamily="34" charset="0"/>
        <a:buChar char="​"/>
        <a:defRPr lang="en-US" sz="1200" b="1" kern="1200" smtClean="0">
          <a:solidFill>
            <a:schemeClr val="tx1"/>
          </a:solidFill>
          <a:latin typeface="+mn-lt"/>
          <a:ea typeface="+mn-ea"/>
          <a:cs typeface="+mn-cs"/>
          <a:sym typeface="Trebuchet MS" panose="020B0603020202020204" pitchFamily="34" charset="0"/>
        </a:defRPr>
      </a:lvl5pPr>
      <a:lvl6pPr marL="202401" indent="-114297" algn="l" defTabSz="685783"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783"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783" rtl="0" eaLnBrk="1" latinLnBrk="0" hangingPunct="1">
        <a:lnSpc>
          <a:spcPct val="90000"/>
        </a:lnSpc>
        <a:spcBef>
          <a:spcPts val="675"/>
        </a:spcBef>
        <a:spcAft>
          <a:spcPts val="0"/>
        </a:spcAft>
        <a:buFont typeface="Arial" panose="020B0604020202020204" pitchFamily="34" charset="0"/>
        <a:buChar char="​"/>
        <a:defRPr lang="en-US" sz="4050" kern="1200" baseline="0" smtClean="0">
          <a:solidFill>
            <a:schemeClr val="tx2"/>
          </a:solidFill>
          <a:latin typeface="+mn-lt"/>
          <a:ea typeface="+mn-ea"/>
          <a:cs typeface="+mn-cs"/>
          <a:sym typeface="Trebuchet MS" panose="020B0603020202020204" pitchFamily="34" charset="0"/>
        </a:defRPr>
      </a:lvl8pPr>
      <a:lvl9pPr marL="0" indent="0" algn="l" defTabSz="685783" rtl="0" eaLnBrk="1" latinLnBrk="0" hangingPunct="1">
        <a:lnSpc>
          <a:spcPct val="100000"/>
        </a:lnSpc>
        <a:spcBef>
          <a:spcPts val="0"/>
        </a:spcBef>
        <a:spcAft>
          <a:spcPts val="675"/>
        </a:spcAft>
        <a:buFont typeface="Arial" panose="020B0604020202020204" pitchFamily="34" charset="0"/>
        <a:buChar char="​"/>
        <a:defRPr lang="en-US" sz="18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7"/>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54292" name="Diapositive think-cell" r:id="rId68" imgW="270" imgH="270" progId="TCLayout.ActiveDocument.1">
                  <p:embed/>
                </p:oleObj>
              </mc:Choice>
              <mc:Fallback>
                <p:oleObj name="Diapositive think-cell" r:id="rId68" imgW="270" imgH="270" progId="TCLayout.ActiveDocument.1">
                  <p:embed/>
                  <p:pic>
                    <p:nvPicPr>
                      <p:cNvPr id="2" name="Object 1" hidden="1"/>
                      <p:cNvPicPr/>
                      <p:nvPr/>
                    </p:nvPicPr>
                    <p:blipFill>
                      <a:blip r:embed="rId69"/>
                      <a:stretch>
                        <a:fillRect/>
                      </a:stretch>
                    </p:blipFill>
                    <p:spPr>
                      <a:xfrm>
                        <a:off x="1192" y="1192"/>
                        <a:ext cx="1190" cy="1190"/>
                      </a:xfrm>
                      <a:prstGeom prst="rect">
                        <a:avLst/>
                      </a:prstGeom>
                    </p:spPr>
                  </p:pic>
                </p:oleObj>
              </mc:Fallback>
            </mc:AlternateContent>
          </a:graphicData>
        </a:graphic>
      </p:graphicFrame>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pPr defTabSz="685800">
              <a:buClrTx/>
            </a:pPr>
            <a:endParaRPr lang="en-US" kern="1200" dirty="0">
              <a:solidFill>
                <a:prstClr val="white">
                  <a:lumMod val="50000"/>
                </a:prstClr>
              </a:solidFill>
              <a:ea typeface="+mn-ea"/>
              <a:cs typeface="+mn-cs"/>
            </a:endParaRPr>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lvl="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50" b="0" i="0" u="none" strike="noStrike" kern="1200" cap="none" spc="0" normalizeH="0" baseline="0" noProof="0" smtClean="0">
                <a:ln>
                  <a:noFill/>
                </a:ln>
                <a:solidFill>
                  <a:prstClr val="white">
                    <a:lumMod val="50000"/>
                  </a:prstClr>
                </a:solidFill>
                <a:effectLst/>
                <a:uLnTx/>
                <a:uFillTx/>
                <a:latin typeface="Trebuchet MS"/>
                <a:ea typeface="+mn-ea"/>
                <a:cs typeface="+mn-cs"/>
                <a:sym typeface="Trebuchet MS" panose="020B0603020202020204" pitchFamily="34" charset="0"/>
              </a:rPr>
              <a:pPr marL="0" marR="0" lvl="0" indent="0" algn="r" defTabSz="685783" rtl="0" eaLnBrk="1" fontAlgn="auto" latinLnBrk="0" hangingPunct="1">
                <a:lnSpc>
                  <a:spcPct val="100000"/>
                </a:lnSpc>
                <a:spcBef>
                  <a:spcPts val="0"/>
                </a:spcBef>
                <a:spcAft>
                  <a:spcPts val="0"/>
                </a:spcAft>
                <a:buClrTx/>
                <a:buSzTx/>
                <a:buFontTx/>
                <a:buNone/>
                <a:tabLst/>
                <a:defRPr/>
              </a:pPr>
              <a:t>‹N°›</a:t>
            </a:fld>
            <a:endParaRPr kumimoji="0" lang="en-US" sz="750" b="0" i="0" u="none" strike="noStrike" kern="1200" cap="none" spc="0" normalizeH="0" baseline="0" noProof="0" dirty="0">
              <a:ln>
                <a:noFill/>
              </a:ln>
              <a:solidFill>
                <a:prstClr val="white">
                  <a:lumMod val="50000"/>
                </a:prstClr>
              </a:solidFill>
              <a:effectLst/>
              <a:uLnTx/>
              <a:uFillTx/>
              <a:latin typeface="Trebuchet MS"/>
              <a:ea typeface="+mn-ea"/>
              <a:cs typeface="+mn-cs"/>
              <a:sym typeface="Trebuchet MS" panose="020B0603020202020204" pitchFamily="34" charset="0"/>
            </a:endParaRPr>
          </a:p>
        </p:txBody>
      </p:sp>
      <p:sp>
        <p:nvSpPr>
          <p:cNvPr id="9" name="Title Placeholder 1"/>
          <p:cNvSpPr>
            <a:spLocks noGrp="1"/>
          </p:cNvSpPr>
          <p:nvPr>
            <p:ph type="title"/>
          </p:nvPr>
        </p:nvSpPr>
        <p:spPr>
          <a:xfrm>
            <a:off x="472501" y="467102"/>
            <a:ext cx="8200013" cy="2492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472501" y="1369219"/>
            <a:ext cx="8200013" cy="3263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7956106"/>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 id="2147483823" r:id="rId24"/>
    <p:sldLayoutId id="2147483824" r:id="rId25"/>
    <p:sldLayoutId id="2147483825" r:id="rId26"/>
    <p:sldLayoutId id="2147483826" r:id="rId27"/>
    <p:sldLayoutId id="2147483827" r:id="rId28"/>
    <p:sldLayoutId id="2147483828" r:id="rId29"/>
    <p:sldLayoutId id="2147483829" r:id="rId30"/>
    <p:sldLayoutId id="2147483830" r:id="rId31"/>
    <p:sldLayoutId id="2147483831" r:id="rId32"/>
    <p:sldLayoutId id="2147483832" r:id="rId33"/>
    <p:sldLayoutId id="2147483833" r:id="rId34"/>
    <p:sldLayoutId id="2147483834" r:id="rId35"/>
    <p:sldLayoutId id="2147483835" r:id="rId36"/>
    <p:sldLayoutId id="2147483836" r:id="rId37"/>
    <p:sldLayoutId id="2147483837" r:id="rId38"/>
    <p:sldLayoutId id="2147483838" r:id="rId39"/>
    <p:sldLayoutId id="2147483839" r:id="rId40"/>
    <p:sldLayoutId id="2147483840" r:id="rId41"/>
    <p:sldLayoutId id="2147483841" r:id="rId42"/>
    <p:sldLayoutId id="2147483842" r:id="rId43"/>
    <p:sldLayoutId id="2147483843" r:id="rId44"/>
    <p:sldLayoutId id="2147483844" r:id="rId45"/>
    <p:sldLayoutId id="2147483845" r:id="rId46"/>
    <p:sldLayoutId id="2147483846" r:id="rId47"/>
    <p:sldLayoutId id="2147483847" r:id="rId48"/>
    <p:sldLayoutId id="2147483848" r:id="rId49"/>
    <p:sldLayoutId id="2147483849" r:id="rId50"/>
    <p:sldLayoutId id="2147483850" r:id="rId51"/>
    <p:sldLayoutId id="2147483851" r:id="rId52"/>
    <p:sldLayoutId id="2147483852" r:id="rId53"/>
    <p:sldLayoutId id="2147483853" r:id="rId54"/>
    <p:sldLayoutId id="2147483854" r:id="rId55"/>
    <p:sldLayoutId id="2147483855" r:id="rId56"/>
    <p:sldLayoutId id="2147483856" r:id="rId57"/>
    <p:sldLayoutId id="2147483857" r:id="rId58"/>
    <p:sldLayoutId id="2147483858" r:id="rId59"/>
    <p:sldLayoutId id="2147483859" r:id="rId60"/>
    <p:sldLayoutId id="2147483860" r:id="rId61"/>
    <p:sldLayoutId id="2147483861" r:id="rId62"/>
    <p:sldLayoutId id="2147483862" r:id="rId63"/>
    <p:sldLayoutId id="2147483863" r:id="rId6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783" rtl="0" eaLnBrk="1" latinLnBrk="0" hangingPunct="1">
        <a:lnSpc>
          <a:spcPct val="90000"/>
        </a:lnSpc>
        <a:spcBef>
          <a:spcPct val="0"/>
        </a:spcBef>
        <a:buNone/>
        <a:defRPr sz="1800" kern="1200">
          <a:solidFill>
            <a:schemeClr val="tx2"/>
          </a:solidFill>
          <a:latin typeface="+mj-lt"/>
          <a:ea typeface="+mj-ea"/>
          <a:cs typeface="+mj-cs"/>
          <a:sym typeface="Trebuchet MS" panose="020B0603020202020204" pitchFamily="34" charset="0"/>
        </a:defRPr>
      </a:lvl1pPr>
    </p:titleStyle>
    <p:bodyStyle>
      <a:lvl1pPr marL="0" indent="0" algn="l" defTabSz="685783" rtl="0" eaLnBrk="1" latinLnBrk="0" hangingPunct="1">
        <a:lnSpc>
          <a:spcPct val="110000"/>
        </a:lnSpc>
        <a:spcBef>
          <a:spcPts val="450"/>
        </a:spcBef>
        <a:spcAft>
          <a:spcPts val="225"/>
        </a:spcAft>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1pPr>
      <a:lvl2pPr marL="213295" indent="-129597" algn="l" defTabSz="685783" rtl="0" eaLnBrk="1" latinLnBrk="0" hangingPunct="1">
        <a:lnSpc>
          <a:spcPct val="90000"/>
        </a:lnSpc>
        <a:spcBef>
          <a:spcPts val="0"/>
        </a:spcBef>
        <a:spcAft>
          <a:spcPts val="225"/>
        </a:spcAft>
        <a:buClr>
          <a:schemeClr val="tx2"/>
        </a:buClr>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2pPr>
      <a:lvl3pPr marL="383390" indent="-124197" algn="l" defTabSz="685783" rtl="0" eaLnBrk="1" latinLnBrk="0" hangingPunct="1">
        <a:lnSpc>
          <a:spcPct val="90000"/>
        </a:lnSpc>
        <a:spcBef>
          <a:spcPts val="0"/>
        </a:spcBef>
        <a:spcAft>
          <a:spcPts val="225"/>
        </a:spcAft>
        <a:buClr>
          <a:schemeClr val="tx2"/>
        </a:buClr>
        <a:buFont typeface="Trebuchet MS" panose="020B0603020202020204" pitchFamily="34" charset="0"/>
        <a:buChar char="–"/>
        <a:defRPr lang="en-US" sz="900" kern="1200">
          <a:solidFill>
            <a:schemeClr val="tx1"/>
          </a:solidFill>
          <a:latin typeface="+mn-lt"/>
          <a:ea typeface="+mn-ea"/>
          <a:cs typeface="+mn-cs"/>
          <a:sym typeface="Trebuchet MS" panose="020B0603020202020204" pitchFamily="34" charset="0"/>
        </a:defRPr>
      </a:lvl3pPr>
      <a:lvl4pPr marL="0" indent="0" algn="l" defTabSz="685783" rtl="0" eaLnBrk="1" latinLnBrk="0" hangingPunct="1">
        <a:lnSpc>
          <a:spcPct val="110000"/>
        </a:lnSpc>
        <a:spcBef>
          <a:spcPts val="225"/>
        </a:spcBef>
        <a:spcAft>
          <a:spcPts val="225"/>
        </a:spcAft>
        <a:buClr>
          <a:schemeClr val="tx2"/>
        </a:buClr>
        <a:buFont typeface="Arial" panose="020B0604020202020204" pitchFamily="34" charset="0"/>
        <a:buChar char="​"/>
        <a:defRPr lang="en-US" sz="1200" kern="1200">
          <a:solidFill>
            <a:schemeClr val="tx2"/>
          </a:solidFill>
          <a:latin typeface="+mn-lt"/>
          <a:ea typeface="+mn-ea"/>
          <a:cs typeface="+mn-cs"/>
          <a:sym typeface="Trebuchet MS" panose="020B0603020202020204" pitchFamily="34" charset="0"/>
        </a:defRPr>
      </a:lvl4pPr>
      <a:lvl5pPr marL="0" indent="0" algn="l" defTabSz="685783" rtl="0" eaLnBrk="1" latinLnBrk="0" hangingPunct="1">
        <a:lnSpc>
          <a:spcPct val="100000"/>
        </a:lnSpc>
        <a:spcBef>
          <a:spcPts val="0"/>
        </a:spcBef>
        <a:spcAft>
          <a:spcPts val="225"/>
        </a:spcAft>
        <a:buClrTx/>
        <a:buFont typeface="Arial" panose="020B0604020202020204" pitchFamily="34" charset="0"/>
        <a:buChar char="​"/>
        <a:defRPr lang="en-US" sz="1200" b="1" kern="1200" smtClean="0">
          <a:solidFill>
            <a:schemeClr val="tx1"/>
          </a:solidFill>
          <a:latin typeface="+mn-lt"/>
          <a:ea typeface="+mn-ea"/>
          <a:cs typeface="+mn-cs"/>
          <a:sym typeface="Trebuchet MS" panose="020B0603020202020204" pitchFamily="34" charset="0"/>
        </a:defRPr>
      </a:lvl5pPr>
      <a:lvl6pPr marL="202401" indent="-114297" algn="l" defTabSz="685783"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783"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783" rtl="0" eaLnBrk="1" latinLnBrk="0" hangingPunct="1">
        <a:lnSpc>
          <a:spcPct val="90000"/>
        </a:lnSpc>
        <a:spcBef>
          <a:spcPts val="675"/>
        </a:spcBef>
        <a:spcAft>
          <a:spcPts val="0"/>
        </a:spcAft>
        <a:buFont typeface="Arial" panose="020B0604020202020204" pitchFamily="34" charset="0"/>
        <a:buChar char="​"/>
        <a:defRPr lang="en-US" sz="4050" kern="1200" baseline="0" smtClean="0">
          <a:solidFill>
            <a:schemeClr val="tx2"/>
          </a:solidFill>
          <a:latin typeface="+mn-lt"/>
          <a:ea typeface="+mn-ea"/>
          <a:cs typeface="+mn-cs"/>
          <a:sym typeface="Trebuchet MS" panose="020B0603020202020204" pitchFamily="34" charset="0"/>
        </a:defRPr>
      </a:lvl8pPr>
      <a:lvl9pPr marL="0" indent="0" algn="l" defTabSz="685783" rtl="0" eaLnBrk="1" latinLnBrk="0" hangingPunct="1">
        <a:lnSpc>
          <a:spcPct val="100000"/>
        </a:lnSpc>
        <a:spcBef>
          <a:spcPts val="0"/>
        </a:spcBef>
        <a:spcAft>
          <a:spcPts val="675"/>
        </a:spcAft>
        <a:buFont typeface="Arial" panose="020B0604020202020204" pitchFamily="34" charset="0"/>
        <a:buChar char="​"/>
        <a:defRPr lang="en-US" sz="18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7"/>
            </p:custDataLst>
            <p:extLst>
              <p:ext uri="{D42A27DB-BD31-4B8C-83A1-F6EECF244321}">
                <p14:modId xmlns:p14="http://schemas.microsoft.com/office/powerpoint/2010/main" val="849850006"/>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72724" name="Diapositive think-cell" r:id="rId68" imgW="270" imgH="270" progId="TCLayout.ActiveDocument.1">
                  <p:embed/>
                </p:oleObj>
              </mc:Choice>
              <mc:Fallback>
                <p:oleObj name="Diapositive think-cell" r:id="rId68" imgW="270" imgH="270" progId="TCLayout.ActiveDocument.1">
                  <p:embed/>
                  <p:pic>
                    <p:nvPicPr>
                      <p:cNvPr id="2" name="Object 1" hidden="1"/>
                      <p:cNvPicPr/>
                      <p:nvPr/>
                    </p:nvPicPr>
                    <p:blipFill>
                      <a:blip r:embed="rId69"/>
                      <a:stretch>
                        <a:fillRect/>
                      </a:stretch>
                    </p:blipFill>
                    <p:spPr>
                      <a:xfrm>
                        <a:off x="1192" y="1192"/>
                        <a:ext cx="1190" cy="1190"/>
                      </a:xfrm>
                      <a:prstGeom prst="rect">
                        <a:avLst/>
                      </a:prstGeom>
                    </p:spPr>
                  </p:pic>
                </p:oleObj>
              </mc:Fallback>
            </mc:AlternateContent>
          </a:graphicData>
        </a:graphic>
      </p:graphicFrame>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472501" y="467102"/>
            <a:ext cx="8200013" cy="2492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472501" y="1369219"/>
            <a:ext cx="8200013" cy="3263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49177869"/>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942" r:id="rId12"/>
    <p:sldLayoutId id="2147483943" r:id="rId13"/>
    <p:sldLayoutId id="2147483944" r:id="rId14"/>
    <p:sldLayoutId id="2147483945" r:id="rId15"/>
    <p:sldLayoutId id="2147483946" r:id="rId16"/>
    <p:sldLayoutId id="2147483947" r:id="rId17"/>
    <p:sldLayoutId id="2147483948" r:id="rId18"/>
    <p:sldLayoutId id="2147483949" r:id="rId19"/>
    <p:sldLayoutId id="2147483950" r:id="rId20"/>
    <p:sldLayoutId id="2147483951" r:id="rId21"/>
    <p:sldLayoutId id="2147483952" r:id="rId22"/>
    <p:sldLayoutId id="2147483953" r:id="rId23"/>
    <p:sldLayoutId id="2147483954" r:id="rId24"/>
    <p:sldLayoutId id="2147483955" r:id="rId25"/>
    <p:sldLayoutId id="2147483956" r:id="rId26"/>
    <p:sldLayoutId id="2147483957" r:id="rId27"/>
    <p:sldLayoutId id="2147483958" r:id="rId28"/>
    <p:sldLayoutId id="2147483959" r:id="rId29"/>
    <p:sldLayoutId id="2147483960" r:id="rId30"/>
    <p:sldLayoutId id="2147483961" r:id="rId31"/>
    <p:sldLayoutId id="2147483962" r:id="rId32"/>
    <p:sldLayoutId id="2147483963" r:id="rId33"/>
    <p:sldLayoutId id="2147483964" r:id="rId34"/>
    <p:sldLayoutId id="2147483965" r:id="rId35"/>
    <p:sldLayoutId id="2147483966" r:id="rId36"/>
    <p:sldLayoutId id="2147483967" r:id="rId37"/>
    <p:sldLayoutId id="2147483968" r:id="rId38"/>
    <p:sldLayoutId id="2147483969" r:id="rId39"/>
    <p:sldLayoutId id="2147483970" r:id="rId40"/>
    <p:sldLayoutId id="2147483971" r:id="rId41"/>
    <p:sldLayoutId id="2147483972" r:id="rId42"/>
    <p:sldLayoutId id="2147483973" r:id="rId43"/>
    <p:sldLayoutId id="2147483974" r:id="rId44"/>
    <p:sldLayoutId id="2147483975" r:id="rId45"/>
    <p:sldLayoutId id="2147483976" r:id="rId46"/>
    <p:sldLayoutId id="2147483977" r:id="rId47"/>
    <p:sldLayoutId id="2147483978" r:id="rId48"/>
    <p:sldLayoutId id="2147483979" r:id="rId49"/>
    <p:sldLayoutId id="2147483980" r:id="rId50"/>
    <p:sldLayoutId id="2147483981" r:id="rId51"/>
    <p:sldLayoutId id="2147483982" r:id="rId52"/>
    <p:sldLayoutId id="2147483983" r:id="rId53"/>
    <p:sldLayoutId id="2147483984" r:id="rId54"/>
    <p:sldLayoutId id="2147483985" r:id="rId55"/>
    <p:sldLayoutId id="2147483986" r:id="rId56"/>
    <p:sldLayoutId id="2147483987" r:id="rId57"/>
    <p:sldLayoutId id="2147483988" r:id="rId58"/>
    <p:sldLayoutId id="2147483989" r:id="rId59"/>
    <p:sldLayoutId id="2147483990" r:id="rId60"/>
    <p:sldLayoutId id="2147483991" r:id="rId61"/>
    <p:sldLayoutId id="2147483992" r:id="rId62"/>
    <p:sldLayoutId id="2147483993" r:id="rId63"/>
    <p:sldLayoutId id="2147483994" r:id="rId6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783" rtl="0" eaLnBrk="1" latinLnBrk="0" hangingPunct="1">
        <a:lnSpc>
          <a:spcPct val="90000"/>
        </a:lnSpc>
        <a:spcBef>
          <a:spcPct val="0"/>
        </a:spcBef>
        <a:buNone/>
        <a:defRPr sz="1800" kern="1200">
          <a:solidFill>
            <a:schemeClr val="tx2"/>
          </a:solidFill>
          <a:latin typeface="+mj-lt"/>
          <a:ea typeface="+mj-ea"/>
          <a:cs typeface="+mj-cs"/>
          <a:sym typeface="Trebuchet MS" panose="020B0603020202020204" pitchFamily="34" charset="0"/>
        </a:defRPr>
      </a:lvl1pPr>
    </p:titleStyle>
    <p:bodyStyle>
      <a:lvl1pPr marL="0" indent="0" algn="l" defTabSz="685783" rtl="0" eaLnBrk="1" latinLnBrk="0" hangingPunct="1">
        <a:lnSpc>
          <a:spcPct val="110000"/>
        </a:lnSpc>
        <a:spcBef>
          <a:spcPts val="450"/>
        </a:spcBef>
        <a:spcAft>
          <a:spcPts val="225"/>
        </a:spcAft>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1pPr>
      <a:lvl2pPr marL="213295" indent="-129597" algn="l" defTabSz="685783" rtl="0" eaLnBrk="1" latinLnBrk="0" hangingPunct="1">
        <a:lnSpc>
          <a:spcPct val="90000"/>
        </a:lnSpc>
        <a:spcBef>
          <a:spcPts val="0"/>
        </a:spcBef>
        <a:spcAft>
          <a:spcPts val="225"/>
        </a:spcAft>
        <a:buClr>
          <a:schemeClr val="tx2"/>
        </a:buClr>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2pPr>
      <a:lvl3pPr marL="383390" indent="-124197" algn="l" defTabSz="685783" rtl="0" eaLnBrk="1" latinLnBrk="0" hangingPunct="1">
        <a:lnSpc>
          <a:spcPct val="90000"/>
        </a:lnSpc>
        <a:spcBef>
          <a:spcPts val="0"/>
        </a:spcBef>
        <a:spcAft>
          <a:spcPts val="225"/>
        </a:spcAft>
        <a:buClr>
          <a:schemeClr val="tx2"/>
        </a:buClr>
        <a:buFont typeface="Trebuchet MS" panose="020B0603020202020204" pitchFamily="34" charset="0"/>
        <a:buChar char="–"/>
        <a:defRPr lang="en-US" sz="900" kern="1200">
          <a:solidFill>
            <a:schemeClr val="tx1"/>
          </a:solidFill>
          <a:latin typeface="+mn-lt"/>
          <a:ea typeface="+mn-ea"/>
          <a:cs typeface="+mn-cs"/>
          <a:sym typeface="Trebuchet MS" panose="020B0603020202020204" pitchFamily="34" charset="0"/>
        </a:defRPr>
      </a:lvl3pPr>
      <a:lvl4pPr marL="0" indent="0" algn="l" defTabSz="685783" rtl="0" eaLnBrk="1" latinLnBrk="0" hangingPunct="1">
        <a:lnSpc>
          <a:spcPct val="110000"/>
        </a:lnSpc>
        <a:spcBef>
          <a:spcPts val="225"/>
        </a:spcBef>
        <a:spcAft>
          <a:spcPts val="225"/>
        </a:spcAft>
        <a:buClr>
          <a:schemeClr val="tx2"/>
        </a:buClr>
        <a:buFont typeface="Arial" panose="020B0604020202020204" pitchFamily="34" charset="0"/>
        <a:buChar char="​"/>
        <a:defRPr lang="en-US" sz="1200" kern="1200">
          <a:solidFill>
            <a:schemeClr val="tx2"/>
          </a:solidFill>
          <a:latin typeface="+mn-lt"/>
          <a:ea typeface="+mn-ea"/>
          <a:cs typeface="+mn-cs"/>
          <a:sym typeface="Trebuchet MS" panose="020B0603020202020204" pitchFamily="34" charset="0"/>
        </a:defRPr>
      </a:lvl4pPr>
      <a:lvl5pPr marL="0" indent="0" algn="l" defTabSz="685783" rtl="0" eaLnBrk="1" latinLnBrk="0" hangingPunct="1">
        <a:lnSpc>
          <a:spcPct val="100000"/>
        </a:lnSpc>
        <a:spcBef>
          <a:spcPts val="0"/>
        </a:spcBef>
        <a:spcAft>
          <a:spcPts val="225"/>
        </a:spcAft>
        <a:buClrTx/>
        <a:buFont typeface="Arial" panose="020B0604020202020204" pitchFamily="34" charset="0"/>
        <a:buChar char="​"/>
        <a:defRPr lang="en-US" sz="1200" b="1" kern="1200" smtClean="0">
          <a:solidFill>
            <a:schemeClr val="tx1"/>
          </a:solidFill>
          <a:latin typeface="+mn-lt"/>
          <a:ea typeface="+mn-ea"/>
          <a:cs typeface="+mn-cs"/>
          <a:sym typeface="Trebuchet MS" panose="020B0603020202020204" pitchFamily="34" charset="0"/>
        </a:defRPr>
      </a:lvl5pPr>
      <a:lvl6pPr marL="202401" indent="-114297" algn="l" defTabSz="685783"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783"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783" rtl="0" eaLnBrk="1" latinLnBrk="0" hangingPunct="1">
        <a:lnSpc>
          <a:spcPct val="90000"/>
        </a:lnSpc>
        <a:spcBef>
          <a:spcPts val="675"/>
        </a:spcBef>
        <a:spcAft>
          <a:spcPts val="0"/>
        </a:spcAft>
        <a:buFont typeface="Arial" panose="020B0604020202020204" pitchFamily="34" charset="0"/>
        <a:buChar char="​"/>
        <a:defRPr lang="en-US" sz="4050" kern="1200" baseline="0" smtClean="0">
          <a:solidFill>
            <a:schemeClr val="tx2"/>
          </a:solidFill>
          <a:latin typeface="+mn-lt"/>
          <a:ea typeface="+mn-ea"/>
          <a:cs typeface="+mn-cs"/>
          <a:sym typeface="Trebuchet MS" panose="020B0603020202020204" pitchFamily="34" charset="0"/>
        </a:defRPr>
      </a:lvl8pPr>
      <a:lvl9pPr marL="0" indent="0" algn="l" defTabSz="685783" rtl="0" eaLnBrk="1" latinLnBrk="0" hangingPunct="1">
        <a:lnSpc>
          <a:spcPct val="100000"/>
        </a:lnSpc>
        <a:spcBef>
          <a:spcPts val="0"/>
        </a:spcBef>
        <a:spcAft>
          <a:spcPts val="675"/>
        </a:spcAft>
        <a:buFont typeface="Arial" panose="020B0604020202020204" pitchFamily="34" charset="0"/>
        <a:buChar char="​"/>
        <a:defRPr lang="en-US" sz="18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6"/>
            </p:custDataLst>
            <p:extLst>
              <p:ext uri="{D42A27DB-BD31-4B8C-83A1-F6EECF244321}">
                <p14:modId xmlns:p14="http://schemas.microsoft.com/office/powerpoint/2010/main" val="2428690502"/>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91156" name="Diapositive think-cell" r:id="rId67" imgW="270" imgH="270" progId="TCLayout.ActiveDocument.1">
                  <p:embed/>
                </p:oleObj>
              </mc:Choice>
              <mc:Fallback>
                <p:oleObj name="Diapositive think-cell" r:id="rId67" imgW="270" imgH="270" progId="TCLayout.ActiveDocument.1">
                  <p:embed/>
                  <p:pic>
                    <p:nvPicPr>
                      <p:cNvPr id="2" name="Object 1" hidden="1"/>
                      <p:cNvPicPr/>
                      <p:nvPr/>
                    </p:nvPicPr>
                    <p:blipFill>
                      <a:blip r:embed="rId68"/>
                      <a:stretch>
                        <a:fillRect/>
                      </a:stretch>
                    </p:blipFill>
                    <p:spPr>
                      <a:xfrm>
                        <a:off x="1192" y="1192"/>
                        <a:ext cx="1190" cy="1190"/>
                      </a:xfrm>
                      <a:prstGeom prst="rect">
                        <a:avLst/>
                      </a:prstGeom>
                    </p:spPr>
                  </p:pic>
                </p:oleObj>
              </mc:Fallback>
            </mc:AlternateContent>
          </a:graphicData>
        </a:graphic>
      </p:graphicFrame>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472501" y="467102"/>
            <a:ext cx="8200013" cy="2492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472501" y="1369219"/>
            <a:ext cx="8200013" cy="3263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74670559"/>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 id="2147484009" r:id="rId14"/>
    <p:sldLayoutId id="2147484010" r:id="rId15"/>
    <p:sldLayoutId id="2147484011" r:id="rId16"/>
    <p:sldLayoutId id="2147484012" r:id="rId17"/>
    <p:sldLayoutId id="2147484013" r:id="rId18"/>
    <p:sldLayoutId id="2147484014" r:id="rId19"/>
    <p:sldLayoutId id="2147484015" r:id="rId20"/>
    <p:sldLayoutId id="2147484016" r:id="rId21"/>
    <p:sldLayoutId id="2147484017" r:id="rId22"/>
    <p:sldLayoutId id="2147484018" r:id="rId23"/>
    <p:sldLayoutId id="2147484019" r:id="rId24"/>
    <p:sldLayoutId id="2147484020" r:id="rId25"/>
    <p:sldLayoutId id="2147484021" r:id="rId26"/>
    <p:sldLayoutId id="2147484022" r:id="rId27"/>
    <p:sldLayoutId id="2147484023" r:id="rId28"/>
    <p:sldLayoutId id="2147484024" r:id="rId29"/>
    <p:sldLayoutId id="2147484025" r:id="rId30"/>
    <p:sldLayoutId id="2147484026" r:id="rId31"/>
    <p:sldLayoutId id="2147484027" r:id="rId32"/>
    <p:sldLayoutId id="2147484028" r:id="rId33"/>
    <p:sldLayoutId id="2147484029" r:id="rId34"/>
    <p:sldLayoutId id="2147484030" r:id="rId35"/>
    <p:sldLayoutId id="2147484031" r:id="rId36"/>
    <p:sldLayoutId id="2147484032" r:id="rId37"/>
    <p:sldLayoutId id="2147484033" r:id="rId38"/>
    <p:sldLayoutId id="2147484034" r:id="rId39"/>
    <p:sldLayoutId id="2147484035" r:id="rId40"/>
    <p:sldLayoutId id="2147484036" r:id="rId41"/>
    <p:sldLayoutId id="2147484037" r:id="rId42"/>
    <p:sldLayoutId id="2147484038" r:id="rId43"/>
    <p:sldLayoutId id="2147484039" r:id="rId44"/>
    <p:sldLayoutId id="2147484040" r:id="rId45"/>
    <p:sldLayoutId id="2147484041" r:id="rId46"/>
    <p:sldLayoutId id="2147484042" r:id="rId47"/>
    <p:sldLayoutId id="2147484043" r:id="rId48"/>
    <p:sldLayoutId id="2147484044" r:id="rId49"/>
    <p:sldLayoutId id="2147484045" r:id="rId50"/>
    <p:sldLayoutId id="2147484046" r:id="rId51"/>
    <p:sldLayoutId id="2147484047" r:id="rId52"/>
    <p:sldLayoutId id="2147484048" r:id="rId53"/>
    <p:sldLayoutId id="2147484049" r:id="rId54"/>
    <p:sldLayoutId id="2147484050" r:id="rId55"/>
    <p:sldLayoutId id="2147484051" r:id="rId56"/>
    <p:sldLayoutId id="2147484052" r:id="rId57"/>
    <p:sldLayoutId id="2147484053" r:id="rId58"/>
    <p:sldLayoutId id="2147484054" r:id="rId59"/>
    <p:sldLayoutId id="2147484055" r:id="rId60"/>
    <p:sldLayoutId id="2147484056" r:id="rId61"/>
    <p:sldLayoutId id="2147484057" r:id="rId62"/>
    <p:sldLayoutId id="2147484060" r:id="rId6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783" rtl="0" eaLnBrk="1" latinLnBrk="0" hangingPunct="1">
        <a:lnSpc>
          <a:spcPct val="90000"/>
        </a:lnSpc>
        <a:spcBef>
          <a:spcPct val="0"/>
        </a:spcBef>
        <a:buNone/>
        <a:defRPr sz="1800" kern="1200">
          <a:solidFill>
            <a:schemeClr val="tx2"/>
          </a:solidFill>
          <a:latin typeface="+mj-lt"/>
          <a:ea typeface="+mj-ea"/>
          <a:cs typeface="+mj-cs"/>
          <a:sym typeface="Trebuchet MS" panose="020B0603020202020204" pitchFamily="34" charset="0"/>
        </a:defRPr>
      </a:lvl1pPr>
    </p:titleStyle>
    <p:bodyStyle>
      <a:lvl1pPr marL="0" indent="0" algn="l" defTabSz="685783" rtl="0" eaLnBrk="1" latinLnBrk="0" hangingPunct="1">
        <a:lnSpc>
          <a:spcPct val="110000"/>
        </a:lnSpc>
        <a:spcBef>
          <a:spcPts val="450"/>
        </a:spcBef>
        <a:spcAft>
          <a:spcPts val="225"/>
        </a:spcAft>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1pPr>
      <a:lvl2pPr marL="213295" indent="-129597" algn="l" defTabSz="685783" rtl="0" eaLnBrk="1" latinLnBrk="0" hangingPunct="1">
        <a:lnSpc>
          <a:spcPct val="90000"/>
        </a:lnSpc>
        <a:spcBef>
          <a:spcPts val="0"/>
        </a:spcBef>
        <a:spcAft>
          <a:spcPts val="225"/>
        </a:spcAft>
        <a:buClr>
          <a:schemeClr val="tx2"/>
        </a:buClr>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2pPr>
      <a:lvl3pPr marL="383390" indent="-124197" algn="l" defTabSz="685783" rtl="0" eaLnBrk="1" latinLnBrk="0" hangingPunct="1">
        <a:lnSpc>
          <a:spcPct val="90000"/>
        </a:lnSpc>
        <a:spcBef>
          <a:spcPts val="0"/>
        </a:spcBef>
        <a:spcAft>
          <a:spcPts val="225"/>
        </a:spcAft>
        <a:buClr>
          <a:schemeClr val="tx2"/>
        </a:buClr>
        <a:buFont typeface="Trebuchet MS" panose="020B0603020202020204" pitchFamily="34" charset="0"/>
        <a:buChar char="–"/>
        <a:defRPr lang="en-US" sz="900" kern="1200">
          <a:solidFill>
            <a:schemeClr val="tx1"/>
          </a:solidFill>
          <a:latin typeface="+mn-lt"/>
          <a:ea typeface="+mn-ea"/>
          <a:cs typeface="+mn-cs"/>
          <a:sym typeface="Trebuchet MS" panose="020B0603020202020204" pitchFamily="34" charset="0"/>
        </a:defRPr>
      </a:lvl3pPr>
      <a:lvl4pPr marL="0" indent="0" algn="l" defTabSz="685783" rtl="0" eaLnBrk="1" latinLnBrk="0" hangingPunct="1">
        <a:lnSpc>
          <a:spcPct val="110000"/>
        </a:lnSpc>
        <a:spcBef>
          <a:spcPts val="225"/>
        </a:spcBef>
        <a:spcAft>
          <a:spcPts val="225"/>
        </a:spcAft>
        <a:buClr>
          <a:schemeClr val="tx2"/>
        </a:buClr>
        <a:buFont typeface="Arial" panose="020B0604020202020204" pitchFamily="34" charset="0"/>
        <a:buChar char="​"/>
        <a:defRPr lang="en-US" sz="1200" kern="1200">
          <a:solidFill>
            <a:schemeClr val="tx2"/>
          </a:solidFill>
          <a:latin typeface="+mn-lt"/>
          <a:ea typeface="+mn-ea"/>
          <a:cs typeface="+mn-cs"/>
          <a:sym typeface="Trebuchet MS" panose="020B0603020202020204" pitchFamily="34" charset="0"/>
        </a:defRPr>
      </a:lvl4pPr>
      <a:lvl5pPr marL="0" indent="0" algn="l" defTabSz="685783" rtl="0" eaLnBrk="1" latinLnBrk="0" hangingPunct="1">
        <a:lnSpc>
          <a:spcPct val="100000"/>
        </a:lnSpc>
        <a:spcBef>
          <a:spcPts val="0"/>
        </a:spcBef>
        <a:spcAft>
          <a:spcPts val="225"/>
        </a:spcAft>
        <a:buClrTx/>
        <a:buFont typeface="Arial" panose="020B0604020202020204" pitchFamily="34" charset="0"/>
        <a:buChar char="​"/>
        <a:defRPr lang="en-US" sz="1200" b="1" kern="1200" smtClean="0">
          <a:solidFill>
            <a:schemeClr val="tx1"/>
          </a:solidFill>
          <a:latin typeface="+mn-lt"/>
          <a:ea typeface="+mn-ea"/>
          <a:cs typeface="+mn-cs"/>
          <a:sym typeface="Trebuchet MS" panose="020B0603020202020204" pitchFamily="34" charset="0"/>
        </a:defRPr>
      </a:lvl5pPr>
      <a:lvl6pPr marL="202401" indent="-114297" algn="l" defTabSz="685783"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783"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783" rtl="0" eaLnBrk="1" latinLnBrk="0" hangingPunct="1">
        <a:lnSpc>
          <a:spcPct val="90000"/>
        </a:lnSpc>
        <a:spcBef>
          <a:spcPts val="675"/>
        </a:spcBef>
        <a:spcAft>
          <a:spcPts val="0"/>
        </a:spcAft>
        <a:buFont typeface="Arial" panose="020B0604020202020204" pitchFamily="34" charset="0"/>
        <a:buChar char="​"/>
        <a:defRPr lang="en-US" sz="4050" kern="1200" baseline="0" smtClean="0">
          <a:solidFill>
            <a:schemeClr val="tx2"/>
          </a:solidFill>
          <a:latin typeface="+mn-lt"/>
          <a:ea typeface="+mn-ea"/>
          <a:cs typeface="+mn-cs"/>
          <a:sym typeface="Trebuchet MS" panose="020B0603020202020204" pitchFamily="34" charset="0"/>
        </a:defRPr>
      </a:lvl8pPr>
      <a:lvl9pPr marL="0" indent="0" algn="l" defTabSz="685783" rtl="0" eaLnBrk="1" latinLnBrk="0" hangingPunct="1">
        <a:lnSpc>
          <a:spcPct val="100000"/>
        </a:lnSpc>
        <a:spcBef>
          <a:spcPts val="0"/>
        </a:spcBef>
        <a:spcAft>
          <a:spcPts val="675"/>
        </a:spcAft>
        <a:buFont typeface="Arial" panose="020B0604020202020204" pitchFamily="34" charset="0"/>
        <a:buChar char="​"/>
        <a:defRPr lang="en-US" sz="18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6"/>
            </p:custDataLst>
            <p:extLst>
              <p:ext uri="{D42A27DB-BD31-4B8C-83A1-F6EECF244321}">
                <p14:modId xmlns:p14="http://schemas.microsoft.com/office/powerpoint/2010/main" val="2428690502"/>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10612" name="Diapositive think-cell" r:id="rId67" imgW="270" imgH="270" progId="TCLayout.ActiveDocument.1">
                  <p:embed/>
                </p:oleObj>
              </mc:Choice>
              <mc:Fallback>
                <p:oleObj name="Diapositive think-cell" r:id="rId67" imgW="270" imgH="270" progId="TCLayout.ActiveDocument.1">
                  <p:embed/>
                  <p:pic>
                    <p:nvPicPr>
                      <p:cNvPr id="2" name="Object 1" hidden="1"/>
                      <p:cNvPicPr/>
                      <p:nvPr/>
                    </p:nvPicPr>
                    <p:blipFill>
                      <a:blip r:embed="rId68"/>
                      <a:stretch>
                        <a:fillRect/>
                      </a:stretch>
                    </p:blipFill>
                    <p:spPr>
                      <a:xfrm>
                        <a:off x="1192" y="1192"/>
                        <a:ext cx="1190" cy="1190"/>
                      </a:xfrm>
                      <a:prstGeom prst="rect">
                        <a:avLst/>
                      </a:prstGeom>
                    </p:spPr>
                  </p:pic>
                </p:oleObj>
              </mc:Fallback>
            </mc:AlternateContent>
          </a:graphicData>
        </a:graphic>
      </p:graphicFrame>
      <p:sp>
        <p:nvSpPr>
          <p:cNvPr id="11" name="Date Placeholder 3"/>
          <p:cNvSpPr>
            <a:spLocks noGrp="1"/>
          </p:cNvSpPr>
          <p:nvPr>
            <p:ph type="dt" sz="half" idx="2"/>
          </p:nvPr>
        </p:nvSpPr>
        <p:spPr>
          <a:xfrm>
            <a:off x="7258051" y="4803777"/>
            <a:ext cx="1111538" cy="115416"/>
          </a:xfrm>
          <a:prstGeom prst="rect">
            <a:avLst/>
          </a:prstGeom>
        </p:spPr>
        <p:txBody>
          <a:bodyPr vert="horz" wrap="square" lIns="0" tIns="0" rIns="0" bIns="0" rtlCol="0" anchor="b">
            <a:spAutoFit/>
          </a:bodyPr>
          <a:lstStyle>
            <a:lvl1pPr algn="r">
              <a:defRPr sz="75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8375904" y="4803777"/>
            <a:ext cx="285750" cy="115416"/>
          </a:xfrm>
          <a:prstGeom prst="rect">
            <a:avLst/>
          </a:prstGeom>
          <a:noFill/>
        </p:spPr>
        <p:txBody>
          <a:bodyPr wrap="square" lIns="0" tIns="0" rIns="0" bIns="0" rtlCol="0" anchor="b">
            <a:spAutoFit/>
          </a:bodyPr>
          <a:lstStyle/>
          <a:p>
            <a:pPr marL="0" marR="0" indent="0" algn="r" defTabSz="685783"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lumMod val="50000"/>
                  </a:schemeClr>
                </a:solidFill>
                <a:latin typeface="+mn-lt"/>
                <a:ea typeface="+mn-ea"/>
                <a:cs typeface="+mn-cs"/>
                <a:sym typeface="Trebuchet MS" panose="020B0603020202020204" pitchFamily="34" charset="0"/>
              </a:rPr>
              <a:pPr marL="0" marR="0" indent="0" algn="r" defTabSz="685783" rtl="0" eaLnBrk="1" fontAlgn="auto" latinLnBrk="0" hangingPunct="1">
                <a:lnSpc>
                  <a:spcPct val="100000"/>
                </a:lnSpc>
                <a:spcBef>
                  <a:spcPts val="0"/>
                </a:spcBef>
                <a:spcAft>
                  <a:spcPts val="0"/>
                </a:spcAft>
                <a:buClrTx/>
                <a:buSzTx/>
                <a:buFontTx/>
                <a:buNone/>
                <a:tabLst/>
                <a:defRPr/>
              </a:pPr>
              <a:t>‹N°›</a:t>
            </a:fld>
            <a:endParaRPr lang="en-US" sz="75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472501" y="467102"/>
            <a:ext cx="8200013" cy="2492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472501" y="1369219"/>
            <a:ext cx="8200013" cy="3263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9643387"/>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 id="2147484078" r:id="rId17"/>
    <p:sldLayoutId id="2147484079" r:id="rId18"/>
    <p:sldLayoutId id="2147484080" r:id="rId19"/>
    <p:sldLayoutId id="2147484081" r:id="rId20"/>
    <p:sldLayoutId id="2147484082" r:id="rId21"/>
    <p:sldLayoutId id="2147484083" r:id="rId22"/>
    <p:sldLayoutId id="2147484084" r:id="rId23"/>
    <p:sldLayoutId id="2147484085" r:id="rId24"/>
    <p:sldLayoutId id="2147484086" r:id="rId25"/>
    <p:sldLayoutId id="2147484087" r:id="rId26"/>
    <p:sldLayoutId id="2147484088" r:id="rId27"/>
    <p:sldLayoutId id="2147484089" r:id="rId28"/>
    <p:sldLayoutId id="2147484090" r:id="rId29"/>
    <p:sldLayoutId id="2147484091" r:id="rId30"/>
    <p:sldLayoutId id="2147484092" r:id="rId31"/>
    <p:sldLayoutId id="2147484093" r:id="rId32"/>
    <p:sldLayoutId id="2147484094" r:id="rId33"/>
    <p:sldLayoutId id="2147484095" r:id="rId34"/>
    <p:sldLayoutId id="2147484096" r:id="rId35"/>
    <p:sldLayoutId id="2147484097" r:id="rId36"/>
    <p:sldLayoutId id="2147484098" r:id="rId37"/>
    <p:sldLayoutId id="2147484099" r:id="rId38"/>
    <p:sldLayoutId id="2147484100" r:id="rId39"/>
    <p:sldLayoutId id="2147484101" r:id="rId40"/>
    <p:sldLayoutId id="2147484102" r:id="rId41"/>
    <p:sldLayoutId id="2147484103" r:id="rId42"/>
    <p:sldLayoutId id="2147484104" r:id="rId43"/>
    <p:sldLayoutId id="2147484105" r:id="rId44"/>
    <p:sldLayoutId id="2147484106" r:id="rId45"/>
    <p:sldLayoutId id="2147484107" r:id="rId46"/>
    <p:sldLayoutId id="2147484108" r:id="rId47"/>
    <p:sldLayoutId id="2147484109" r:id="rId48"/>
    <p:sldLayoutId id="2147484110" r:id="rId49"/>
    <p:sldLayoutId id="2147484111" r:id="rId50"/>
    <p:sldLayoutId id="2147484112" r:id="rId51"/>
    <p:sldLayoutId id="2147484113" r:id="rId52"/>
    <p:sldLayoutId id="2147484114" r:id="rId53"/>
    <p:sldLayoutId id="2147484115" r:id="rId54"/>
    <p:sldLayoutId id="2147484116" r:id="rId55"/>
    <p:sldLayoutId id="2147484117" r:id="rId56"/>
    <p:sldLayoutId id="2147484118" r:id="rId57"/>
    <p:sldLayoutId id="2147484119" r:id="rId58"/>
    <p:sldLayoutId id="2147484120" r:id="rId59"/>
    <p:sldLayoutId id="2147484121" r:id="rId60"/>
    <p:sldLayoutId id="2147484122" r:id="rId61"/>
    <p:sldLayoutId id="2147484123" r:id="rId62"/>
    <p:sldLayoutId id="2147484124" r:id="rId6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783" rtl="0" eaLnBrk="1" latinLnBrk="0" hangingPunct="1">
        <a:lnSpc>
          <a:spcPct val="90000"/>
        </a:lnSpc>
        <a:spcBef>
          <a:spcPct val="0"/>
        </a:spcBef>
        <a:buNone/>
        <a:defRPr sz="1800" kern="1200">
          <a:solidFill>
            <a:schemeClr val="tx2"/>
          </a:solidFill>
          <a:latin typeface="+mj-lt"/>
          <a:ea typeface="+mj-ea"/>
          <a:cs typeface="+mj-cs"/>
          <a:sym typeface="Trebuchet MS" panose="020B0603020202020204" pitchFamily="34" charset="0"/>
        </a:defRPr>
      </a:lvl1pPr>
    </p:titleStyle>
    <p:bodyStyle>
      <a:lvl1pPr marL="0" indent="0" algn="l" defTabSz="685783" rtl="0" eaLnBrk="1" latinLnBrk="0" hangingPunct="1">
        <a:lnSpc>
          <a:spcPct val="110000"/>
        </a:lnSpc>
        <a:spcBef>
          <a:spcPts val="450"/>
        </a:spcBef>
        <a:spcAft>
          <a:spcPts val="225"/>
        </a:spcAft>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1pPr>
      <a:lvl2pPr marL="213295" indent="-129597" algn="l" defTabSz="685783" rtl="0" eaLnBrk="1" latinLnBrk="0" hangingPunct="1">
        <a:lnSpc>
          <a:spcPct val="90000"/>
        </a:lnSpc>
        <a:spcBef>
          <a:spcPts val="0"/>
        </a:spcBef>
        <a:spcAft>
          <a:spcPts val="225"/>
        </a:spcAft>
        <a:buClr>
          <a:schemeClr val="tx2"/>
        </a:buClr>
        <a:buFont typeface="Arial" panose="020B0604020202020204" pitchFamily="34" charset="0"/>
        <a:buChar char="•"/>
        <a:defRPr lang="en-US" sz="900" kern="1200">
          <a:solidFill>
            <a:schemeClr val="tx1"/>
          </a:solidFill>
          <a:latin typeface="+mn-lt"/>
          <a:ea typeface="+mn-ea"/>
          <a:cs typeface="+mn-cs"/>
          <a:sym typeface="Trebuchet MS" panose="020B0603020202020204" pitchFamily="34" charset="0"/>
        </a:defRPr>
      </a:lvl2pPr>
      <a:lvl3pPr marL="383390" indent="-124197" algn="l" defTabSz="685783" rtl="0" eaLnBrk="1" latinLnBrk="0" hangingPunct="1">
        <a:lnSpc>
          <a:spcPct val="90000"/>
        </a:lnSpc>
        <a:spcBef>
          <a:spcPts val="0"/>
        </a:spcBef>
        <a:spcAft>
          <a:spcPts val="225"/>
        </a:spcAft>
        <a:buClr>
          <a:schemeClr val="tx2"/>
        </a:buClr>
        <a:buFont typeface="Trebuchet MS" panose="020B0603020202020204" pitchFamily="34" charset="0"/>
        <a:buChar char="–"/>
        <a:defRPr lang="en-US" sz="900" kern="1200">
          <a:solidFill>
            <a:schemeClr val="tx1"/>
          </a:solidFill>
          <a:latin typeface="+mn-lt"/>
          <a:ea typeface="+mn-ea"/>
          <a:cs typeface="+mn-cs"/>
          <a:sym typeface="Trebuchet MS" panose="020B0603020202020204" pitchFamily="34" charset="0"/>
        </a:defRPr>
      </a:lvl3pPr>
      <a:lvl4pPr marL="0" indent="0" algn="l" defTabSz="685783" rtl="0" eaLnBrk="1" latinLnBrk="0" hangingPunct="1">
        <a:lnSpc>
          <a:spcPct val="110000"/>
        </a:lnSpc>
        <a:spcBef>
          <a:spcPts val="225"/>
        </a:spcBef>
        <a:spcAft>
          <a:spcPts val="225"/>
        </a:spcAft>
        <a:buClr>
          <a:schemeClr val="tx2"/>
        </a:buClr>
        <a:buFont typeface="Arial" panose="020B0604020202020204" pitchFamily="34" charset="0"/>
        <a:buChar char="​"/>
        <a:defRPr lang="en-US" sz="1200" kern="1200">
          <a:solidFill>
            <a:schemeClr val="tx2"/>
          </a:solidFill>
          <a:latin typeface="+mn-lt"/>
          <a:ea typeface="+mn-ea"/>
          <a:cs typeface="+mn-cs"/>
          <a:sym typeface="Trebuchet MS" panose="020B0603020202020204" pitchFamily="34" charset="0"/>
        </a:defRPr>
      </a:lvl4pPr>
      <a:lvl5pPr marL="0" indent="0" algn="l" defTabSz="685783" rtl="0" eaLnBrk="1" latinLnBrk="0" hangingPunct="1">
        <a:lnSpc>
          <a:spcPct val="100000"/>
        </a:lnSpc>
        <a:spcBef>
          <a:spcPts val="0"/>
        </a:spcBef>
        <a:spcAft>
          <a:spcPts val="225"/>
        </a:spcAft>
        <a:buClrTx/>
        <a:buFont typeface="Arial" panose="020B0604020202020204" pitchFamily="34" charset="0"/>
        <a:buChar char="​"/>
        <a:defRPr lang="en-US" sz="1200" b="1" kern="1200" smtClean="0">
          <a:solidFill>
            <a:schemeClr val="tx1"/>
          </a:solidFill>
          <a:latin typeface="+mn-lt"/>
          <a:ea typeface="+mn-ea"/>
          <a:cs typeface="+mn-cs"/>
          <a:sym typeface="Trebuchet MS" panose="020B0603020202020204" pitchFamily="34" charset="0"/>
        </a:defRPr>
      </a:lvl5pPr>
      <a:lvl6pPr marL="202401" indent="-114297" algn="l" defTabSz="685783"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783"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783" rtl="0" eaLnBrk="1" latinLnBrk="0" hangingPunct="1">
        <a:lnSpc>
          <a:spcPct val="90000"/>
        </a:lnSpc>
        <a:spcBef>
          <a:spcPts val="675"/>
        </a:spcBef>
        <a:spcAft>
          <a:spcPts val="0"/>
        </a:spcAft>
        <a:buFont typeface="Arial" panose="020B0604020202020204" pitchFamily="34" charset="0"/>
        <a:buChar char="​"/>
        <a:defRPr lang="en-US" sz="4050" kern="1200" baseline="0" smtClean="0">
          <a:solidFill>
            <a:schemeClr val="tx2"/>
          </a:solidFill>
          <a:latin typeface="+mn-lt"/>
          <a:ea typeface="+mn-ea"/>
          <a:cs typeface="+mn-cs"/>
          <a:sym typeface="Trebuchet MS" panose="020B0603020202020204" pitchFamily="34" charset="0"/>
        </a:defRPr>
      </a:lvl8pPr>
      <a:lvl9pPr marL="0" indent="0" algn="l" defTabSz="685783" rtl="0" eaLnBrk="1" latinLnBrk="0" hangingPunct="1">
        <a:lnSpc>
          <a:spcPct val="100000"/>
        </a:lnSpc>
        <a:spcBef>
          <a:spcPts val="0"/>
        </a:spcBef>
        <a:spcAft>
          <a:spcPts val="675"/>
        </a:spcAft>
        <a:buFont typeface="Arial" panose="020B0604020202020204" pitchFamily="34" charset="0"/>
        <a:buChar char="​"/>
        <a:defRPr lang="en-US" sz="18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26" name="Rectangle 2" hidden="1"/>
          <p:cNvGraphicFramePr>
            <a:graphicFrameLocks/>
          </p:cNvGraphicFramePr>
          <p:nvPr>
            <p:custDataLst>
              <p:tags r:id="rId8"/>
            </p:custDataLst>
            <p:extLst>
              <p:ext uri="{D42A27DB-BD31-4B8C-83A1-F6EECF244321}">
                <p14:modId xmlns:p14="http://schemas.microsoft.com/office/powerpoint/2010/main" val="1696291691"/>
              </p:ext>
            </p:extLst>
          </p:nvPr>
        </p:nvGraphicFramePr>
        <p:xfrm>
          <a:off x="0" y="6"/>
          <a:ext cx="146538" cy="119063"/>
        </p:xfrm>
        <a:graphic>
          <a:graphicData uri="http://schemas.openxmlformats.org/presentationml/2006/ole">
            <mc:AlternateContent xmlns:mc="http://schemas.openxmlformats.org/markup-compatibility/2006">
              <mc:Choice xmlns:v="urn:schemas-microsoft-com:vml" Requires="v">
                <p:oleObj spid="_x0000_s132102" name="Diapositive think-cell" r:id="rId9" imgW="0" imgH="0" progId="TCLayout.ActiveDocument.1">
                  <p:embed/>
                </p:oleObj>
              </mc:Choice>
              <mc:Fallback>
                <p:oleObj name="Diapositive think-cell" r:id="rId9" imgW="0" imgH="0" progId="TCLayout.ActiveDocument.1">
                  <p:embed/>
                  <p:pic>
                    <p:nvPicPr>
                      <p:cNvPr id="1026"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9"/>
          <p:cNvSpPr txBox="1">
            <a:spLocks noChangeArrowheads="1"/>
          </p:cNvSpPr>
          <p:nvPr/>
        </p:nvSpPr>
        <p:spPr bwMode="auto">
          <a:xfrm>
            <a:off x="11215" y="5081359"/>
            <a:ext cx="42203" cy="15389"/>
          </a:xfrm>
          <a:prstGeom prst="rect">
            <a:avLst/>
          </a:prstGeom>
          <a:noFill/>
          <a:ln w="6350" algn="ctr">
            <a:noFill/>
            <a:miter lim="800000"/>
            <a:headEnd/>
            <a:tailEnd/>
          </a:ln>
          <a:effectLst/>
        </p:spPr>
        <p:txBody>
          <a:bodyPr wrap="square" lIns="0" tIns="0" rIns="0" bIns="0" anchor="ctr">
            <a:spAutoFit/>
          </a:bodyPr>
          <a:lstStyle>
            <a:defPPr>
              <a:defRPr lang="en-US"/>
            </a:defPPr>
            <a:lvl1pPr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1pPr>
            <a:lvl2pPr marL="4572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2pPr>
            <a:lvl3pPr marL="9144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3pPr>
            <a:lvl4pPr marL="13716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4pPr>
            <a:lvl5pPr marL="1828800" algn="ctr" rtl="0" eaLnBrk="0" fontAlgn="base" hangingPunct="0">
              <a:spcBef>
                <a:spcPct val="0"/>
              </a:spcBef>
              <a:spcAft>
                <a:spcPct val="0"/>
              </a:spcAft>
              <a:buClr>
                <a:srgbClr val="5F5F5F"/>
              </a:buClr>
              <a:defRPr sz="1200" b="1" kern="1200">
                <a:solidFill>
                  <a:srgbClr val="5F5F5F"/>
                </a:solidFill>
                <a:latin typeface="Arial" charset="0"/>
                <a:ea typeface="+mn-ea"/>
                <a:cs typeface="Arial" charset="0"/>
              </a:defRPr>
            </a:lvl5pPr>
            <a:lvl6pPr marL="2286000" algn="l" defTabSz="914400" rtl="0" eaLnBrk="1" latinLnBrk="0" hangingPunct="1">
              <a:defRPr sz="1200" b="1" kern="1200">
                <a:solidFill>
                  <a:srgbClr val="5F5F5F"/>
                </a:solidFill>
                <a:latin typeface="Arial" charset="0"/>
                <a:ea typeface="+mn-ea"/>
                <a:cs typeface="Arial" charset="0"/>
              </a:defRPr>
            </a:lvl6pPr>
            <a:lvl7pPr marL="2743200" algn="l" defTabSz="914400" rtl="0" eaLnBrk="1" latinLnBrk="0" hangingPunct="1">
              <a:defRPr sz="1200" b="1" kern="1200">
                <a:solidFill>
                  <a:srgbClr val="5F5F5F"/>
                </a:solidFill>
                <a:latin typeface="Arial" charset="0"/>
                <a:ea typeface="+mn-ea"/>
                <a:cs typeface="Arial" charset="0"/>
              </a:defRPr>
            </a:lvl7pPr>
            <a:lvl8pPr marL="3200400" algn="l" defTabSz="914400" rtl="0" eaLnBrk="1" latinLnBrk="0" hangingPunct="1">
              <a:defRPr sz="1200" b="1" kern="1200">
                <a:solidFill>
                  <a:srgbClr val="5F5F5F"/>
                </a:solidFill>
                <a:latin typeface="Arial" charset="0"/>
                <a:ea typeface="+mn-ea"/>
                <a:cs typeface="Arial" charset="0"/>
              </a:defRPr>
            </a:lvl8pPr>
            <a:lvl9pPr marL="3657600" algn="l" defTabSz="914400" rtl="0" eaLnBrk="1" latinLnBrk="0" hangingPunct="1">
              <a:defRPr sz="1200" b="1" kern="1200">
                <a:solidFill>
                  <a:srgbClr val="5F5F5F"/>
                </a:solidFill>
                <a:latin typeface="Arial" charset="0"/>
                <a:ea typeface="+mn-ea"/>
                <a:cs typeface="Arial" charset="0"/>
              </a:defRPr>
            </a:lvl9pPr>
          </a:lstStyle>
          <a:p>
            <a:pPr marL="0" marR="0" lvl="0" indent="0" algn="ctr" defTabSz="914400" rtl="0" eaLnBrk="0" fontAlgn="base" latinLnBrk="0" hangingPunct="0">
              <a:lnSpc>
                <a:spcPct val="100000"/>
              </a:lnSpc>
              <a:spcBef>
                <a:spcPct val="0"/>
              </a:spcBef>
              <a:spcAft>
                <a:spcPct val="0"/>
              </a:spcAft>
              <a:buClr>
                <a:srgbClr val="5F5F5F"/>
              </a:buClr>
              <a:buSzTx/>
              <a:buFontTx/>
              <a:buNone/>
              <a:tabLst/>
              <a:defRPr/>
            </a:pPr>
            <a:r>
              <a:rPr kumimoji="0" lang="fr-FR" sz="100" b="1" i="0" u="none" strike="noStrike" kern="1200" cap="none" spc="0" normalizeH="0" baseline="0" noProof="0" dirty="0">
                <a:ln>
                  <a:noFill/>
                </a:ln>
                <a:solidFill>
                  <a:prstClr val="white"/>
                </a:solidFill>
                <a:effectLst/>
                <a:uLnTx/>
                <a:uFillTx/>
                <a:latin typeface="Arial" charset="0"/>
                <a:ea typeface="+mn-ea"/>
                <a:cs typeface="Arial" charset="0"/>
                <a:sym typeface="Arial"/>
              </a:rPr>
              <a:t>simaje</a:t>
            </a:r>
          </a:p>
        </p:txBody>
      </p:sp>
      <p:sp>
        <p:nvSpPr>
          <p:cNvPr id="1028" name="Title Placeholder 1"/>
          <p:cNvSpPr>
            <a:spLocks noGrp="1"/>
          </p:cNvSpPr>
          <p:nvPr>
            <p:ph type="title"/>
          </p:nvPr>
        </p:nvSpPr>
        <p:spPr bwMode="auto">
          <a:xfrm>
            <a:off x="422032" y="107672"/>
            <a:ext cx="6835132" cy="594411"/>
          </a:xfrm>
          <a:prstGeom prst="rect">
            <a:avLst/>
          </a:prstGeom>
          <a:noFill/>
          <a:ln w="9525" algn="ctr">
            <a:noFill/>
            <a:miter lim="800000"/>
            <a:headEnd/>
            <a:tailEnd/>
          </a:ln>
        </p:spPr>
        <p:txBody>
          <a:bodyPr vert="horz" wrap="square" lIns="0" tIns="0" rIns="0" bIns="0" numCol="1" anchor="b" anchorCtr="0" compatLnSpc="1">
            <a:prstTxWarp prst="textNoShape">
              <a:avLst/>
            </a:prstTxWarp>
          </a:bodyPr>
          <a:lstStyle/>
          <a:p>
            <a:pPr lvl="0"/>
            <a:endParaRPr lang="fr-FR" noProof="0" dirty="0"/>
          </a:p>
        </p:txBody>
      </p:sp>
      <p:sp>
        <p:nvSpPr>
          <p:cNvPr id="1029" name="Text Placeholder 2"/>
          <p:cNvSpPr>
            <a:spLocks noGrp="1"/>
          </p:cNvSpPr>
          <p:nvPr>
            <p:ph type="body" idx="1"/>
          </p:nvPr>
        </p:nvSpPr>
        <p:spPr bwMode="auto">
          <a:xfrm>
            <a:off x="422032" y="1135856"/>
            <a:ext cx="8299938" cy="3458766"/>
          </a:xfrm>
          <a:prstGeom prst="rect">
            <a:avLst/>
          </a:prstGeom>
          <a:noFill/>
          <a:ln w="9525">
            <a:noFill/>
            <a:miter lim="800000"/>
            <a:headEnd/>
            <a:tailEnd/>
          </a:ln>
        </p:spPr>
        <p:txBody>
          <a:bodyPr vert="horz" wrap="square" lIns="0" tIns="38940" rIns="0" bIns="38940" numCol="1" anchor="t" anchorCtr="0" compatLnSpc="1">
            <a:prstTxWarp prst="textNoShape">
              <a:avLst/>
            </a:prstTxWarp>
          </a:bodyPr>
          <a:lstStyle/>
          <a:p>
            <a:pPr lvl="0"/>
            <a:endParaRPr lang="fr-FR" dirty="0"/>
          </a:p>
        </p:txBody>
      </p:sp>
      <p:sp>
        <p:nvSpPr>
          <p:cNvPr id="24" name="Text Box 12"/>
          <p:cNvSpPr txBox="1">
            <a:spLocks noChangeArrowheads="1"/>
          </p:cNvSpPr>
          <p:nvPr/>
        </p:nvSpPr>
        <p:spPr bwMode="auto">
          <a:xfrm>
            <a:off x="8546143" y="5029003"/>
            <a:ext cx="175847" cy="100013"/>
          </a:xfrm>
          <a:prstGeom prst="rect">
            <a:avLst/>
          </a:prstGeom>
          <a:noFill/>
          <a:ln w="9525" algn="ctr">
            <a:noFill/>
            <a:miter lim="800000"/>
            <a:headEnd/>
            <a:tailEnd/>
          </a:ln>
          <a:effectLst/>
        </p:spPr>
        <p:txBody>
          <a:bodyPr wrap="none" lIns="0" tIns="0" rIns="0" bIns="0" anchor="ctr"/>
          <a:lstStyle/>
          <a:p>
            <a:pPr marL="0" marR="0" lvl="0" indent="0" algn="r" defTabSz="914400" rtl="0" eaLnBrk="1" fontAlgn="base" latinLnBrk="0" hangingPunct="1">
              <a:lnSpc>
                <a:spcPct val="100000"/>
              </a:lnSpc>
              <a:spcBef>
                <a:spcPct val="0"/>
              </a:spcBef>
              <a:spcAft>
                <a:spcPct val="0"/>
              </a:spcAft>
              <a:buClrTx/>
              <a:buSzTx/>
              <a:buFontTx/>
              <a:buNone/>
              <a:tabLst/>
              <a:defRPr/>
            </a:pPr>
            <a:fld id="{298FBFC9-ABAE-4A4A-AD85-6986570ED8FF}" type="slidenum">
              <a:rPr kumimoji="0" lang="en-GB" sz="500" b="0" i="0" u="none" strike="noStrike" kern="1200" cap="none" spc="0" normalizeH="0" baseline="0" noProof="0">
                <a:ln>
                  <a:noFill/>
                </a:ln>
                <a:solidFill>
                  <a:srgbClr val="3D6E81"/>
                </a:solidFill>
                <a:effectLst/>
                <a:uLnTx/>
                <a:uFillTx/>
                <a:latin typeface="Arial" charset="0"/>
                <a:ea typeface="+mn-ea"/>
                <a:cs typeface="Arial"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‹N°›</a:t>
            </a:fld>
            <a:endParaRPr kumimoji="0" lang="en-GB" sz="500" b="0" i="0" u="none" strike="noStrike" kern="1200" cap="none" spc="0" normalizeH="0" baseline="0" noProof="0" dirty="0">
              <a:ln>
                <a:noFill/>
              </a:ln>
              <a:solidFill>
                <a:srgbClr val="3D6E81"/>
              </a:solidFill>
              <a:effectLst/>
              <a:uLnTx/>
              <a:uFillTx/>
              <a:latin typeface="Arial" charset="0"/>
              <a:ea typeface="+mn-ea"/>
              <a:cs typeface="Arial" charset="0"/>
              <a:sym typeface="Arial"/>
            </a:endParaRPr>
          </a:p>
        </p:txBody>
      </p:sp>
      <p:pic>
        <p:nvPicPr>
          <p:cNvPr id="9" name="Image 8" descr="logo SEVEN-01.png"/>
          <p:cNvPicPr>
            <a:picLocks noChangeAspect="1"/>
          </p:cNvPicPr>
          <p:nvPr/>
        </p:nvPicPr>
        <p:blipFill>
          <a:blip r:embed="rId10" cstate="print"/>
          <a:stretch>
            <a:fillRect/>
          </a:stretch>
        </p:blipFill>
        <p:spPr>
          <a:xfrm>
            <a:off x="8072462" y="81882"/>
            <a:ext cx="661312" cy="594000"/>
          </a:xfrm>
          <a:prstGeom prst="rect">
            <a:avLst/>
          </a:prstGeom>
        </p:spPr>
      </p:pic>
    </p:spTree>
    <p:extLst>
      <p:ext uri="{BB962C8B-B14F-4D97-AF65-F5344CB8AC3E}">
        <p14:creationId xmlns:p14="http://schemas.microsoft.com/office/powerpoint/2010/main" val="2891682103"/>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Lst>
  <p:txStyles>
    <p:titleStyle>
      <a:lvl1pPr algn="l" rtl="0" eaLnBrk="1" fontAlgn="base" hangingPunct="1">
        <a:lnSpc>
          <a:spcPct val="85000"/>
        </a:lnSpc>
        <a:spcBef>
          <a:spcPct val="0"/>
        </a:spcBef>
        <a:spcAft>
          <a:spcPct val="0"/>
        </a:spcAft>
        <a:defRPr lang="fr-FR" sz="1900" b="1" kern="1200" dirty="0">
          <a:solidFill>
            <a:schemeClr val="tx2"/>
          </a:solidFill>
          <a:latin typeface="+mj-lt"/>
          <a:ea typeface="+mj-ea"/>
          <a:cs typeface="+mj-cs"/>
        </a:defRPr>
      </a:lvl1pPr>
      <a:lvl2pPr algn="l" rtl="0" eaLnBrk="1" fontAlgn="base" hangingPunct="1">
        <a:lnSpc>
          <a:spcPct val="90000"/>
        </a:lnSpc>
        <a:spcBef>
          <a:spcPct val="0"/>
        </a:spcBef>
        <a:spcAft>
          <a:spcPct val="0"/>
        </a:spcAft>
        <a:defRPr sz="1900" b="1">
          <a:solidFill>
            <a:schemeClr val="tx2"/>
          </a:solidFill>
          <a:latin typeface="Arial" charset="0"/>
          <a:cs typeface="Arial" charset="0"/>
        </a:defRPr>
      </a:lvl2pPr>
      <a:lvl3pPr algn="l" rtl="0" eaLnBrk="1" fontAlgn="base" hangingPunct="1">
        <a:lnSpc>
          <a:spcPct val="90000"/>
        </a:lnSpc>
        <a:spcBef>
          <a:spcPct val="0"/>
        </a:spcBef>
        <a:spcAft>
          <a:spcPct val="0"/>
        </a:spcAft>
        <a:defRPr sz="1900" b="1">
          <a:solidFill>
            <a:schemeClr val="tx2"/>
          </a:solidFill>
          <a:latin typeface="Arial" charset="0"/>
          <a:cs typeface="Arial" charset="0"/>
        </a:defRPr>
      </a:lvl3pPr>
      <a:lvl4pPr algn="l" rtl="0" eaLnBrk="1" fontAlgn="base" hangingPunct="1">
        <a:lnSpc>
          <a:spcPct val="90000"/>
        </a:lnSpc>
        <a:spcBef>
          <a:spcPct val="0"/>
        </a:spcBef>
        <a:spcAft>
          <a:spcPct val="0"/>
        </a:spcAft>
        <a:defRPr sz="1900" b="1">
          <a:solidFill>
            <a:schemeClr val="tx2"/>
          </a:solidFill>
          <a:latin typeface="Arial" charset="0"/>
          <a:cs typeface="Arial" charset="0"/>
        </a:defRPr>
      </a:lvl4pPr>
      <a:lvl5pPr algn="l" rtl="0" eaLnBrk="1" fontAlgn="base" hangingPunct="1">
        <a:lnSpc>
          <a:spcPct val="90000"/>
        </a:lnSpc>
        <a:spcBef>
          <a:spcPct val="0"/>
        </a:spcBef>
        <a:spcAft>
          <a:spcPct val="0"/>
        </a:spcAft>
        <a:defRPr sz="1900" b="1">
          <a:solidFill>
            <a:schemeClr val="tx2"/>
          </a:solidFill>
          <a:latin typeface="Arial" charset="0"/>
          <a:cs typeface="Arial" charset="0"/>
        </a:defRPr>
      </a:lvl5pPr>
      <a:lvl6pPr marL="389405" algn="l" rtl="0" eaLnBrk="1" fontAlgn="base" hangingPunct="1">
        <a:lnSpc>
          <a:spcPct val="90000"/>
        </a:lnSpc>
        <a:spcBef>
          <a:spcPct val="0"/>
        </a:spcBef>
        <a:spcAft>
          <a:spcPct val="0"/>
        </a:spcAft>
        <a:defRPr sz="1900" b="1">
          <a:solidFill>
            <a:schemeClr val="tx2"/>
          </a:solidFill>
          <a:latin typeface="Arial" charset="0"/>
          <a:cs typeface="Arial" charset="0"/>
        </a:defRPr>
      </a:lvl6pPr>
      <a:lvl7pPr marL="778809" algn="l" rtl="0" eaLnBrk="1" fontAlgn="base" hangingPunct="1">
        <a:lnSpc>
          <a:spcPct val="90000"/>
        </a:lnSpc>
        <a:spcBef>
          <a:spcPct val="0"/>
        </a:spcBef>
        <a:spcAft>
          <a:spcPct val="0"/>
        </a:spcAft>
        <a:defRPr sz="1900" b="1">
          <a:solidFill>
            <a:schemeClr val="tx2"/>
          </a:solidFill>
          <a:latin typeface="Arial" charset="0"/>
          <a:cs typeface="Arial" charset="0"/>
        </a:defRPr>
      </a:lvl7pPr>
      <a:lvl8pPr marL="1168213" algn="l" rtl="0" eaLnBrk="1" fontAlgn="base" hangingPunct="1">
        <a:lnSpc>
          <a:spcPct val="90000"/>
        </a:lnSpc>
        <a:spcBef>
          <a:spcPct val="0"/>
        </a:spcBef>
        <a:spcAft>
          <a:spcPct val="0"/>
        </a:spcAft>
        <a:defRPr sz="1900" b="1">
          <a:solidFill>
            <a:schemeClr val="tx2"/>
          </a:solidFill>
          <a:latin typeface="Arial" charset="0"/>
          <a:cs typeface="Arial" charset="0"/>
        </a:defRPr>
      </a:lvl8pPr>
      <a:lvl9pPr marL="1557618" algn="l" rtl="0" eaLnBrk="1" fontAlgn="base" hangingPunct="1">
        <a:lnSpc>
          <a:spcPct val="90000"/>
        </a:lnSpc>
        <a:spcBef>
          <a:spcPct val="0"/>
        </a:spcBef>
        <a:spcAft>
          <a:spcPct val="0"/>
        </a:spcAft>
        <a:defRPr sz="1900" b="1">
          <a:solidFill>
            <a:schemeClr val="tx2"/>
          </a:solidFill>
          <a:latin typeface="Arial" charset="0"/>
          <a:cs typeface="Arial" charset="0"/>
        </a:defRPr>
      </a:lvl9pPr>
    </p:titleStyle>
    <p:bodyStyle>
      <a:lvl1pPr algn="l" rtl="0" eaLnBrk="1" fontAlgn="base" hangingPunct="1">
        <a:spcBef>
          <a:spcPts val="0"/>
        </a:spcBef>
        <a:spcAft>
          <a:spcPct val="0"/>
        </a:spcAft>
        <a:buFont typeface="Arial" charset="0"/>
        <a:defRPr lang="en-US" sz="1200" b="1" kern="1200" dirty="0">
          <a:solidFill>
            <a:schemeClr val="tx1"/>
          </a:solidFill>
          <a:latin typeface="+mn-lt"/>
          <a:ea typeface="+mn-ea"/>
          <a:cs typeface="+mn-cs"/>
        </a:defRPr>
      </a:lvl1pPr>
      <a:lvl2pPr marL="224448" indent="-150084" algn="l" rtl="0" eaLnBrk="1" fontAlgn="base" hangingPunct="1">
        <a:spcBef>
          <a:spcPts val="0"/>
        </a:spcBef>
        <a:spcAft>
          <a:spcPct val="0"/>
        </a:spcAft>
        <a:buClr>
          <a:schemeClr val="tx2"/>
        </a:buClr>
        <a:buFont typeface="Wingdings" pitchFamily="2" charset="2"/>
        <a:buChar char="§"/>
        <a:defRPr lang="en-US" sz="1200" kern="1200" dirty="0">
          <a:solidFill>
            <a:schemeClr val="tx1"/>
          </a:solidFill>
          <a:latin typeface="+mn-lt"/>
          <a:ea typeface="+mn-ea"/>
          <a:cs typeface="+mn-cs"/>
        </a:defRPr>
      </a:lvl2pPr>
      <a:lvl3pPr marL="458363" indent="-148730" algn="l" rtl="0" eaLnBrk="1" fontAlgn="base" hangingPunct="1">
        <a:spcBef>
          <a:spcPts val="0"/>
        </a:spcBef>
        <a:spcAft>
          <a:spcPct val="0"/>
        </a:spcAft>
        <a:buClr>
          <a:schemeClr val="tx2"/>
        </a:buClr>
        <a:buFont typeface="Arial" pitchFamily="34" charset="0"/>
        <a:buChar char="‒"/>
        <a:defRPr lang="en-US" sz="1200" kern="1200" dirty="0">
          <a:solidFill>
            <a:schemeClr val="tx1"/>
          </a:solidFill>
          <a:latin typeface="+mn-lt"/>
          <a:ea typeface="+mn-ea"/>
          <a:cs typeface="+mn-cs"/>
        </a:defRPr>
      </a:lvl3pPr>
      <a:lvl4pPr marL="682809" indent="-148730" algn="l" rtl="0" eaLnBrk="1" fontAlgn="base" hangingPunct="1">
        <a:spcBef>
          <a:spcPts val="0"/>
        </a:spcBef>
        <a:spcAft>
          <a:spcPct val="0"/>
        </a:spcAft>
        <a:buClr>
          <a:schemeClr val="tx2"/>
        </a:buClr>
        <a:buSzPct val="80000"/>
        <a:buFont typeface="Arial" pitchFamily="34" charset="0"/>
        <a:buChar char="•"/>
        <a:defRPr lang="en-US" sz="1200" kern="1200" dirty="0">
          <a:solidFill>
            <a:schemeClr val="tx1"/>
          </a:solidFill>
          <a:latin typeface="+mn-lt"/>
          <a:ea typeface="+mn-ea"/>
          <a:cs typeface="+mn-cs"/>
        </a:defRPr>
      </a:lvl4pPr>
      <a:lvl5pPr marL="1070861" indent="-227152" algn="l" rtl="0" eaLnBrk="1" fontAlgn="base" hangingPunct="1">
        <a:spcBef>
          <a:spcPts val="0"/>
        </a:spcBef>
        <a:spcAft>
          <a:spcPct val="0"/>
        </a:spcAft>
        <a:buClr>
          <a:schemeClr val="tx2"/>
        </a:buClr>
        <a:buFont typeface="Arial" pitchFamily="34" charset="0"/>
        <a:buChar char="·"/>
        <a:defRPr lang="fr-FR" sz="1200" kern="1200" dirty="0">
          <a:solidFill>
            <a:schemeClr val="tx1"/>
          </a:solidFill>
          <a:latin typeface="+mn-lt"/>
          <a:ea typeface="+mn-ea"/>
          <a:cs typeface="+mn-cs"/>
        </a:defRPr>
      </a:lvl5pPr>
      <a:lvl6pPr marL="2141723"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1128"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0532"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09937" indent="-194700" algn="l" defTabSz="778809"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8809" rtl="0" eaLnBrk="1" latinLnBrk="0" hangingPunct="1">
        <a:defRPr sz="1500" kern="1200">
          <a:solidFill>
            <a:schemeClr val="tx1"/>
          </a:solidFill>
          <a:latin typeface="+mn-lt"/>
          <a:ea typeface="+mn-ea"/>
          <a:cs typeface="+mn-cs"/>
        </a:defRPr>
      </a:lvl1pPr>
      <a:lvl2pPr marL="389405" algn="l" defTabSz="778809" rtl="0" eaLnBrk="1" latinLnBrk="0" hangingPunct="1">
        <a:defRPr sz="1500" kern="1200">
          <a:solidFill>
            <a:schemeClr val="tx1"/>
          </a:solidFill>
          <a:latin typeface="+mn-lt"/>
          <a:ea typeface="+mn-ea"/>
          <a:cs typeface="+mn-cs"/>
        </a:defRPr>
      </a:lvl2pPr>
      <a:lvl3pPr marL="778809" algn="l" defTabSz="778809" rtl="0" eaLnBrk="1" latinLnBrk="0" hangingPunct="1">
        <a:defRPr sz="1500" kern="1200">
          <a:solidFill>
            <a:schemeClr val="tx1"/>
          </a:solidFill>
          <a:latin typeface="+mn-lt"/>
          <a:ea typeface="+mn-ea"/>
          <a:cs typeface="+mn-cs"/>
        </a:defRPr>
      </a:lvl3pPr>
      <a:lvl4pPr marL="1168213" algn="l" defTabSz="778809" rtl="0" eaLnBrk="1" latinLnBrk="0" hangingPunct="1">
        <a:defRPr sz="1500" kern="1200">
          <a:solidFill>
            <a:schemeClr val="tx1"/>
          </a:solidFill>
          <a:latin typeface="+mn-lt"/>
          <a:ea typeface="+mn-ea"/>
          <a:cs typeface="+mn-cs"/>
        </a:defRPr>
      </a:lvl4pPr>
      <a:lvl5pPr marL="1557618" algn="l" defTabSz="778809" rtl="0" eaLnBrk="1" latinLnBrk="0" hangingPunct="1">
        <a:defRPr sz="1500" kern="1200">
          <a:solidFill>
            <a:schemeClr val="tx1"/>
          </a:solidFill>
          <a:latin typeface="+mn-lt"/>
          <a:ea typeface="+mn-ea"/>
          <a:cs typeface="+mn-cs"/>
        </a:defRPr>
      </a:lvl5pPr>
      <a:lvl6pPr marL="1947021" algn="l" defTabSz="778809" rtl="0" eaLnBrk="1" latinLnBrk="0" hangingPunct="1">
        <a:defRPr sz="1500" kern="1200">
          <a:solidFill>
            <a:schemeClr val="tx1"/>
          </a:solidFill>
          <a:latin typeface="+mn-lt"/>
          <a:ea typeface="+mn-ea"/>
          <a:cs typeface="+mn-cs"/>
        </a:defRPr>
      </a:lvl6pPr>
      <a:lvl7pPr marL="2336426" algn="l" defTabSz="778809" rtl="0" eaLnBrk="1" latinLnBrk="0" hangingPunct="1">
        <a:defRPr sz="1500" kern="1200">
          <a:solidFill>
            <a:schemeClr val="tx1"/>
          </a:solidFill>
          <a:latin typeface="+mn-lt"/>
          <a:ea typeface="+mn-ea"/>
          <a:cs typeface="+mn-cs"/>
        </a:defRPr>
      </a:lvl7pPr>
      <a:lvl8pPr marL="2725830" algn="l" defTabSz="778809" rtl="0" eaLnBrk="1" latinLnBrk="0" hangingPunct="1">
        <a:defRPr sz="1500" kern="1200">
          <a:solidFill>
            <a:schemeClr val="tx1"/>
          </a:solidFill>
          <a:latin typeface="+mn-lt"/>
          <a:ea typeface="+mn-ea"/>
          <a:cs typeface="+mn-cs"/>
        </a:defRPr>
      </a:lvl8pPr>
      <a:lvl9pPr marL="3115235" algn="l" defTabSz="778809"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187.xml"/><Relationship Id="rId7" Type="http://schemas.openxmlformats.org/officeDocument/2006/relationships/image" Target="../media/image25.emf"/><Relationship Id="rId2" Type="http://schemas.openxmlformats.org/officeDocument/2006/relationships/tags" Target="../tags/tag186.xml"/><Relationship Id="rId1" Type="http://schemas.openxmlformats.org/officeDocument/2006/relationships/vmlDrawing" Target="../drawings/vmlDrawing131.vml"/><Relationship Id="rId6" Type="http://schemas.openxmlformats.org/officeDocument/2006/relationships/oleObject" Target="../embeddings/oleObject131.bin"/><Relationship Id="rId5" Type="http://schemas.openxmlformats.org/officeDocument/2006/relationships/notesSlide" Target="../notesSlides/notesSlide1.xml"/><Relationship Id="rId4" Type="http://schemas.openxmlformats.org/officeDocument/2006/relationships/slideLayout" Target="../slideLayouts/slideLayout176.xml"/></Relationships>
</file>

<file path=ppt/slides/_rels/slide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0.jpeg"/><Relationship Id="rId1" Type="http://schemas.openxmlformats.org/officeDocument/2006/relationships/slideLayout" Target="../slideLayouts/slideLayout108.xml"/><Relationship Id="rId4" Type="http://schemas.openxmlformats.org/officeDocument/2006/relationships/image" Target="../media/image4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2.xml"/><Relationship Id="rId7" Type="http://schemas.openxmlformats.org/officeDocument/2006/relationships/image" Target="../media/image4.png"/><Relationship Id="rId2" Type="http://schemas.openxmlformats.org/officeDocument/2006/relationships/slideLayout" Target="../slideLayouts/slideLayout107.xml"/><Relationship Id="rId1" Type="http://schemas.openxmlformats.org/officeDocument/2006/relationships/tags" Target="../tags/tag18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3.xml"/><Relationship Id="rId7" Type="http://schemas.microsoft.com/office/2007/relationships/hdphoto" Target="../media/hdphoto2.wdp"/><Relationship Id="rId2" Type="http://schemas.openxmlformats.org/officeDocument/2006/relationships/slideLayout" Target="../slideLayouts/slideLayout107.xml"/><Relationship Id="rId1" Type="http://schemas.openxmlformats.org/officeDocument/2006/relationships/tags" Target="../tags/tag189.xml"/><Relationship Id="rId6" Type="http://schemas.openxmlformats.org/officeDocument/2006/relationships/image" Target="../media/image46.png"/><Relationship Id="rId11" Type="http://schemas.openxmlformats.org/officeDocument/2006/relationships/image" Target="../media/image39.png"/><Relationship Id="rId5" Type="http://schemas.microsoft.com/office/2007/relationships/hdphoto" Target="../media/hdphoto1.wdp"/><Relationship Id="rId10" Type="http://schemas.openxmlformats.org/officeDocument/2006/relationships/image" Target="../media/image4.png"/><Relationship Id="rId4" Type="http://schemas.openxmlformats.org/officeDocument/2006/relationships/image" Target="../media/image45.png"/><Relationship Id="rId9"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7.xml"/><Relationship Id="rId1" Type="http://schemas.openxmlformats.org/officeDocument/2006/relationships/tags" Target="../tags/tag190.xml"/><Relationship Id="rId6" Type="http://schemas.openxmlformats.org/officeDocument/2006/relationships/image" Target="../media/image49.png"/><Relationship Id="rId5" Type="http://schemas.microsoft.com/office/2007/relationships/hdphoto" Target="../media/hdphoto4.wdp"/><Relationship Id="rId4" Type="http://schemas.openxmlformats.org/officeDocument/2006/relationships/image" Target="../media/image4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7.xml"/><Relationship Id="rId1" Type="http://schemas.openxmlformats.org/officeDocument/2006/relationships/tags" Target="../tags/tag19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notesSlide" Target="../notesSlides/notesSlide6.xml"/><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slideLayout" Target="../slideLayouts/slideLayout110.xml"/><Relationship Id="rId1" Type="http://schemas.openxmlformats.org/officeDocument/2006/relationships/tags" Target="../tags/tag19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0.xml"/><Relationship Id="rId1" Type="http://schemas.openxmlformats.org/officeDocument/2006/relationships/tags" Target="../tags/tag193.xml"/><Relationship Id="rId5" Type="http://schemas.openxmlformats.org/officeDocument/2006/relationships/image" Target="../media/image64.png"/><Relationship Id="rId4" Type="http://schemas.openxmlformats.org/officeDocument/2006/relationships/image" Target="../media/image63.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09.xml"/><Relationship Id="rId1" Type="http://schemas.openxmlformats.org/officeDocument/2006/relationships/tags" Target="../tags/tag19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09.xml"/><Relationship Id="rId1" Type="http://schemas.openxmlformats.org/officeDocument/2006/relationships/tags" Target="../tags/tag19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1.xml"/><Relationship Id="rId1" Type="http://schemas.openxmlformats.org/officeDocument/2006/relationships/tags" Target="../tags/tag196.xml"/><Relationship Id="rId5" Type="http://schemas.openxmlformats.org/officeDocument/2006/relationships/image" Target="../media/image66.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370.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3.png"/><Relationship Id="rId7" Type="http://schemas.openxmlformats.org/officeDocument/2006/relationships/image" Target="../media/image74.png"/><Relationship Id="rId2" Type="http://schemas.openxmlformats.org/officeDocument/2006/relationships/slideLayout" Target="../slideLayouts/slideLayout24.xml"/><Relationship Id="rId1" Type="http://schemas.openxmlformats.org/officeDocument/2006/relationships/tags" Target="../tags/tag197.xml"/><Relationship Id="rId6" Type="http://schemas.openxmlformats.org/officeDocument/2006/relationships/image" Target="../media/image73.png"/><Relationship Id="rId5" Type="http://schemas.microsoft.com/office/2007/relationships/hdphoto" Target="../media/hdphoto5.wdp"/><Relationship Id="rId4" Type="http://schemas.openxmlformats.org/officeDocument/2006/relationships/image" Target="../media/image72.png"/><Relationship Id="rId9" Type="http://schemas.openxmlformats.org/officeDocument/2006/relationships/image" Target="../media/image7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7.xml"/><Relationship Id="rId1" Type="http://schemas.openxmlformats.org/officeDocument/2006/relationships/tags" Target="../tags/tag198.xml"/><Relationship Id="rId5" Type="http://schemas.openxmlformats.org/officeDocument/2006/relationships/image" Target="../media/image3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77.png"/></Relationships>
</file>

<file path=ppt/slides/_rels/slide1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image" Target="../media/image78.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7.xml"/><Relationship Id="rId5" Type="http://schemas.openxmlformats.org/officeDocument/2006/relationships/image" Target="../media/image79.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107.xml"/><Relationship Id="rId5" Type="http://schemas.openxmlformats.org/officeDocument/2006/relationships/image" Target="../media/image3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xml"/><Relationship Id="rId1" Type="http://schemas.openxmlformats.org/officeDocument/2006/relationships/slideLayout" Target="../slideLayouts/slideLayout107.xml"/><Relationship Id="rId5" Type="http://schemas.openxmlformats.org/officeDocument/2006/relationships/image" Target="../media/image39.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1.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1.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ext uri="{D42A27DB-BD31-4B8C-83A1-F6EECF244321}">
                <p14:modId xmlns:p14="http://schemas.microsoft.com/office/powerpoint/2010/main" val="1025745410"/>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130071" name="Diapositive think-cell" r:id="rId6" imgW="384" imgH="384" progId="TCLayout.ActiveDocument.1">
                  <p:embed/>
                </p:oleObj>
              </mc:Choice>
              <mc:Fallback>
                <p:oleObj name="Diapositive think-cell" r:id="rId6" imgW="384" imgH="384" progId="TCLayout.ActiveDocument.1">
                  <p:embed/>
                  <p:pic>
                    <p:nvPicPr>
                      <p:cNvPr id="6" name="Object 5" hidden="1"/>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A5C8616-AD97-4005-8226-ED2F842273A8}"/>
              </a:ext>
            </a:extLst>
          </p:cNvPr>
          <p:cNvSpPr/>
          <p:nvPr>
            <p:custDataLst>
              <p:tags r:id="rId3"/>
            </p:custDataLst>
          </p:nvPr>
        </p:nvSpPr>
        <p:spPr>
          <a:xfrm>
            <a:off x="1" y="1"/>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783">
              <a:buClrTx/>
            </a:pPr>
            <a:endParaRPr lang="fr-FR" sz="3750" kern="1200" dirty="0">
              <a:solidFill>
                <a:srgbClr val="FFFFFF"/>
              </a:solidFill>
              <a:latin typeface="Trebuchet MS" panose="020B0603020202020204" pitchFamily="34" charset="0"/>
              <a:sym typeface="Trebuchet MS" panose="020B0603020202020204" pitchFamily="34" charset="0"/>
            </a:endParaRPr>
          </a:p>
        </p:txBody>
      </p:sp>
      <p:sp>
        <p:nvSpPr>
          <p:cNvPr id="13" name="Text Placeholder 12"/>
          <p:cNvSpPr>
            <a:spLocks noGrp="1"/>
          </p:cNvSpPr>
          <p:nvPr>
            <p:ph type="body" sz="quarter" idx="12"/>
          </p:nvPr>
        </p:nvSpPr>
        <p:spPr/>
        <p:txBody>
          <a:bodyPr vert="horz" lIns="0" tIns="0" rIns="0" bIns="0" rtlCol="0" anchor="ctr">
            <a:noAutofit/>
          </a:bodyPr>
          <a:lstStyle/>
          <a:p>
            <a:r>
              <a:rPr lang="fr-FR" sz="1100" b="0" dirty="0" smtClean="0">
                <a:latin typeface="Arial Rounded MT Bold" panose="020F0704030504030204" pitchFamily="34" charset="0"/>
                <a:ea typeface="FangSong" panose="020B0503020204020204" pitchFamily="49" charset="-122"/>
                <a:cs typeface="DaunPenh" panose="020B0604020202020204" pitchFamily="2" charset="0"/>
              </a:rPr>
              <a:t>05 </a:t>
            </a:r>
            <a:r>
              <a:rPr lang="fr-FR" sz="1100" b="0" dirty="0" err="1" smtClean="0">
                <a:latin typeface="Arial Rounded MT Bold" panose="020F0704030504030204" pitchFamily="34" charset="0"/>
                <a:ea typeface="FangSong" panose="020B0503020204020204" pitchFamily="49" charset="-122"/>
                <a:cs typeface="DaunPenh" panose="020B0604020202020204" pitchFamily="2" charset="0"/>
              </a:rPr>
              <a:t>MaI</a:t>
            </a:r>
            <a:r>
              <a:rPr lang="fr-FR" sz="1100" b="0" dirty="0" smtClean="0">
                <a:latin typeface="Arial Rounded MT Bold" panose="020F0704030504030204" pitchFamily="34" charset="0"/>
                <a:ea typeface="FangSong" panose="020B0503020204020204" pitchFamily="49" charset="-122"/>
                <a:cs typeface="DaunPenh" panose="020B0604020202020204" pitchFamily="2" charset="0"/>
              </a:rPr>
              <a:t> 2025</a:t>
            </a:r>
            <a:endParaRPr lang="fr-FR" sz="1100" b="0" dirty="0">
              <a:latin typeface="Arial Rounded MT Bold" panose="020F0704030504030204" pitchFamily="34" charset="0"/>
              <a:ea typeface="FangSong" panose="020B0503020204020204" pitchFamily="49" charset="-122"/>
              <a:cs typeface="DaunPenh" panose="020B0604020202020204" pitchFamily="2" charset="0"/>
            </a:endParaRPr>
          </a:p>
        </p:txBody>
      </p:sp>
      <p:sp>
        <p:nvSpPr>
          <p:cNvPr id="12" name="Subtitle 11"/>
          <p:cNvSpPr>
            <a:spLocks noGrp="1"/>
          </p:cNvSpPr>
          <p:nvPr>
            <p:ph type="subTitle" idx="1"/>
          </p:nvPr>
        </p:nvSpPr>
        <p:spPr/>
        <p:txBody>
          <a:bodyPr/>
          <a:lstStyle/>
          <a:p>
            <a:r>
              <a:rPr lang="fr-FR" sz="1600" dirty="0" smtClean="0">
                <a:solidFill>
                  <a:schemeClr val="tx1">
                    <a:lumMod val="75000"/>
                    <a:lumOff val="25000"/>
                  </a:schemeClr>
                </a:solidFill>
                <a:latin typeface="Arial Rounded MT Bold" panose="020F0704030504030204" pitchFamily="34" charset="0"/>
                <a:ea typeface="FangSong" panose="020B0503020204020204" pitchFamily="49" charset="-122"/>
                <a:cs typeface="DaunPenh" panose="020B0604020202020204" pitchFamily="2" charset="0"/>
              </a:rPr>
              <a:t>Kick-off Data</a:t>
            </a:r>
            <a:endParaRPr lang="fr-FR" sz="1000" dirty="0">
              <a:solidFill>
                <a:schemeClr val="tx1">
                  <a:lumMod val="75000"/>
                  <a:lumOff val="25000"/>
                </a:schemeClr>
              </a:solidFill>
            </a:endParaRPr>
          </a:p>
        </p:txBody>
      </p:sp>
      <p:sp>
        <p:nvSpPr>
          <p:cNvPr id="11" name="Title 10"/>
          <p:cNvSpPr>
            <a:spLocks noGrp="1"/>
          </p:cNvSpPr>
          <p:nvPr>
            <p:ph type="ctrTitle"/>
          </p:nvPr>
        </p:nvSpPr>
        <p:spPr>
          <a:xfrm>
            <a:off x="2712052" y="1414683"/>
            <a:ext cx="5253143" cy="2353817"/>
          </a:xfrm>
        </p:spPr>
        <p:txBody>
          <a:bodyPr vert="horz">
            <a:noAutofit/>
          </a:bodyPr>
          <a:lstStyle/>
          <a:p>
            <a:r>
              <a:rPr lang="fr-FR" sz="2400" dirty="0">
                <a:solidFill>
                  <a:prstClr val="white"/>
                </a:solidFill>
                <a:latin typeface="Arial Rounded MT Bold" panose="020F0704030504030204" pitchFamily="34" charset="0"/>
                <a:ea typeface="FangSong" panose="020B0503020204020204" pitchFamily="49" charset="-122"/>
              </a:rPr>
              <a:t>Accompagnement à l’opérationnalisation de la stratégie digitale d’EQDOM</a:t>
            </a:r>
          </a:p>
        </p:txBody>
      </p:sp>
      <p:pic>
        <p:nvPicPr>
          <p:cNvPr id="4" name="Image 3"/>
          <p:cNvPicPr>
            <a:picLocks noChangeAspect="1"/>
          </p:cNvPicPr>
          <p:nvPr/>
        </p:nvPicPr>
        <p:blipFill>
          <a:blip r:embed="rId8"/>
          <a:stretch>
            <a:fillRect/>
          </a:stretch>
        </p:blipFill>
        <p:spPr>
          <a:xfrm>
            <a:off x="539552" y="4186597"/>
            <a:ext cx="1111584" cy="609029"/>
          </a:xfrm>
          <a:prstGeom prst="rect">
            <a:avLst/>
          </a:prstGeom>
        </p:spPr>
      </p:pic>
    </p:spTree>
    <p:extLst>
      <p:ext uri="{BB962C8B-B14F-4D97-AF65-F5344CB8AC3E}">
        <p14:creationId xmlns:p14="http://schemas.microsoft.com/office/powerpoint/2010/main" val="19061963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CE631-C9AF-3665-3AC6-259492C75CBF}"/>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A2D807F-1308-D65D-F298-75860CE8065D}"/>
              </a:ext>
            </a:extLst>
          </p:cNvPr>
          <p:cNvSpPr txBox="1">
            <a:spLocks noGrp="1"/>
          </p:cNvSpPr>
          <p:nvPr>
            <p:ph type="title"/>
          </p:nvPr>
        </p:nvSpPr>
        <p:spPr>
          <a:xfrm>
            <a:off x="689587" y="2494360"/>
            <a:ext cx="1859126" cy="365998"/>
          </a:xfrm>
          <a:prstGeom prst="rect">
            <a:avLst/>
          </a:prstGeom>
        </p:spPr>
        <p:txBody>
          <a:bodyPr vert="horz" wrap="square" lIns="0" tIns="12700" rIns="0" bIns="0" numCol="1" rtlCol="0" anchor="b" anchorCtr="0" compatLnSpc="1">
            <a:prstTxWarp prst="textNoShape">
              <a:avLst/>
            </a:prstTxWarp>
            <a:spAutoFit/>
          </a:bodyPr>
          <a:lstStyle/>
          <a:p>
            <a:pPr marL="12700" algn="ctr">
              <a:spcBef>
                <a:spcPts val="100"/>
              </a:spcBef>
            </a:pPr>
            <a:r>
              <a:rPr sz="2700" spc="-20" dirty="0">
                <a:solidFill>
                  <a:srgbClr val="FFC000"/>
                </a:solidFill>
              </a:rPr>
              <a:t>Agenda</a:t>
            </a:r>
          </a:p>
        </p:txBody>
      </p:sp>
      <p:sp>
        <p:nvSpPr>
          <p:cNvPr id="7" name="object 7">
            <a:extLst>
              <a:ext uri="{FF2B5EF4-FFF2-40B4-BE49-F238E27FC236}">
                <a16:creationId xmlns:a16="http://schemas.microsoft.com/office/drawing/2014/main" id="{06293442-D5A5-D7C2-B3DF-E211DAAD5A5A}"/>
              </a:ext>
            </a:extLst>
          </p:cNvPr>
          <p:cNvSpPr txBox="1"/>
          <p:nvPr/>
        </p:nvSpPr>
        <p:spPr>
          <a:xfrm>
            <a:off x="3423560" y="1419622"/>
            <a:ext cx="5718126" cy="3144451"/>
          </a:xfrm>
          <a:prstGeom prst="rect">
            <a:avLst/>
          </a:prstGeom>
        </p:spPr>
        <p:txBody>
          <a:bodyPr vert="horz" wrap="square" lIns="0" tIns="142240" rIns="0" bIns="0" rtlCol="0">
            <a:spAutoFit/>
          </a:bodyPr>
          <a:lstStyle/>
          <a:p>
            <a:pPr marL="243364" indent="-208598">
              <a:spcBef>
                <a:spcPts val="1800"/>
              </a:spcBef>
              <a:buAutoNum type="arabicPeriod"/>
              <a:tabLst>
                <a:tab pos="243364" algn="l"/>
              </a:tabLst>
            </a:pPr>
            <a:r>
              <a:rPr lang="fr-FR" sz="1500" b="1" spc="-41" dirty="0">
                <a:solidFill>
                  <a:srgbClr val="091B35"/>
                </a:solidFill>
                <a:latin typeface="Tahoma"/>
                <a:cs typeface="Tahoma"/>
              </a:rPr>
              <a:t> </a:t>
            </a:r>
            <a:r>
              <a:rPr lang="fr-FR" sz="1500" b="1" spc="-41" dirty="0" smtClean="0">
                <a:solidFill>
                  <a:srgbClr val="091B35"/>
                </a:solidFill>
                <a:latin typeface="Tahoma"/>
                <a:cs typeface="Tahoma"/>
              </a:rPr>
              <a:t>Rappel du contexte et des ambitions</a:t>
            </a:r>
            <a:endParaRPr lang="fr-FR" sz="1500" b="1" spc="-41" dirty="0">
              <a:solidFill>
                <a:srgbClr val="091B35"/>
              </a:solidFill>
              <a:latin typeface="Tahoma"/>
              <a:cs typeface="Tahoma"/>
            </a:endParaRPr>
          </a:p>
          <a:p>
            <a:pPr marL="243364" indent="-208598">
              <a:spcBef>
                <a:spcPts val="1800"/>
              </a:spcBef>
              <a:buAutoNum type="arabicPeriod"/>
              <a:tabLst>
                <a:tab pos="243364" algn="l"/>
              </a:tabLst>
            </a:pPr>
            <a:r>
              <a:rPr lang="fr-FR" sz="1500" spc="-41" dirty="0">
                <a:solidFill>
                  <a:srgbClr val="091B35"/>
                </a:solidFill>
                <a:latin typeface="Tahoma"/>
                <a:cs typeface="Tahoma"/>
              </a:rPr>
              <a:t> </a:t>
            </a:r>
            <a:r>
              <a:rPr lang="fr-FR" sz="1500" spc="-41" dirty="0" smtClean="0">
                <a:solidFill>
                  <a:srgbClr val="091B35"/>
                </a:solidFill>
                <a:latin typeface="Tahoma"/>
                <a:cs typeface="Tahoma"/>
              </a:rPr>
              <a:t>Rappel de l’approche </a:t>
            </a:r>
            <a:r>
              <a:rPr lang="fr-FR" sz="1500" spc="-41" dirty="0">
                <a:solidFill>
                  <a:srgbClr val="091B35"/>
                </a:solidFill>
                <a:latin typeface="Tahoma"/>
                <a:cs typeface="Tahoma"/>
              </a:rPr>
              <a:t>de transformation Data </a:t>
            </a:r>
          </a:p>
          <a:p>
            <a:pPr marL="357188" lvl="5" indent="-177800">
              <a:spcBef>
                <a:spcPts val="600"/>
              </a:spcBef>
              <a:buFont typeface="Courier New" panose="02070309020205020404" pitchFamily="49" charset="0"/>
              <a:buChar char="o"/>
              <a:tabLst>
                <a:tab pos="243364" algn="l"/>
              </a:tabLst>
            </a:pPr>
            <a:r>
              <a:rPr lang="fr-FR" sz="1500" spc="-41" dirty="0">
                <a:solidFill>
                  <a:srgbClr val="091B35"/>
                </a:solidFill>
                <a:latin typeface="Tahoma"/>
                <a:cs typeface="Tahoma"/>
              </a:rPr>
              <a:t> </a:t>
            </a:r>
            <a:r>
              <a:rPr lang="fr-FR" sz="1500" spc="-41" dirty="0" smtClean="0">
                <a:solidFill>
                  <a:srgbClr val="091B35"/>
                </a:solidFill>
                <a:latin typeface="Tahoma"/>
                <a:cs typeface="Tahoma"/>
              </a:rPr>
              <a:t>Zoom sur le </a:t>
            </a:r>
            <a:r>
              <a:rPr lang="fr-FR" sz="1500" spc="-41" dirty="0">
                <a:solidFill>
                  <a:srgbClr val="091B35"/>
                </a:solidFill>
                <a:latin typeface="Tahoma"/>
                <a:cs typeface="Tahoma"/>
              </a:rPr>
              <a:t>S</a:t>
            </a:r>
            <a:r>
              <a:rPr lang="fr-FR" sz="1500" spc="-41" dirty="0" smtClean="0">
                <a:solidFill>
                  <a:srgbClr val="091B35"/>
                </a:solidFill>
                <a:latin typeface="Tahoma"/>
                <a:cs typeface="Tahoma"/>
              </a:rPr>
              <a:t>tream </a:t>
            </a:r>
            <a:r>
              <a:rPr lang="fr-FR" sz="1500" spc="-41" dirty="0">
                <a:solidFill>
                  <a:srgbClr val="091B35"/>
                </a:solidFill>
                <a:latin typeface="Tahoma"/>
                <a:cs typeface="Tahoma"/>
              </a:rPr>
              <a:t>A – Produits &amp; Usages</a:t>
            </a:r>
          </a:p>
          <a:p>
            <a:pPr marL="357188" lvl="5" indent="-177800">
              <a:spcBef>
                <a:spcPts val="600"/>
              </a:spcBef>
              <a:buFont typeface="Courier New" panose="02070309020205020404" pitchFamily="49" charset="0"/>
              <a:buChar char="o"/>
              <a:tabLst>
                <a:tab pos="243364" algn="l"/>
              </a:tabLst>
            </a:pPr>
            <a:r>
              <a:rPr lang="fr-FR" sz="1500" spc="-41" dirty="0">
                <a:solidFill>
                  <a:srgbClr val="091B35"/>
                </a:solidFill>
                <a:latin typeface="Tahoma"/>
                <a:cs typeface="Tahoma"/>
              </a:rPr>
              <a:t> </a:t>
            </a:r>
            <a:r>
              <a:rPr lang="fr-FR" sz="1500" spc="-41" dirty="0" smtClean="0">
                <a:solidFill>
                  <a:srgbClr val="091B35"/>
                </a:solidFill>
                <a:latin typeface="Tahoma"/>
                <a:cs typeface="Tahoma"/>
              </a:rPr>
              <a:t>Zoom sur le Stream </a:t>
            </a:r>
            <a:r>
              <a:rPr lang="fr-FR" sz="1500" spc="-41" dirty="0">
                <a:solidFill>
                  <a:srgbClr val="091B35"/>
                </a:solidFill>
                <a:latin typeface="Tahoma"/>
                <a:cs typeface="Tahoma"/>
              </a:rPr>
              <a:t>B – Plateforme Technologique</a:t>
            </a:r>
          </a:p>
          <a:p>
            <a:pPr marL="357188" lvl="5" indent="-177800">
              <a:spcBef>
                <a:spcPts val="600"/>
              </a:spcBef>
              <a:buFont typeface="Courier New" panose="02070309020205020404" pitchFamily="49" charset="0"/>
              <a:buChar char="o"/>
              <a:tabLst>
                <a:tab pos="243364" algn="l"/>
              </a:tabLst>
            </a:pPr>
            <a:r>
              <a:rPr lang="fr-FR" sz="1500" spc="-41" dirty="0">
                <a:solidFill>
                  <a:srgbClr val="091B35"/>
                </a:solidFill>
                <a:latin typeface="Tahoma"/>
                <a:cs typeface="Tahoma"/>
              </a:rPr>
              <a:t> </a:t>
            </a:r>
            <a:r>
              <a:rPr lang="fr-FR" sz="1500" spc="-41" dirty="0" smtClean="0">
                <a:solidFill>
                  <a:srgbClr val="091B35"/>
                </a:solidFill>
                <a:latin typeface="Tahoma"/>
                <a:cs typeface="Tahoma"/>
              </a:rPr>
              <a:t>Zoom sur le Stream </a:t>
            </a:r>
            <a:r>
              <a:rPr lang="fr-FR" sz="1500" spc="-41" dirty="0">
                <a:solidFill>
                  <a:srgbClr val="091B35"/>
                </a:solidFill>
                <a:latin typeface="Tahoma"/>
                <a:cs typeface="Tahoma"/>
              </a:rPr>
              <a:t>C – Gouvernance et Organisation</a:t>
            </a:r>
          </a:p>
          <a:p>
            <a:pPr marL="243364" indent="-208598">
              <a:spcBef>
                <a:spcPts val="1800"/>
              </a:spcBef>
              <a:buAutoNum type="arabicPeriod"/>
              <a:tabLst>
                <a:tab pos="243364" algn="l"/>
              </a:tabLst>
            </a:pPr>
            <a:r>
              <a:rPr lang="fr-FR" sz="1500" spc="-41" dirty="0" smtClean="0">
                <a:solidFill>
                  <a:srgbClr val="091B35"/>
                </a:solidFill>
                <a:latin typeface="Tahoma"/>
                <a:cs typeface="Tahoma"/>
              </a:rPr>
              <a:t>Présentation du planning et avancement</a:t>
            </a:r>
          </a:p>
          <a:p>
            <a:pPr marL="243364" indent="-208598">
              <a:spcBef>
                <a:spcPts val="1800"/>
              </a:spcBef>
              <a:buAutoNum type="arabicPeriod"/>
              <a:tabLst>
                <a:tab pos="243364" algn="l"/>
              </a:tabLst>
            </a:pPr>
            <a:r>
              <a:rPr lang="fr-FR" sz="1500" spc="-41" dirty="0" smtClean="0">
                <a:solidFill>
                  <a:srgbClr val="091B35"/>
                </a:solidFill>
                <a:latin typeface="Tahoma"/>
                <a:cs typeface="Tahoma"/>
              </a:rPr>
              <a:t>Présentation de l’équipe projet</a:t>
            </a:r>
          </a:p>
          <a:p>
            <a:pPr marL="243364" indent="-208598">
              <a:spcBef>
                <a:spcPts val="1800"/>
              </a:spcBef>
              <a:buFont typeface="Arial"/>
              <a:buAutoNum type="arabicPeriod"/>
              <a:tabLst>
                <a:tab pos="243364" algn="l"/>
              </a:tabLst>
            </a:pPr>
            <a:r>
              <a:rPr lang="fr-FR" sz="1500" spc="-41" dirty="0" err="1">
                <a:solidFill>
                  <a:srgbClr val="091B35"/>
                </a:solidFill>
                <a:latin typeface="Tahoma"/>
                <a:cs typeface="Tahoma"/>
              </a:rPr>
              <a:t>Next</a:t>
            </a:r>
            <a:r>
              <a:rPr lang="fr-FR" sz="1500" spc="-41" dirty="0">
                <a:solidFill>
                  <a:srgbClr val="091B35"/>
                </a:solidFill>
                <a:latin typeface="Tahoma"/>
                <a:cs typeface="Tahoma"/>
              </a:rPr>
              <a:t> </a:t>
            </a:r>
            <a:r>
              <a:rPr lang="fr-FR" sz="1500" spc="-41" dirty="0" err="1" smtClean="0">
                <a:solidFill>
                  <a:srgbClr val="091B35"/>
                </a:solidFill>
                <a:latin typeface="Tahoma"/>
                <a:cs typeface="Tahoma"/>
              </a:rPr>
              <a:t>steps</a:t>
            </a:r>
            <a:endParaRPr lang="fr-FR" sz="1500" spc="-41" dirty="0">
              <a:solidFill>
                <a:srgbClr val="091B35"/>
              </a:solidFill>
              <a:latin typeface="Tahoma"/>
              <a:cs typeface="Tahoma"/>
            </a:endParaRPr>
          </a:p>
        </p:txBody>
      </p:sp>
      <p:sp>
        <p:nvSpPr>
          <p:cNvPr id="8" name="object 8">
            <a:extLst>
              <a:ext uri="{FF2B5EF4-FFF2-40B4-BE49-F238E27FC236}">
                <a16:creationId xmlns:a16="http://schemas.microsoft.com/office/drawing/2014/main" id="{BC4F8AAF-4E86-0675-B4CF-09CE8A37509B}"/>
              </a:ext>
            </a:extLst>
          </p:cNvPr>
          <p:cNvSpPr/>
          <p:nvPr/>
        </p:nvSpPr>
        <p:spPr>
          <a:xfrm>
            <a:off x="2987824" y="1419623"/>
            <a:ext cx="0" cy="2988000"/>
          </a:xfrm>
          <a:custGeom>
            <a:avLst/>
            <a:gdLst/>
            <a:ahLst/>
            <a:cxnLst/>
            <a:rect l="l" t="t" r="r" b="b"/>
            <a:pathLst>
              <a:path w="4445" h="4456430">
                <a:moveTo>
                  <a:pt x="3899" y="0"/>
                </a:moveTo>
                <a:lnTo>
                  <a:pt x="0" y="4455899"/>
                </a:lnTo>
              </a:path>
            </a:pathLst>
          </a:custGeom>
          <a:ln w="9524">
            <a:solidFill>
              <a:srgbClr val="CED1D7"/>
            </a:solidFill>
          </a:ln>
        </p:spPr>
        <p:txBody>
          <a:bodyPr wrap="square" lIns="0" tIns="0" rIns="0" bIns="0" rtlCol="0"/>
          <a:lstStyle/>
          <a:p>
            <a:pPr defTabSz="914378"/>
            <a:endParaRPr sz="1800">
              <a:solidFill>
                <a:sysClr val="windowText" lastClr="000000"/>
              </a:solidFill>
            </a:endParaRPr>
          </a:p>
        </p:txBody>
      </p:sp>
      <p:pic>
        <p:nvPicPr>
          <p:cNvPr id="9" name="Image 93" descr="logo SEVEN-01.png">
            <a:extLst>
              <a:ext uri="{FF2B5EF4-FFF2-40B4-BE49-F238E27FC236}">
                <a16:creationId xmlns:a16="http://schemas.microsoft.com/office/drawing/2014/main" id="{FBCE7CD1-C8BD-7A48-080F-C7C9B669725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3528" y="2355727"/>
            <a:ext cx="512800" cy="526201"/>
          </a:xfrm>
          <a:prstGeom prst="rect">
            <a:avLst/>
          </a:prstGeom>
          <a:effectLst>
            <a:outerShdw blurRad="101600" dist="25400" dir="4380000" algn="tl" rotWithShape="0">
              <a:schemeClr val="tx1">
                <a:lumMod val="65000"/>
                <a:lumOff val="35000"/>
                <a:alpha val="44000"/>
              </a:schemeClr>
            </a:outerShdw>
          </a:effectLst>
        </p:spPr>
      </p:pic>
      <p:sp>
        <p:nvSpPr>
          <p:cNvPr id="10" name="Rectangle 9"/>
          <p:cNvSpPr/>
          <p:nvPr/>
        </p:nvSpPr>
        <p:spPr>
          <a:xfrm>
            <a:off x="0" y="771550"/>
            <a:ext cx="9144000" cy="540332"/>
          </a:xfrm>
          <a:prstGeom prst="rect">
            <a:avLst/>
          </a:prstGeom>
          <a:solidFill>
            <a:schemeClr val="bg1">
              <a:lumMod val="95000"/>
            </a:schemeClr>
          </a:solidFill>
        </p:spPr>
        <p:txBody>
          <a:bodyPr wrap="square" lIns="77907" tIns="38953" rIns="77907" bIns="38953" anchor="ctr">
            <a:spAutoFit/>
          </a:bodyPr>
          <a:lstStyle/>
          <a:p>
            <a:pPr algn="ctr">
              <a:defRPr/>
            </a:pPr>
            <a:r>
              <a:rPr kumimoji="0" lang="fr-FR" sz="1500" i="0" u="none" strike="noStrike" kern="0" cap="none" spc="0" normalizeH="0" baseline="0" noProof="0" dirty="0">
                <a:ln>
                  <a:noFill/>
                </a:ln>
                <a:solidFill>
                  <a:srgbClr val="000000"/>
                </a:solidFill>
                <a:effectLst/>
                <a:uLnTx/>
                <a:uFillTx/>
                <a:latin typeface="Arial"/>
                <a:cs typeface="Arial"/>
                <a:sym typeface="Arial"/>
              </a:rPr>
              <a:t>Dans le cadre du projet </a:t>
            </a:r>
            <a:r>
              <a:rPr lang="fr-FR" sz="1500" b="1" dirty="0" smtClean="0"/>
              <a:t>d’accompagnement </a:t>
            </a:r>
            <a:r>
              <a:rPr lang="fr-FR" sz="1500" b="1" dirty="0"/>
              <a:t>à l’opérationnalisation de la stratégie </a:t>
            </a:r>
            <a:r>
              <a:rPr lang="fr-FR" sz="1500" b="1" dirty="0" smtClean="0"/>
              <a:t>digitale</a:t>
            </a:r>
            <a:r>
              <a:rPr kumimoji="0" lang="fr-FR" sz="1500" i="0" u="none" strike="noStrike" kern="0" cap="none" spc="0" normalizeH="0" baseline="0" noProof="0" dirty="0" smtClean="0">
                <a:ln>
                  <a:noFill/>
                </a:ln>
                <a:solidFill>
                  <a:srgbClr val="000000"/>
                </a:solidFill>
                <a:effectLst/>
                <a:uLnTx/>
                <a:uFillTx/>
                <a:latin typeface="Arial"/>
                <a:cs typeface="Arial"/>
                <a:sym typeface="Arial"/>
              </a:rPr>
              <a:t>, </a:t>
            </a:r>
            <a:r>
              <a:rPr kumimoji="0" lang="fr-FR" sz="1500" i="0" u="none" strike="noStrike" kern="0" cap="none" spc="0" normalizeH="0" baseline="0" noProof="0" dirty="0">
                <a:ln>
                  <a:noFill/>
                </a:ln>
                <a:solidFill>
                  <a:srgbClr val="000000"/>
                </a:solidFill>
                <a:effectLst/>
                <a:uLnTx/>
                <a:uFillTx/>
                <a:latin typeface="Arial"/>
                <a:cs typeface="Arial"/>
                <a:sym typeface="Arial"/>
              </a:rPr>
              <a:t>ce Kick-off a pour principal objectif de de vous présenter :</a:t>
            </a:r>
            <a:endParaRPr kumimoji="0" lang="fr-FR" sz="1500" b="1" i="0" u="none" strike="noStrike" kern="0" cap="none" spc="0" normalizeH="0" baseline="0" noProof="0" dirty="0">
              <a:ln>
                <a:noFill/>
              </a:ln>
              <a:solidFill>
                <a:srgbClr val="000000"/>
              </a:solidFill>
              <a:effectLst/>
              <a:uLnTx/>
              <a:uFillTx/>
              <a:latin typeface="Arial"/>
              <a:cs typeface="Arial"/>
              <a:sym typeface="Arial"/>
            </a:endParaRPr>
          </a:p>
        </p:txBody>
      </p:sp>
      <p:pic>
        <p:nvPicPr>
          <p:cNvPr id="11" name="Image 10"/>
          <p:cNvPicPr>
            <a:picLocks noChangeAspect="1"/>
          </p:cNvPicPr>
          <p:nvPr/>
        </p:nvPicPr>
        <p:blipFill>
          <a:blip r:embed="rId3"/>
          <a:stretch>
            <a:fillRect/>
          </a:stretch>
        </p:blipFill>
        <p:spPr>
          <a:xfrm>
            <a:off x="6891377" y="122934"/>
            <a:ext cx="920983" cy="504600"/>
          </a:xfrm>
          <a:prstGeom prst="rect">
            <a:avLst/>
          </a:prstGeom>
        </p:spPr>
      </p:pic>
    </p:spTree>
    <p:extLst>
      <p:ext uri="{BB962C8B-B14F-4D97-AF65-F5344CB8AC3E}">
        <p14:creationId xmlns:p14="http://schemas.microsoft.com/office/powerpoint/2010/main" val="994021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982EF85-91B4-4C0F-C7A1-50A6225BDC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39" r="31313"/>
          <a:stretch/>
        </p:blipFill>
        <p:spPr bwMode="auto">
          <a:xfrm>
            <a:off x="3795266" y="0"/>
            <a:ext cx="2147513" cy="51435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2"/>
          <p:cNvSpPr txBox="1"/>
          <p:nvPr/>
        </p:nvSpPr>
        <p:spPr>
          <a:xfrm>
            <a:off x="338548" y="793276"/>
            <a:ext cx="2993758" cy="581698"/>
          </a:xfrm>
          <a:prstGeom prst="rect">
            <a:avLst/>
          </a:prstGeom>
          <a:noFill/>
        </p:spPr>
        <p:txBody>
          <a:bodyPr wrap="square" lIns="0" tIns="0" rIns="0" bIns="0" rtlCol="0">
            <a:spAutoFit/>
          </a:bodyPr>
          <a:lstStyle/>
          <a:p>
            <a:pPr algn="ctr" defTabSz="914355">
              <a:lnSpc>
                <a:spcPct val="90000"/>
              </a:lnSpc>
              <a:defRPr/>
            </a:pPr>
            <a:r>
              <a:rPr lang="fr-FR" sz="2100" b="1" cap="all" dirty="0">
                <a:latin typeface="Tahoma" panose="020B0604030504040204" pitchFamily="34" charset="0"/>
                <a:ea typeface="Tahoma" panose="020B0604030504040204" pitchFamily="34" charset="0"/>
                <a:cs typeface="Tahoma" panose="020B0604030504040204" pitchFamily="34" charset="0"/>
              </a:rPr>
              <a:t>Contexte &amp; AMBITIONS d’EQDOM</a:t>
            </a:r>
          </a:p>
        </p:txBody>
      </p:sp>
      <p:sp>
        <p:nvSpPr>
          <p:cNvPr id="20" name="TextBox 5"/>
          <p:cNvSpPr txBox="1"/>
          <p:nvPr/>
        </p:nvSpPr>
        <p:spPr>
          <a:xfrm>
            <a:off x="368011" y="1524544"/>
            <a:ext cx="3279757" cy="2875146"/>
          </a:xfrm>
          <a:prstGeom prst="rect">
            <a:avLst/>
          </a:prstGeom>
          <a:noFill/>
        </p:spPr>
        <p:txBody>
          <a:bodyPr wrap="square" lIns="0" tIns="0" rIns="0" bIns="0" rtlCol="0">
            <a:spAutoFit/>
          </a:bodyPr>
          <a:lstStyle/>
          <a:p>
            <a:pPr defTabSz="914355">
              <a:spcAft>
                <a:spcPts val="450"/>
              </a:spcAft>
              <a:defRPr/>
            </a:pPr>
            <a:r>
              <a:rPr lang="fr-FR" sz="1050" dirty="0">
                <a:latin typeface="Arial" charset="0"/>
                <a:ea typeface="Arial" charset="0"/>
                <a:cs typeface="Arial" charset="0"/>
              </a:rPr>
              <a:t>À compter de 2025, EQDOM entend donner une place centrale à </a:t>
            </a:r>
            <a:r>
              <a:rPr lang="fr-FR" sz="1050" b="1" dirty="0">
                <a:latin typeface="Arial" charset="0"/>
                <a:ea typeface="Arial" charset="0"/>
                <a:cs typeface="Arial" charset="0"/>
              </a:rPr>
              <a:t>l’exploitation de des données </a:t>
            </a:r>
            <a:r>
              <a:rPr lang="fr-FR" sz="1050" dirty="0">
                <a:latin typeface="Arial" charset="0"/>
                <a:ea typeface="Arial" charset="0"/>
                <a:cs typeface="Arial" charset="0"/>
              </a:rPr>
              <a:t>pour </a:t>
            </a:r>
            <a:r>
              <a:rPr lang="fr-FR" sz="1050" b="1" dirty="0">
                <a:latin typeface="Arial" charset="0"/>
                <a:ea typeface="Arial" charset="0"/>
                <a:cs typeface="Arial" charset="0"/>
              </a:rPr>
              <a:t>soutenir ses objectifs stratégiques</a:t>
            </a:r>
            <a:r>
              <a:rPr lang="fr-FR" sz="1050" dirty="0">
                <a:latin typeface="Arial" charset="0"/>
                <a:ea typeface="Arial" charset="0"/>
                <a:cs typeface="Arial" charset="0"/>
              </a:rPr>
              <a:t>. </a:t>
            </a:r>
          </a:p>
          <a:p>
            <a:pPr defTabSz="914355">
              <a:spcAft>
                <a:spcPts val="450"/>
              </a:spcAft>
              <a:defRPr/>
            </a:pPr>
            <a:r>
              <a:rPr lang="fr-FR" sz="1050" dirty="0">
                <a:latin typeface="Arial" charset="0"/>
                <a:ea typeface="Arial" charset="0"/>
                <a:cs typeface="Arial" charset="0"/>
              </a:rPr>
              <a:t>EQDOM souhaite non </a:t>
            </a:r>
            <a:r>
              <a:rPr lang="fr-FR" sz="1050" b="1" dirty="0">
                <a:latin typeface="Arial" charset="0"/>
                <a:ea typeface="Arial" charset="0"/>
                <a:cs typeface="Arial" charset="0"/>
              </a:rPr>
              <a:t>seulement améliorer le pilotage de la performance</a:t>
            </a:r>
            <a:r>
              <a:rPr lang="fr-FR" sz="1050" dirty="0">
                <a:latin typeface="Arial" charset="0"/>
                <a:ea typeface="Arial" charset="0"/>
                <a:cs typeface="Arial" charset="0"/>
              </a:rPr>
              <a:t> (</a:t>
            </a:r>
            <a:r>
              <a:rPr lang="fr-FR" sz="1050" dirty="0" err="1">
                <a:latin typeface="Arial" charset="0"/>
                <a:ea typeface="Arial" charset="0"/>
                <a:cs typeface="Arial" charset="0"/>
              </a:rPr>
              <a:t>reporting</a:t>
            </a:r>
            <a:r>
              <a:rPr lang="fr-FR" sz="1050" dirty="0">
                <a:latin typeface="Arial" charset="0"/>
                <a:ea typeface="Arial" charset="0"/>
                <a:cs typeface="Arial" charset="0"/>
              </a:rPr>
              <a:t>, indicateurs clés, tableaux de bord), mais aussi développer des initiatives plus avancées, tirant partie de la </a:t>
            </a:r>
            <a:r>
              <a:rPr lang="fr-FR" sz="1050" b="1" dirty="0">
                <a:latin typeface="Arial" charset="0"/>
                <a:ea typeface="Arial" charset="0"/>
                <a:cs typeface="Arial" charset="0"/>
              </a:rPr>
              <a:t>puissance de l’IA</a:t>
            </a:r>
            <a:r>
              <a:rPr lang="fr-FR" sz="1050" dirty="0">
                <a:latin typeface="Arial" charset="0"/>
                <a:ea typeface="Arial" charset="0"/>
                <a:cs typeface="Arial" charset="0"/>
              </a:rPr>
              <a:t> : déployer des </a:t>
            </a:r>
            <a:r>
              <a:rPr lang="fr-FR" sz="1050" b="1" dirty="0">
                <a:latin typeface="Arial" charset="0"/>
                <a:ea typeface="Arial" charset="0"/>
                <a:cs typeface="Arial" charset="0"/>
              </a:rPr>
              <a:t>modèles prédictifs </a:t>
            </a:r>
            <a:r>
              <a:rPr lang="fr-FR" sz="1050" dirty="0">
                <a:latin typeface="Arial" charset="0"/>
                <a:ea typeface="Arial" charset="0"/>
                <a:cs typeface="Arial" charset="0"/>
              </a:rPr>
              <a:t>pour mieux anticiper les risques, affiner la connaissance client pour personnaliser davantage les offres et capitaliser sur </a:t>
            </a:r>
            <a:r>
              <a:rPr lang="fr-FR" sz="1050" dirty="0" err="1">
                <a:latin typeface="Arial" charset="0"/>
                <a:ea typeface="Arial" charset="0"/>
                <a:cs typeface="Arial" charset="0"/>
              </a:rPr>
              <a:t>l’analytics</a:t>
            </a:r>
            <a:r>
              <a:rPr lang="fr-FR" sz="1050" dirty="0">
                <a:latin typeface="Arial" charset="0"/>
                <a:ea typeface="Arial" charset="0"/>
                <a:cs typeface="Arial" charset="0"/>
              </a:rPr>
              <a:t> pour ajuster les processus opérationnels en temps quasi réel. </a:t>
            </a:r>
          </a:p>
          <a:p>
            <a:pPr defTabSz="914355">
              <a:spcAft>
                <a:spcPts val="450"/>
              </a:spcAft>
              <a:defRPr/>
            </a:pPr>
            <a:r>
              <a:rPr lang="fr-FR" sz="1050" dirty="0">
                <a:latin typeface="Arial" charset="0"/>
                <a:ea typeface="Arial" charset="0"/>
                <a:cs typeface="Arial" charset="0"/>
              </a:rPr>
              <a:t>Cette volonté de </a:t>
            </a:r>
            <a:r>
              <a:rPr lang="fr-FR" sz="1050" b="1" dirty="0">
                <a:latin typeface="Arial" charset="0"/>
                <a:ea typeface="Arial" charset="0"/>
                <a:cs typeface="Arial" charset="0"/>
              </a:rPr>
              <a:t>placer la data au cœur de la transformation </a:t>
            </a:r>
            <a:r>
              <a:rPr lang="fr-FR" sz="1050" dirty="0">
                <a:latin typeface="Arial" charset="0"/>
                <a:ea typeface="Arial" charset="0"/>
                <a:cs typeface="Arial" charset="0"/>
              </a:rPr>
              <a:t>requiert une révision en profondeur des pratiques, de la gouvernance et des infrastructures existantes, de manière à rendre les traitements de données plus fiables, plus rapides et plus évolutifs</a:t>
            </a:r>
            <a:endParaRPr lang="fr-FR" sz="1050" b="1" dirty="0">
              <a:latin typeface="Arial" charset="0"/>
              <a:ea typeface="Arial" charset="0"/>
              <a:cs typeface="Arial" charset="0"/>
            </a:endParaRPr>
          </a:p>
        </p:txBody>
      </p:sp>
      <p:sp>
        <p:nvSpPr>
          <p:cNvPr id="9" name="TextBox 4"/>
          <p:cNvSpPr txBox="1"/>
          <p:nvPr/>
        </p:nvSpPr>
        <p:spPr>
          <a:xfrm>
            <a:off x="6247316" y="3401286"/>
            <a:ext cx="2684187" cy="290849"/>
          </a:xfrm>
          <a:prstGeom prst="rect">
            <a:avLst/>
          </a:prstGeom>
          <a:noFill/>
        </p:spPr>
        <p:txBody>
          <a:bodyPr wrap="square" lIns="0" tIns="0" rIns="0" bIns="0" rtlCol="0">
            <a:spAutoFit/>
          </a:bodyPr>
          <a:lstStyle/>
          <a:p>
            <a:pPr defTabSz="914355">
              <a:lnSpc>
                <a:spcPct val="90000"/>
              </a:lnSpc>
              <a:defRPr/>
            </a:pPr>
            <a:r>
              <a:rPr lang="fr-FR" sz="1050" b="1" dirty="0">
                <a:solidFill>
                  <a:prstClr val="white"/>
                </a:solidFill>
                <a:latin typeface="Arial Black" charset="0"/>
                <a:ea typeface="Arial Black" charset="0"/>
                <a:cs typeface="Arial Black" charset="0"/>
              </a:rPr>
              <a:t>Recommandation récente de l’actionnaire – le CLOUD</a:t>
            </a:r>
          </a:p>
        </p:txBody>
      </p:sp>
      <p:sp>
        <p:nvSpPr>
          <p:cNvPr id="11" name="TextBox 3"/>
          <p:cNvSpPr txBox="1"/>
          <p:nvPr/>
        </p:nvSpPr>
        <p:spPr>
          <a:xfrm>
            <a:off x="6230793" y="546321"/>
            <a:ext cx="2626769" cy="900246"/>
          </a:xfrm>
          <a:prstGeom prst="rect">
            <a:avLst/>
          </a:prstGeom>
          <a:noFill/>
        </p:spPr>
        <p:txBody>
          <a:bodyPr wrap="square" lIns="0" tIns="0" rIns="0" bIns="0" rtlCol="0">
            <a:spAutoFit/>
          </a:bodyPr>
          <a:lstStyle/>
          <a:p>
            <a:pPr defTabSz="914355">
              <a:spcAft>
                <a:spcPts val="300"/>
              </a:spcAft>
              <a:defRPr/>
            </a:pPr>
            <a:r>
              <a:rPr lang="fr-FR" sz="975" dirty="0">
                <a:solidFill>
                  <a:prstClr val="white"/>
                </a:solidFill>
                <a:latin typeface="Arial" charset="0"/>
                <a:ea typeface="Arial" charset="0"/>
                <a:cs typeface="Arial" charset="0"/>
              </a:rPr>
              <a:t>Les données sont essentiellement traitées de façon artisanale à travers des extractions manuelles, puis retraitées dans Power BI. Il manque un socle commun qui standardise, gouverne et expose les données de façon industrielle.</a:t>
            </a:r>
          </a:p>
        </p:txBody>
      </p:sp>
      <p:sp>
        <p:nvSpPr>
          <p:cNvPr id="12" name="TextBox 4"/>
          <p:cNvSpPr txBox="1"/>
          <p:nvPr/>
        </p:nvSpPr>
        <p:spPr>
          <a:xfrm>
            <a:off x="6206004" y="142777"/>
            <a:ext cx="2526583" cy="290849"/>
          </a:xfrm>
          <a:prstGeom prst="rect">
            <a:avLst/>
          </a:prstGeom>
          <a:noFill/>
        </p:spPr>
        <p:txBody>
          <a:bodyPr wrap="square" lIns="0" tIns="0" rIns="0" bIns="0" rtlCol="0">
            <a:spAutoFit/>
          </a:bodyPr>
          <a:lstStyle/>
          <a:p>
            <a:pPr defTabSz="914355">
              <a:lnSpc>
                <a:spcPct val="90000"/>
              </a:lnSpc>
              <a:defRPr/>
            </a:pPr>
            <a:r>
              <a:rPr lang="fr-FR" sz="1050" b="1" dirty="0">
                <a:solidFill>
                  <a:prstClr val="white"/>
                </a:solidFill>
                <a:latin typeface="Arial Black" charset="0"/>
                <a:ea typeface="Arial Black" charset="0"/>
                <a:cs typeface="Arial Black" charset="0"/>
              </a:rPr>
              <a:t>Absence de plateforme data unifiée aujourd’hui</a:t>
            </a:r>
          </a:p>
        </p:txBody>
      </p:sp>
      <p:sp>
        <p:nvSpPr>
          <p:cNvPr id="8" name="TextBox 3"/>
          <p:cNvSpPr txBox="1"/>
          <p:nvPr/>
        </p:nvSpPr>
        <p:spPr>
          <a:xfrm>
            <a:off x="6247316" y="3824943"/>
            <a:ext cx="2745722" cy="1050288"/>
          </a:xfrm>
          <a:prstGeom prst="rect">
            <a:avLst/>
          </a:prstGeom>
          <a:noFill/>
        </p:spPr>
        <p:txBody>
          <a:bodyPr wrap="square" lIns="0" tIns="0" rIns="0" bIns="0" rtlCol="0">
            <a:spAutoFit/>
          </a:bodyPr>
          <a:lstStyle/>
          <a:p>
            <a:pPr defTabSz="914355">
              <a:spcAft>
                <a:spcPts val="300"/>
              </a:spcAft>
              <a:defRPr/>
            </a:pPr>
            <a:r>
              <a:rPr lang="fr-FR" sz="975" dirty="0">
                <a:solidFill>
                  <a:prstClr val="white"/>
                </a:solidFill>
                <a:latin typeface="Arial" charset="0"/>
                <a:ea typeface="Arial" charset="0"/>
                <a:cs typeface="Arial" charset="0"/>
              </a:rPr>
              <a:t>L’actionnaire invite EQDOM à explorer les technologies cloud pour gagner en autonomie et en agilité, sans faire de la convergence avec la banque une obligation. L’objectif est de soutenir efficacement les projets IA, data science et autres usages avancés de la data, tout en tirant parti de la flexibilité et puissance du cloud</a:t>
            </a:r>
          </a:p>
        </p:txBody>
      </p:sp>
      <p:pic>
        <p:nvPicPr>
          <p:cNvPr id="17" name="Image 16" descr="logo SEVEN-01.png">
            <a:extLst>
              <a:ext uri="{FF2B5EF4-FFF2-40B4-BE49-F238E27FC236}">
                <a16:creationId xmlns:a16="http://schemas.microsoft.com/office/drawing/2014/main" id="{87E0602C-5F53-8835-2C1E-63AA80BB6AC7}"/>
              </a:ext>
            </a:extLst>
          </p:cNvPr>
          <p:cNvPicPr>
            <a:picLocks noChangeAspect="1"/>
          </p:cNvPicPr>
          <p:nvPr/>
        </p:nvPicPr>
        <p:blipFill>
          <a:blip r:embed="rId3" cstate="print"/>
          <a:stretch>
            <a:fillRect/>
          </a:stretch>
        </p:blipFill>
        <p:spPr>
          <a:xfrm>
            <a:off x="272570" y="94162"/>
            <a:ext cx="727211" cy="705143"/>
          </a:xfrm>
          <a:prstGeom prst="rect">
            <a:avLst/>
          </a:prstGeom>
        </p:spPr>
      </p:pic>
      <p:sp>
        <p:nvSpPr>
          <p:cNvPr id="10" name="TextBox 4">
            <a:extLst>
              <a:ext uri="{FF2B5EF4-FFF2-40B4-BE49-F238E27FC236}">
                <a16:creationId xmlns:a16="http://schemas.microsoft.com/office/drawing/2014/main" id="{306243BD-3619-BE21-D22E-D925AA60E13B}"/>
              </a:ext>
            </a:extLst>
          </p:cNvPr>
          <p:cNvSpPr txBox="1"/>
          <p:nvPr/>
        </p:nvSpPr>
        <p:spPr>
          <a:xfrm>
            <a:off x="6230791" y="1654556"/>
            <a:ext cx="2833415" cy="290849"/>
          </a:xfrm>
          <a:prstGeom prst="rect">
            <a:avLst/>
          </a:prstGeom>
          <a:noFill/>
        </p:spPr>
        <p:txBody>
          <a:bodyPr wrap="square" lIns="0" tIns="0" rIns="0" bIns="0" rtlCol="0">
            <a:spAutoFit/>
          </a:bodyPr>
          <a:lstStyle/>
          <a:p>
            <a:pPr defTabSz="914355">
              <a:lnSpc>
                <a:spcPct val="90000"/>
              </a:lnSpc>
              <a:defRPr/>
            </a:pPr>
            <a:r>
              <a:rPr lang="fr-FR" sz="1050" b="1" dirty="0">
                <a:solidFill>
                  <a:prstClr val="white"/>
                </a:solidFill>
                <a:latin typeface="Arial Black" charset="0"/>
                <a:ea typeface="Arial Black" charset="0"/>
                <a:cs typeface="Arial Black" charset="0"/>
              </a:rPr>
              <a:t>Vision : un nouveau socle BI et une convergence banque</a:t>
            </a:r>
          </a:p>
        </p:txBody>
      </p:sp>
      <p:sp>
        <p:nvSpPr>
          <p:cNvPr id="13" name="TextBox 3">
            <a:extLst>
              <a:ext uri="{FF2B5EF4-FFF2-40B4-BE49-F238E27FC236}">
                <a16:creationId xmlns:a16="http://schemas.microsoft.com/office/drawing/2014/main" id="{38E81B21-7E1E-025F-5C4F-7960F61B15A9}"/>
              </a:ext>
            </a:extLst>
          </p:cNvPr>
          <p:cNvSpPr txBox="1"/>
          <p:nvPr/>
        </p:nvSpPr>
        <p:spPr>
          <a:xfrm>
            <a:off x="6230791" y="2038273"/>
            <a:ext cx="2626769" cy="1200329"/>
          </a:xfrm>
          <a:prstGeom prst="rect">
            <a:avLst/>
          </a:prstGeom>
          <a:noFill/>
        </p:spPr>
        <p:txBody>
          <a:bodyPr wrap="square" lIns="0" tIns="0" rIns="0" bIns="0" rtlCol="0">
            <a:spAutoFit/>
          </a:bodyPr>
          <a:lstStyle/>
          <a:p>
            <a:pPr defTabSz="914355">
              <a:spcAft>
                <a:spcPts val="300"/>
              </a:spcAft>
              <a:defRPr/>
            </a:pPr>
            <a:r>
              <a:rPr lang="fr-FR" sz="975" dirty="0">
                <a:solidFill>
                  <a:prstClr val="white"/>
                </a:solidFill>
                <a:latin typeface="Arial" charset="0"/>
                <a:ea typeface="Arial" charset="0"/>
                <a:cs typeface="Arial" charset="0"/>
              </a:rPr>
              <a:t>Le projet de « socle data » / BI, déjà lancé, prévoit un déploiement dès cette année pour répondre aux besoins de pilotage urgents et propres à EQDOM. Avec une vision à terme, de converger vers la plateforme data moderne de la banque, assurant une mutualisation des infrastructures et un partage plus efficace des ressources.</a:t>
            </a:r>
            <a:endParaRPr lang="en-US" sz="975" b="1" u="sng" dirty="0">
              <a:solidFill>
                <a:prstClr val="white"/>
              </a:solidFill>
              <a:latin typeface="Arial" charset="0"/>
              <a:ea typeface="Arial" charset="0"/>
              <a:cs typeface="Arial" charset="0"/>
            </a:endParaRPr>
          </a:p>
        </p:txBody>
      </p:sp>
      <p:sp>
        <p:nvSpPr>
          <p:cNvPr id="4" name="Rectangle 3">
            <a:extLst>
              <a:ext uri="{FF2B5EF4-FFF2-40B4-BE49-F238E27FC236}">
                <a16:creationId xmlns:a16="http://schemas.microsoft.com/office/drawing/2014/main" id="{17B3F960-2DA6-803C-898C-05E87E9781A0}"/>
              </a:ext>
            </a:extLst>
          </p:cNvPr>
          <p:cNvSpPr/>
          <p:nvPr/>
        </p:nvSpPr>
        <p:spPr>
          <a:xfrm>
            <a:off x="3789668" y="-6714"/>
            <a:ext cx="2153031" cy="5142974"/>
          </a:xfrm>
          <a:prstGeom prst="rect">
            <a:avLst/>
          </a:prstGeom>
          <a:solidFill>
            <a:schemeClr val="bg1">
              <a:alpha val="48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55">
              <a:defRPr/>
            </a:pPr>
            <a:endParaRPr lang="fr-FR" sz="1200" dirty="0">
              <a:solidFill>
                <a:srgbClr val="FFFFFF"/>
              </a:solidFill>
              <a:latin typeface="Trebuchet MS"/>
            </a:endParaRPr>
          </a:p>
        </p:txBody>
      </p:sp>
      <p:sp>
        <p:nvSpPr>
          <p:cNvPr id="7" name="AutoShape 2">
            <a:extLst>
              <a:ext uri="{FF2B5EF4-FFF2-40B4-BE49-F238E27FC236}">
                <a16:creationId xmlns:a16="http://schemas.microsoft.com/office/drawing/2014/main" id="{9C7732D8-060B-F070-F847-7942EC9CEEB4}"/>
              </a:ext>
            </a:extLst>
          </p:cNvPr>
          <p:cNvSpPr>
            <a:spLocks noChangeAspect="1" noChangeArrowheads="1"/>
          </p:cNvSpPr>
          <p:nvPr/>
        </p:nvSpPr>
        <p:spPr bwMode="auto">
          <a:xfrm>
            <a:off x="4457700" y="2522148"/>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fr-FR" sz="1050"/>
          </a:p>
        </p:txBody>
      </p:sp>
      <p:pic>
        <p:nvPicPr>
          <p:cNvPr id="5" name="Image 4">
            <a:extLst>
              <a:ext uri="{FF2B5EF4-FFF2-40B4-BE49-F238E27FC236}">
                <a16:creationId xmlns:a16="http://schemas.microsoft.com/office/drawing/2014/main" id="{27376E9A-B5ED-55C4-0FE3-CF26B74D4168}"/>
              </a:ext>
            </a:extLst>
          </p:cNvPr>
          <p:cNvPicPr>
            <a:picLocks noChangeAspect="1"/>
          </p:cNvPicPr>
          <p:nvPr/>
        </p:nvPicPr>
        <p:blipFill>
          <a:blip r:embed="rId4"/>
          <a:stretch>
            <a:fillRect/>
          </a:stretch>
        </p:blipFill>
        <p:spPr>
          <a:xfrm>
            <a:off x="2423771" y="4430988"/>
            <a:ext cx="1061360" cy="581512"/>
          </a:xfrm>
          <a:prstGeom prst="rect">
            <a:avLst/>
          </a:prstGeom>
        </p:spPr>
      </p:pic>
      <p:sp>
        <p:nvSpPr>
          <p:cNvPr id="6" name="Organigramme : Décision 5">
            <a:extLst>
              <a:ext uri="{FF2B5EF4-FFF2-40B4-BE49-F238E27FC236}">
                <a16:creationId xmlns:a16="http://schemas.microsoft.com/office/drawing/2014/main" id="{BB15A01B-7410-B6E1-602D-B5DE1C61DD9E}"/>
              </a:ext>
            </a:extLst>
          </p:cNvPr>
          <p:cNvSpPr/>
          <p:nvPr/>
        </p:nvSpPr>
        <p:spPr>
          <a:xfrm>
            <a:off x="5787521" y="178396"/>
            <a:ext cx="312298" cy="293444"/>
          </a:xfrm>
          <a:prstGeom prst="flowChartDecision">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a:endParaRPr lang="fr-FR" sz="1050" dirty="0" err="1">
              <a:solidFill>
                <a:schemeClr val="tx1"/>
              </a:solidFill>
            </a:endParaRPr>
          </a:p>
        </p:txBody>
      </p:sp>
      <p:sp>
        <p:nvSpPr>
          <p:cNvPr id="14" name="Organigramme : Décision 13">
            <a:extLst>
              <a:ext uri="{FF2B5EF4-FFF2-40B4-BE49-F238E27FC236}">
                <a16:creationId xmlns:a16="http://schemas.microsoft.com/office/drawing/2014/main" id="{C05CDED9-67F2-5EF3-FF74-C57A1BF4FE14}"/>
              </a:ext>
            </a:extLst>
          </p:cNvPr>
          <p:cNvSpPr/>
          <p:nvPr/>
        </p:nvSpPr>
        <p:spPr>
          <a:xfrm>
            <a:off x="5787521" y="1659132"/>
            <a:ext cx="312298" cy="293444"/>
          </a:xfrm>
          <a:prstGeom prst="flowChartDecision">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a:endParaRPr lang="fr-FR" sz="1050" dirty="0" err="1">
              <a:solidFill>
                <a:schemeClr val="tx1"/>
              </a:solidFill>
            </a:endParaRPr>
          </a:p>
        </p:txBody>
      </p:sp>
      <p:sp>
        <p:nvSpPr>
          <p:cNvPr id="15" name="Organigramme : Décision 14">
            <a:extLst>
              <a:ext uri="{FF2B5EF4-FFF2-40B4-BE49-F238E27FC236}">
                <a16:creationId xmlns:a16="http://schemas.microsoft.com/office/drawing/2014/main" id="{8B71CAF5-9505-B2BF-A164-B04BCCEF0D70}"/>
              </a:ext>
            </a:extLst>
          </p:cNvPr>
          <p:cNvSpPr/>
          <p:nvPr/>
        </p:nvSpPr>
        <p:spPr>
          <a:xfrm>
            <a:off x="5787521" y="3486737"/>
            <a:ext cx="312298" cy="293444"/>
          </a:xfrm>
          <a:prstGeom prst="flowChartDecision">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a:endParaRPr lang="fr-FR" sz="1050" dirty="0" err="1">
              <a:solidFill>
                <a:schemeClr val="tx1"/>
              </a:solidFill>
            </a:endParaRPr>
          </a:p>
        </p:txBody>
      </p:sp>
    </p:spTree>
    <p:extLst>
      <p:ext uri="{BB962C8B-B14F-4D97-AF65-F5344CB8AC3E}">
        <p14:creationId xmlns:p14="http://schemas.microsoft.com/office/powerpoint/2010/main" val="236681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defRPr/>
            </a:pPr>
            <a:endParaRPr lang="fr-FR" sz="1350" kern="1200">
              <a:solidFill>
                <a:srgbClr val="051922"/>
              </a:solidFill>
              <a:ea typeface="+mn-ea"/>
              <a:cs typeface="+mn-cs"/>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570470" y="269543"/>
            <a:ext cx="7206242" cy="240641"/>
          </a:xfrm>
        </p:spPr>
        <p:txBody>
          <a:bodyPr/>
          <a:lstStyle/>
          <a:p>
            <a:r>
              <a:rPr lang="fr-FR" dirty="0">
                <a:latin typeface="Arial" panose="020B0604020202020204" pitchFamily="34" charset="0"/>
                <a:cs typeface="Arial" panose="020B0604020202020204" pitchFamily="34" charset="0"/>
              </a:rPr>
              <a:t>La transformation Data, sujet d’entreprise</a:t>
            </a:r>
            <a:endParaRPr lang="fr-FR" dirty="0">
              <a:solidFill>
                <a:schemeClr val="bg1">
                  <a:lumMod val="10000"/>
                </a:schemeClr>
              </a:solidFill>
              <a:latin typeface="Arial" panose="020B0604020202020204" pitchFamily="34" charset="0"/>
              <a:cs typeface="Arial" panose="020B0604020202020204" pitchFamily="34" charset="0"/>
            </a:endParaRPr>
          </a:p>
        </p:txBody>
      </p:sp>
      <p:sp>
        <p:nvSpPr>
          <p:cNvPr id="54" name="Rectangle 53">
            <a:extLst>
              <a:ext uri="{FF2B5EF4-FFF2-40B4-BE49-F238E27FC236}">
                <a16:creationId xmlns:a16="http://schemas.microsoft.com/office/drawing/2014/main" id="{43A36F0F-832E-B5E6-3FD9-921697066F37}"/>
              </a:ext>
            </a:extLst>
          </p:cNvPr>
          <p:cNvSpPr>
            <a:spLocks noChangeArrowheads="1"/>
          </p:cNvSpPr>
          <p:nvPr/>
        </p:nvSpPr>
        <p:spPr bwMode="gray">
          <a:xfrm>
            <a:off x="657284" y="679288"/>
            <a:ext cx="2170643" cy="353943"/>
          </a:xfrm>
          <a:prstGeom prst="rect">
            <a:avLst/>
          </a:prstGeom>
          <a:solidFill>
            <a:srgbClr val="FFFFFF"/>
          </a:solidFill>
          <a:ln w="9525" algn="ctr">
            <a:noFill/>
            <a:miter lim="800000"/>
            <a:headEnd type="none" w="lg" len="lg"/>
            <a:tailEnd type="none" w="lg" len="lg"/>
          </a:ln>
          <a:effectLst>
            <a:outerShdw dist="25400" dir="5400000" algn="ctr" rotWithShape="0">
              <a:schemeClr val="tx2"/>
            </a:outerShdw>
          </a:effectLst>
        </p:spPr>
        <p:txBody>
          <a:bodyPr wrap="square" tIns="91440" bIns="91440" anchor="ctr">
            <a:spAutoFit/>
          </a:bodyPr>
          <a:lstStyle/>
          <a:p>
            <a:pPr algn="ctr" defTabSz="914378">
              <a:defRPr/>
            </a:pPr>
            <a:r>
              <a:rPr lang="fr-FR" sz="1100" b="1" dirty="0"/>
              <a:t>Domaines</a:t>
            </a:r>
          </a:p>
        </p:txBody>
      </p:sp>
      <p:sp>
        <p:nvSpPr>
          <p:cNvPr id="55" name="Rectangle 54">
            <a:extLst>
              <a:ext uri="{FF2B5EF4-FFF2-40B4-BE49-F238E27FC236}">
                <a16:creationId xmlns:a16="http://schemas.microsoft.com/office/drawing/2014/main" id="{C6F0B77D-AA8D-E949-6C51-B71AB724C417}"/>
              </a:ext>
            </a:extLst>
          </p:cNvPr>
          <p:cNvSpPr>
            <a:spLocks noChangeArrowheads="1"/>
          </p:cNvSpPr>
          <p:nvPr/>
        </p:nvSpPr>
        <p:spPr bwMode="gray">
          <a:xfrm>
            <a:off x="2974969" y="681126"/>
            <a:ext cx="3323855" cy="353943"/>
          </a:xfrm>
          <a:prstGeom prst="rect">
            <a:avLst/>
          </a:prstGeom>
          <a:solidFill>
            <a:srgbClr val="FFFFFF"/>
          </a:solidFill>
          <a:ln w="9525" algn="ctr">
            <a:noFill/>
            <a:miter lim="800000"/>
            <a:headEnd type="none" w="lg" len="lg"/>
            <a:tailEnd type="none" w="lg" len="lg"/>
          </a:ln>
          <a:effectLst>
            <a:outerShdw dist="25400" dir="5400000" algn="ctr" rotWithShape="0">
              <a:schemeClr val="tx2"/>
            </a:outerShdw>
          </a:effectLst>
        </p:spPr>
        <p:txBody>
          <a:bodyPr wrap="square" tIns="91440" bIns="91440" anchor="ctr">
            <a:spAutoFit/>
          </a:bodyPr>
          <a:lstStyle/>
          <a:p>
            <a:pPr algn="ctr" defTabSz="914378">
              <a:defRPr/>
            </a:pPr>
            <a:r>
              <a:rPr lang="fr-FR" sz="1100" b="1" dirty="0"/>
              <a:t>Dimensions</a:t>
            </a:r>
          </a:p>
        </p:txBody>
      </p:sp>
      <p:sp>
        <p:nvSpPr>
          <p:cNvPr id="56" name="Rectangle 55">
            <a:extLst>
              <a:ext uri="{FF2B5EF4-FFF2-40B4-BE49-F238E27FC236}">
                <a16:creationId xmlns:a16="http://schemas.microsoft.com/office/drawing/2014/main" id="{89471CD3-7B1F-B650-1432-5856B494CA4E}"/>
              </a:ext>
            </a:extLst>
          </p:cNvPr>
          <p:cNvSpPr>
            <a:spLocks noChangeArrowheads="1"/>
          </p:cNvSpPr>
          <p:nvPr/>
        </p:nvSpPr>
        <p:spPr bwMode="gray">
          <a:xfrm>
            <a:off x="6515878" y="681126"/>
            <a:ext cx="1969060" cy="353943"/>
          </a:xfrm>
          <a:prstGeom prst="rect">
            <a:avLst/>
          </a:prstGeom>
          <a:solidFill>
            <a:srgbClr val="FFFFFF"/>
          </a:solidFill>
          <a:ln w="9525" algn="ctr">
            <a:noFill/>
            <a:miter lim="800000"/>
            <a:headEnd type="none" w="lg" len="lg"/>
            <a:tailEnd type="none" w="lg" len="lg"/>
          </a:ln>
          <a:effectLst>
            <a:outerShdw dist="25400" dir="5400000" algn="ctr" rotWithShape="0">
              <a:schemeClr val="tx2"/>
            </a:outerShdw>
          </a:effectLst>
        </p:spPr>
        <p:txBody>
          <a:bodyPr wrap="square" tIns="91440" bIns="91440" anchor="ctr">
            <a:spAutoFit/>
          </a:bodyPr>
          <a:lstStyle/>
          <a:p>
            <a:pPr algn="ctr" defTabSz="914378">
              <a:defRPr/>
            </a:pPr>
            <a:r>
              <a:rPr lang="fr-FR" sz="1100" b="1" dirty="0"/>
              <a:t>Questions clés</a:t>
            </a:r>
          </a:p>
        </p:txBody>
      </p:sp>
      <p:sp>
        <p:nvSpPr>
          <p:cNvPr id="57" name="Pentagone 5">
            <a:extLst>
              <a:ext uri="{FF2B5EF4-FFF2-40B4-BE49-F238E27FC236}">
                <a16:creationId xmlns:a16="http://schemas.microsoft.com/office/drawing/2014/main" id="{DFA9D152-D99B-FD60-10CC-17344DF89375}"/>
              </a:ext>
            </a:extLst>
          </p:cNvPr>
          <p:cNvSpPr/>
          <p:nvPr/>
        </p:nvSpPr>
        <p:spPr>
          <a:xfrm>
            <a:off x="657284" y="1180102"/>
            <a:ext cx="2170643" cy="814553"/>
          </a:xfrm>
          <a:prstGeom prst="homePlate">
            <a:avLst>
              <a:gd name="adj" fmla="val 18616"/>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180000" bIns="36000" rtlCol="0" anchor="ctr"/>
          <a:lstStyle/>
          <a:p>
            <a:pPr algn="r" defTabSz="914378">
              <a:defRPr/>
            </a:pPr>
            <a:r>
              <a:rPr lang="fr-FR" sz="1200" b="1" dirty="0">
                <a:solidFill>
                  <a:prstClr val="black"/>
                </a:solidFill>
                <a:latin typeface="Arial"/>
                <a:cs typeface="Arial"/>
              </a:rPr>
              <a:t>Produits </a:t>
            </a:r>
          </a:p>
          <a:p>
            <a:pPr algn="r" defTabSz="914378">
              <a:defRPr/>
            </a:pPr>
            <a:r>
              <a:rPr lang="fr-FR" sz="1200" b="1" dirty="0">
                <a:solidFill>
                  <a:prstClr val="black"/>
                </a:solidFill>
                <a:latin typeface="Arial"/>
                <a:cs typeface="Arial"/>
              </a:rPr>
              <a:t>et services</a:t>
            </a:r>
          </a:p>
        </p:txBody>
      </p:sp>
      <p:sp>
        <p:nvSpPr>
          <p:cNvPr id="58" name="Pentagone 9">
            <a:extLst>
              <a:ext uri="{FF2B5EF4-FFF2-40B4-BE49-F238E27FC236}">
                <a16:creationId xmlns:a16="http://schemas.microsoft.com/office/drawing/2014/main" id="{BC64BBDA-6454-305E-9CAD-09FBDA0B60CD}"/>
              </a:ext>
            </a:extLst>
          </p:cNvPr>
          <p:cNvSpPr/>
          <p:nvPr/>
        </p:nvSpPr>
        <p:spPr>
          <a:xfrm>
            <a:off x="657284" y="2132840"/>
            <a:ext cx="2170643" cy="1211633"/>
          </a:xfrm>
          <a:prstGeom prst="homePlate">
            <a:avLst>
              <a:gd name="adj" fmla="val 19970"/>
            </a:avLst>
          </a:prstGeom>
          <a:solidFill>
            <a:srgbClr val="FFC000">
              <a:alpha val="6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180000" bIns="36000" rtlCol="0" anchor="ctr"/>
          <a:lstStyle/>
          <a:p>
            <a:pPr algn="r" defTabSz="914378">
              <a:defRPr/>
            </a:pPr>
            <a:r>
              <a:rPr lang="fr-FR" sz="1200" b="1" dirty="0">
                <a:solidFill>
                  <a:prstClr val="black"/>
                </a:solidFill>
                <a:latin typeface="Arial"/>
                <a:cs typeface="Arial"/>
              </a:rPr>
              <a:t>Modèle de  </a:t>
            </a:r>
          </a:p>
          <a:p>
            <a:pPr algn="r" defTabSz="914378">
              <a:defRPr/>
            </a:pPr>
            <a:r>
              <a:rPr lang="fr-FR" sz="1200" b="1" dirty="0">
                <a:solidFill>
                  <a:prstClr val="black"/>
                </a:solidFill>
                <a:latin typeface="Arial"/>
                <a:cs typeface="Arial"/>
              </a:rPr>
              <a:t>Gouvernance</a:t>
            </a:r>
          </a:p>
        </p:txBody>
      </p:sp>
      <p:sp>
        <p:nvSpPr>
          <p:cNvPr id="59" name="Pentagone 10">
            <a:extLst>
              <a:ext uri="{FF2B5EF4-FFF2-40B4-BE49-F238E27FC236}">
                <a16:creationId xmlns:a16="http://schemas.microsoft.com/office/drawing/2014/main" id="{FC12FF7E-0313-92AD-CD2F-DFA13E46E665}"/>
              </a:ext>
            </a:extLst>
          </p:cNvPr>
          <p:cNvSpPr/>
          <p:nvPr/>
        </p:nvSpPr>
        <p:spPr>
          <a:xfrm>
            <a:off x="657284" y="3468720"/>
            <a:ext cx="2170643" cy="814553"/>
          </a:xfrm>
          <a:prstGeom prst="homePlate">
            <a:avLst>
              <a:gd name="adj" fmla="val 19970"/>
            </a:avLst>
          </a:prstGeom>
          <a:solidFill>
            <a:schemeClr val="accent2">
              <a:lumMod val="60000"/>
              <a:lumOff val="40000"/>
              <a:alpha val="8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180000" bIns="36000" rtlCol="0" anchor="ctr"/>
          <a:lstStyle/>
          <a:p>
            <a:pPr algn="r" defTabSz="914378">
              <a:defRPr/>
            </a:pPr>
            <a:r>
              <a:rPr lang="fr-FR" sz="1200" b="1" dirty="0">
                <a:solidFill>
                  <a:prstClr val="black"/>
                </a:solidFill>
                <a:latin typeface="Arial"/>
                <a:cs typeface="Arial"/>
              </a:rPr>
              <a:t>Architecture </a:t>
            </a:r>
          </a:p>
          <a:p>
            <a:pPr algn="r" defTabSz="914378">
              <a:defRPr/>
            </a:pPr>
            <a:r>
              <a:rPr lang="fr-FR" sz="1200" b="1" dirty="0">
                <a:solidFill>
                  <a:prstClr val="black"/>
                </a:solidFill>
                <a:latin typeface="Arial"/>
                <a:cs typeface="Arial"/>
              </a:rPr>
              <a:t>IT &amp; Sécurité</a:t>
            </a:r>
          </a:p>
        </p:txBody>
      </p:sp>
      <p:pic>
        <p:nvPicPr>
          <p:cNvPr id="60" name="Picture 3">
            <a:extLst>
              <a:ext uri="{FF2B5EF4-FFF2-40B4-BE49-F238E27FC236}">
                <a16:creationId xmlns:a16="http://schemas.microsoft.com/office/drawing/2014/main" id="{4DB381E5-AB5D-D756-9EFC-289AF6127C30}"/>
              </a:ext>
            </a:extLst>
          </p:cNvPr>
          <p:cNvPicPr>
            <a:picLocks noChangeAspect="1" noChangeArrowheads="1"/>
          </p:cNvPicPr>
          <p:nvPr/>
        </p:nvPicPr>
        <p:blipFill>
          <a:blip r:embed="rId4">
            <a:grayscl/>
          </a:blip>
          <a:srcRect/>
          <a:stretch>
            <a:fillRect/>
          </a:stretch>
        </p:blipFill>
        <p:spPr bwMode="auto">
          <a:xfrm>
            <a:off x="739039" y="2446386"/>
            <a:ext cx="650603" cy="610914"/>
          </a:xfrm>
          <a:prstGeom prst="rect">
            <a:avLst/>
          </a:prstGeom>
          <a:noFill/>
          <a:ln w="9525">
            <a:solidFill>
              <a:schemeClr val="bg1"/>
            </a:solidFill>
            <a:miter lim="800000"/>
            <a:headEnd/>
            <a:tailEnd/>
          </a:ln>
          <a:effectLst/>
        </p:spPr>
      </p:pic>
      <p:pic>
        <p:nvPicPr>
          <p:cNvPr id="61" name="Picture 4">
            <a:extLst>
              <a:ext uri="{FF2B5EF4-FFF2-40B4-BE49-F238E27FC236}">
                <a16:creationId xmlns:a16="http://schemas.microsoft.com/office/drawing/2014/main" id="{C18D367B-5BB1-534B-87BD-C72E2453F65F}"/>
              </a:ext>
            </a:extLst>
          </p:cNvPr>
          <p:cNvPicPr>
            <a:picLocks noChangeAspect="1" noChangeArrowheads="1"/>
          </p:cNvPicPr>
          <p:nvPr/>
        </p:nvPicPr>
        <p:blipFill>
          <a:blip r:embed="rId5">
            <a:duotone>
              <a:schemeClr val="accent6">
                <a:shade val="45000"/>
                <a:satMod val="135000"/>
              </a:schemeClr>
              <a:prstClr val="white"/>
            </a:duotone>
          </a:blip>
          <a:srcRect l="10058" r="10704" b="16615"/>
          <a:stretch>
            <a:fillRect/>
          </a:stretch>
        </p:blipFill>
        <p:spPr bwMode="auto">
          <a:xfrm>
            <a:off x="749259" y="1273355"/>
            <a:ext cx="618254" cy="610914"/>
          </a:xfrm>
          <a:prstGeom prst="rect">
            <a:avLst/>
          </a:prstGeom>
          <a:noFill/>
          <a:ln w="9525">
            <a:solidFill>
              <a:schemeClr val="bg1"/>
            </a:solidFill>
            <a:miter lim="800000"/>
            <a:headEnd/>
            <a:tailEnd/>
          </a:ln>
          <a:effectLst/>
        </p:spPr>
      </p:pic>
      <p:pic>
        <p:nvPicPr>
          <p:cNvPr id="62" name="Picture 6">
            <a:extLst>
              <a:ext uri="{FF2B5EF4-FFF2-40B4-BE49-F238E27FC236}">
                <a16:creationId xmlns:a16="http://schemas.microsoft.com/office/drawing/2014/main" id="{2B7AF7F5-77F5-ACC8-ADBA-560CBD2125CE}"/>
              </a:ext>
            </a:extLst>
          </p:cNvPr>
          <p:cNvPicPr>
            <a:picLocks noChangeAspect="1" noChangeArrowheads="1"/>
          </p:cNvPicPr>
          <p:nvPr/>
        </p:nvPicPr>
        <p:blipFill>
          <a:blip r:embed="rId6" cstate="print">
            <a:duotone>
              <a:schemeClr val="accent6">
                <a:shade val="45000"/>
                <a:satMod val="135000"/>
              </a:schemeClr>
              <a:prstClr val="white"/>
            </a:duotone>
          </a:blip>
          <a:srcRect/>
          <a:stretch>
            <a:fillRect/>
          </a:stretch>
        </p:blipFill>
        <p:spPr bwMode="auto">
          <a:xfrm>
            <a:off x="739040" y="3564679"/>
            <a:ext cx="650603" cy="610914"/>
          </a:xfrm>
          <a:prstGeom prst="rect">
            <a:avLst/>
          </a:prstGeom>
          <a:noFill/>
          <a:ln w="9525">
            <a:solidFill>
              <a:schemeClr val="bg1"/>
            </a:solidFill>
            <a:miter lim="800000"/>
            <a:headEnd/>
            <a:tailEnd/>
          </a:ln>
          <a:effectLst/>
        </p:spPr>
      </p:pic>
      <p:sp>
        <p:nvSpPr>
          <p:cNvPr id="63" name="Pentagone 18">
            <a:extLst>
              <a:ext uri="{FF2B5EF4-FFF2-40B4-BE49-F238E27FC236}">
                <a16:creationId xmlns:a16="http://schemas.microsoft.com/office/drawing/2014/main" id="{D1C83E85-3F5D-CFE2-47E5-0E6E0B44B917}"/>
              </a:ext>
            </a:extLst>
          </p:cNvPr>
          <p:cNvSpPr/>
          <p:nvPr/>
        </p:nvSpPr>
        <p:spPr>
          <a:xfrm flipH="1">
            <a:off x="6421916" y="1121102"/>
            <a:ext cx="2075732" cy="938794"/>
          </a:xfrm>
          <a:prstGeom prst="homePlate">
            <a:avLst>
              <a:gd name="adj" fmla="val 18616"/>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72000" bIns="36000" rtlCol="0" anchor="ctr"/>
          <a:lstStyle/>
          <a:p>
            <a:pPr defTabSz="914378">
              <a:defRPr/>
            </a:pPr>
            <a:r>
              <a:rPr lang="fr-FR" sz="900" dirty="0">
                <a:solidFill>
                  <a:prstClr val="black"/>
                </a:solidFill>
                <a:latin typeface="Arial"/>
                <a:cs typeface="Arial"/>
              </a:rPr>
              <a:t>Quels </a:t>
            </a:r>
            <a:r>
              <a:rPr lang="fr-FR" sz="900" b="1" dirty="0">
                <a:solidFill>
                  <a:prstClr val="black"/>
                </a:solidFill>
                <a:latin typeface="Arial"/>
                <a:cs typeface="Arial"/>
              </a:rPr>
              <a:t>besoins Business</a:t>
            </a:r>
            <a:r>
              <a:rPr lang="fr-FR" sz="900" dirty="0">
                <a:solidFill>
                  <a:prstClr val="black"/>
                </a:solidFill>
                <a:latin typeface="Arial"/>
                <a:cs typeface="Arial"/>
              </a:rPr>
              <a:t>?</a:t>
            </a:r>
          </a:p>
          <a:p>
            <a:pPr defTabSz="914378">
              <a:defRPr/>
            </a:pPr>
            <a:r>
              <a:rPr lang="fr-FR" sz="900" dirty="0">
                <a:solidFill>
                  <a:prstClr val="black"/>
                </a:solidFill>
                <a:latin typeface="Arial"/>
                <a:cs typeface="Arial"/>
              </a:rPr>
              <a:t>Quelles sont les </a:t>
            </a:r>
            <a:r>
              <a:rPr lang="fr-FR" sz="900" b="1" dirty="0">
                <a:solidFill>
                  <a:prstClr val="black"/>
                </a:solidFill>
                <a:latin typeface="Arial"/>
                <a:cs typeface="Arial"/>
              </a:rPr>
              <a:t>ambitions</a:t>
            </a:r>
            <a:r>
              <a:rPr lang="fr-FR" sz="900" dirty="0">
                <a:solidFill>
                  <a:prstClr val="black"/>
                </a:solidFill>
                <a:latin typeface="Arial"/>
                <a:cs typeface="Arial"/>
              </a:rPr>
              <a:t> à long terme de l’entreprise? </a:t>
            </a:r>
          </a:p>
          <a:p>
            <a:pPr defTabSz="914378">
              <a:defRPr/>
            </a:pPr>
            <a:r>
              <a:rPr lang="fr-FR" sz="900" dirty="0">
                <a:solidFill>
                  <a:prstClr val="black"/>
                </a:solidFill>
                <a:latin typeface="Arial"/>
                <a:cs typeface="Arial"/>
              </a:rPr>
              <a:t>Quels Pain Points? </a:t>
            </a:r>
          </a:p>
          <a:p>
            <a:pPr defTabSz="914378">
              <a:defRPr/>
            </a:pPr>
            <a:r>
              <a:rPr lang="fr-FR" sz="900" dirty="0">
                <a:solidFill>
                  <a:prstClr val="black"/>
                </a:solidFill>
                <a:latin typeface="Arial"/>
                <a:cs typeface="Arial"/>
              </a:rPr>
              <a:t>Quels </a:t>
            </a:r>
            <a:r>
              <a:rPr lang="fr-FR" sz="900" b="1" dirty="0">
                <a:solidFill>
                  <a:prstClr val="black"/>
                </a:solidFill>
                <a:latin typeface="Arial"/>
                <a:cs typeface="Arial"/>
              </a:rPr>
              <a:t>cas </a:t>
            </a:r>
            <a:r>
              <a:rPr lang="fr-FR" sz="900" b="1" dirty="0" err="1">
                <a:solidFill>
                  <a:prstClr val="black"/>
                </a:solidFill>
                <a:latin typeface="Arial"/>
                <a:cs typeface="Arial"/>
              </a:rPr>
              <a:t>impactants</a:t>
            </a:r>
            <a:r>
              <a:rPr lang="fr-FR" sz="900" b="1" dirty="0">
                <a:solidFill>
                  <a:prstClr val="black"/>
                </a:solidFill>
                <a:latin typeface="Arial"/>
                <a:cs typeface="Arial"/>
              </a:rPr>
              <a:t> d’exploitation </a:t>
            </a:r>
            <a:r>
              <a:rPr lang="fr-FR" sz="900" dirty="0">
                <a:solidFill>
                  <a:prstClr val="black"/>
                </a:solidFill>
                <a:latin typeface="Arial"/>
                <a:cs typeface="Arial"/>
              </a:rPr>
              <a:t>de la donnée ?</a:t>
            </a:r>
          </a:p>
        </p:txBody>
      </p:sp>
      <p:sp>
        <p:nvSpPr>
          <p:cNvPr id="64" name="Pentagone 19">
            <a:extLst>
              <a:ext uri="{FF2B5EF4-FFF2-40B4-BE49-F238E27FC236}">
                <a16:creationId xmlns:a16="http://schemas.microsoft.com/office/drawing/2014/main" id="{0BC64D77-B4F2-C85C-AFBA-0A13DC2AF884}"/>
              </a:ext>
            </a:extLst>
          </p:cNvPr>
          <p:cNvSpPr/>
          <p:nvPr/>
        </p:nvSpPr>
        <p:spPr>
          <a:xfrm flipH="1">
            <a:off x="6421916" y="2142725"/>
            <a:ext cx="2086328" cy="1243518"/>
          </a:xfrm>
          <a:prstGeom prst="homePlate">
            <a:avLst>
              <a:gd name="adj" fmla="val 19970"/>
            </a:avLst>
          </a:prstGeom>
          <a:solidFill>
            <a:srgbClr val="FFC000">
              <a:alpha val="6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72000" bIns="36000" rtlCol="0" anchor="ctr"/>
          <a:lstStyle/>
          <a:p>
            <a:pPr defTabSz="914378">
              <a:defRPr/>
            </a:pPr>
            <a:r>
              <a:rPr lang="fr-FR" sz="900" b="1" dirty="0">
                <a:solidFill>
                  <a:prstClr val="black"/>
                </a:solidFill>
                <a:latin typeface="Arial"/>
                <a:cs typeface="Arial"/>
              </a:rPr>
              <a:t>Setup Organisationnel</a:t>
            </a:r>
            <a:r>
              <a:rPr lang="fr-FR" sz="900" dirty="0">
                <a:solidFill>
                  <a:prstClr val="black"/>
                </a:solidFill>
                <a:latin typeface="Arial"/>
                <a:cs typeface="Arial"/>
              </a:rPr>
              <a:t>?</a:t>
            </a:r>
          </a:p>
          <a:p>
            <a:pPr defTabSz="914378">
              <a:defRPr/>
            </a:pPr>
            <a:r>
              <a:rPr lang="fr-FR" sz="900" dirty="0">
                <a:solidFill>
                  <a:prstClr val="black"/>
                </a:solidFill>
                <a:latin typeface="Arial"/>
                <a:cs typeface="Arial"/>
              </a:rPr>
              <a:t>Quelles politiques prioritaires ? Quelle structure de données à opérer ? Quels </a:t>
            </a:r>
            <a:r>
              <a:rPr lang="fr-FR" sz="900" b="1" dirty="0">
                <a:solidFill>
                  <a:prstClr val="black"/>
                </a:solidFill>
                <a:latin typeface="Arial"/>
                <a:cs typeface="Arial"/>
              </a:rPr>
              <a:t>services</a:t>
            </a:r>
            <a:r>
              <a:rPr lang="fr-FR" sz="900" dirty="0">
                <a:solidFill>
                  <a:prstClr val="black"/>
                </a:solidFill>
                <a:latin typeface="Arial"/>
                <a:cs typeface="Arial"/>
              </a:rPr>
              <a:t> à déployer pour le compte de l’organisation?</a:t>
            </a:r>
          </a:p>
        </p:txBody>
      </p:sp>
      <p:sp>
        <p:nvSpPr>
          <p:cNvPr id="65" name="Pentagone 20">
            <a:extLst>
              <a:ext uri="{FF2B5EF4-FFF2-40B4-BE49-F238E27FC236}">
                <a16:creationId xmlns:a16="http://schemas.microsoft.com/office/drawing/2014/main" id="{A2EE45C4-9EB5-2B8C-56C5-5D39EBB7992B}"/>
              </a:ext>
            </a:extLst>
          </p:cNvPr>
          <p:cNvSpPr/>
          <p:nvPr/>
        </p:nvSpPr>
        <p:spPr>
          <a:xfrm flipH="1">
            <a:off x="6515878" y="3467124"/>
            <a:ext cx="1992366" cy="814553"/>
          </a:xfrm>
          <a:prstGeom prst="homePlate">
            <a:avLst>
              <a:gd name="adj" fmla="val 19970"/>
            </a:avLst>
          </a:prstGeom>
          <a:solidFill>
            <a:schemeClr val="accent2">
              <a:lumMod val="60000"/>
              <a:lumOff val="40000"/>
              <a:alpha val="8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ctr"/>
          <a:lstStyle/>
          <a:p>
            <a:pPr defTabSz="914378">
              <a:defRPr/>
            </a:pPr>
            <a:r>
              <a:rPr lang="fr-FR" sz="900" dirty="0">
                <a:solidFill>
                  <a:prstClr val="black"/>
                </a:solidFill>
                <a:latin typeface="Arial"/>
                <a:cs typeface="Arial"/>
              </a:rPr>
              <a:t>Besoins </a:t>
            </a:r>
            <a:r>
              <a:rPr lang="fr-FR" sz="900" b="1" dirty="0">
                <a:solidFill>
                  <a:prstClr val="black"/>
                </a:solidFill>
                <a:latin typeface="Arial"/>
                <a:cs typeface="Arial"/>
              </a:rPr>
              <a:t>d’architecture, plateformes techno</a:t>
            </a:r>
            <a:r>
              <a:rPr lang="fr-FR" sz="900" dirty="0">
                <a:solidFill>
                  <a:prstClr val="black"/>
                </a:solidFill>
                <a:latin typeface="Arial"/>
                <a:cs typeface="Arial"/>
              </a:rPr>
              <a:t>, systèmes </a:t>
            </a:r>
            <a:r>
              <a:rPr lang="fr-FR" sz="900" b="1" dirty="0">
                <a:solidFill>
                  <a:prstClr val="black"/>
                </a:solidFill>
                <a:latin typeface="Arial"/>
                <a:cs typeface="Arial"/>
              </a:rPr>
              <a:t>sécurité et règles de confidentialité</a:t>
            </a:r>
          </a:p>
        </p:txBody>
      </p:sp>
      <p:sp>
        <p:nvSpPr>
          <p:cNvPr id="66" name="Pentagone 22">
            <a:extLst>
              <a:ext uri="{FF2B5EF4-FFF2-40B4-BE49-F238E27FC236}">
                <a16:creationId xmlns:a16="http://schemas.microsoft.com/office/drawing/2014/main" id="{37B1A21F-9EC3-ABB8-ADAE-F72E5DF97C01}"/>
              </a:ext>
            </a:extLst>
          </p:cNvPr>
          <p:cNvSpPr/>
          <p:nvPr/>
        </p:nvSpPr>
        <p:spPr>
          <a:xfrm flipH="1">
            <a:off x="2991437" y="1180102"/>
            <a:ext cx="1970064" cy="393688"/>
          </a:xfrm>
          <a:prstGeom prst="homePlate">
            <a:avLst>
              <a:gd name="adj" fmla="val 0"/>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72000" bIns="36000" rtlCol="0" anchor="ctr"/>
          <a:lstStyle/>
          <a:p>
            <a:pPr algn="ctr" defTabSz="914378">
              <a:defRPr/>
            </a:pPr>
            <a:r>
              <a:rPr lang="fr-FR" sz="1050" dirty="0">
                <a:solidFill>
                  <a:prstClr val="black"/>
                </a:solidFill>
                <a:latin typeface="Arial"/>
                <a:cs typeface="Arial"/>
              </a:rPr>
              <a:t>Vision et stratégie Business</a:t>
            </a:r>
          </a:p>
        </p:txBody>
      </p:sp>
      <p:sp>
        <p:nvSpPr>
          <p:cNvPr id="67" name="Pentagone 23">
            <a:extLst>
              <a:ext uri="{FF2B5EF4-FFF2-40B4-BE49-F238E27FC236}">
                <a16:creationId xmlns:a16="http://schemas.microsoft.com/office/drawing/2014/main" id="{71F78C7F-DBEA-E1AA-70D4-B5514499151F}"/>
              </a:ext>
            </a:extLst>
          </p:cNvPr>
          <p:cNvSpPr/>
          <p:nvPr/>
        </p:nvSpPr>
        <p:spPr>
          <a:xfrm flipH="1">
            <a:off x="2991435" y="2132841"/>
            <a:ext cx="2850260" cy="378185"/>
          </a:xfrm>
          <a:prstGeom prst="homePlate">
            <a:avLst>
              <a:gd name="adj" fmla="val 0"/>
            </a:avLst>
          </a:prstGeom>
          <a:solidFill>
            <a:srgbClr val="FFC000">
              <a:alpha val="6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Organisation</a:t>
            </a:r>
          </a:p>
        </p:txBody>
      </p:sp>
      <p:sp>
        <p:nvSpPr>
          <p:cNvPr id="68" name="Pentagone 26">
            <a:extLst>
              <a:ext uri="{FF2B5EF4-FFF2-40B4-BE49-F238E27FC236}">
                <a16:creationId xmlns:a16="http://schemas.microsoft.com/office/drawing/2014/main" id="{8BD60996-98AD-87B1-18AB-2728F5AC15BB}"/>
              </a:ext>
            </a:extLst>
          </p:cNvPr>
          <p:cNvSpPr/>
          <p:nvPr/>
        </p:nvSpPr>
        <p:spPr>
          <a:xfrm flipH="1">
            <a:off x="2999955" y="2572664"/>
            <a:ext cx="2850260" cy="378185"/>
          </a:xfrm>
          <a:prstGeom prst="homePlate">
            <a:avLst>
              <a:gd name="adj" fmla="val 0"/>
            </a:avLst>
          </a:prstGeom>
          <a:solidFill>
            <a:srgbClr val="FFC000">
              <a:alpha val="6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Processus et Politiques DATA</a:t>
            </a:r>
          </a:p>
        </p:txBody>
      </p:sp>
      <p:sp>
        <p:nvSpPr>
          <p:cNvPr id="69" name="Pentagone 27">
            <a:extLst>
              <a:ext uri="{FF2B5EF4-FFF2-40B4-BE49-F238E27FC236}">
                <a16:creationId xmlns:a16="http://schemas.microsoft.com/office/drawing/2014/main" id="{B7540FF8-769F-2DDA-8AFE-6EB47EDFBD4E}"/>
              </a:ext>
            </a:extLst>
          </p:cNvPr>
          <p:cNvSpPr/>
          <p:nvPr/>
        </p:nvSpPr>
        <p:spPr>
          <a:xfrm flipH="1">
            <a:off x="2982916" y="3472173"/>
            <a:ext cx="2850260" cy="378185"/>
          </a:xfrm>
          <a:prstGeom prst="homePlate">
            <a:avLst>
              <a:gd name="adj" fmla="val 0"/>
            </a:avLst>
          </a:prstGeom>
          <a:solidFill>
            <a:schemeClr val="accent2">
              <a:lumMod val="60000"/>
              <a:lumOff val="40000"/>
              <a:alpha val="8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Data Management Plateforme </a:t>
            </a:r>
          </a:p>
          <a:p>
            <a:pPr algn="ctr" defTabSz="914378">
              <a:defRPr/>
            </a:pPr>
            <a:r>
              <a:rPr lang="fr-FR" sz="1050" dirty="0">
                <a:solidFill>
                  <a:prstClr val="black"/>
                </a:solidFill>
                <a:latin typeface="Arial"/>
                <a:cs typeface="Arial"/>
              </a:rPr>
              <a:t>/ Architecture SI / Infrastructure IT</a:t>
            </a:r>
            <a:endParaRPr lang="fr-FR" sz="1050" i="1" dirty="0">
              <a:solidFill>
                <a:prstClr val="black"/>
              </a:solidFill>
              <a:latin typeface="Arial"/>
              <a:cs typeface="Arial"/>
            </a:endParaRPr>
          </a:p>
        </p:txBody>
      </p:sp>
      <p:sp>
        <p:nvSpPr>
          <p:cNvPr id="70" name="Pentagone 28">
            <a:extLst>
              <a:ext uri="{FF2B5EF4-FFF2-40B4-BE49-F238E27FC236}">
                <a16:creationId xmlns:a16="http://schemas.microsoft.com/office/drawing/2014/main" id="{34AE579B-76B5-7957-0EC8-64E5B876000E}"/>
              </a:ext>
            </a:extLst>
          </p:cNvPr>
          <p:cNvSpPr/>
          <p:nvPr/>
        </p:nvSpPr>
        <p:spPr>
          <a:xfrm flipH="1">
            <a:off x="2991435" y="3911996"/>
            <a:ext cx="2850260" cy="378185"/>
          </a:xfrm>
          <a:prstGeom prst="homePlate">
            <a:avLst>
              <a:gd name="adj" fmla="val 0"/>
            </a:avLst>
          </a:prstGeom>
          <a:solidFill>
            <a:schemeClr val="accent2">
              <a:lumMod val="60000"/>
              <a:lumOff val="40000"/>
              <a:alpha val="8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Sécurité et confidentialité des données</a:t>
            </a:r>
          </a:p>
        </p:txBody>
      </p:sp>
      <p:sp>
        <p:nvSpPr>
          <p:cNvPr id="71" name="Pentagone 31">
            <a:extLst>
              <a:ext uri="{FF2B5EF4-FFF2-40B4-BE49-F238E27FC236}">
                <a16:creationId xmlns:a16="http://schemas.microsoft.com/office/drawing/2014/main" id="{EAD17797-B46B-4AF0-5167-FF06EEC95BCD}"/>
              </a:ext>
            </a:extLst>
          </p:cNvPr>
          <p:cNvSpPr/>
          <p:nvPr/>
        </p:nvSpPr>
        <p:spPr>
          <a:xfrm rot="16200000">
            <a:off x="5044177" y="3015391"/>
            <a:ext cx="2167856" cy="402754"/>
          </a:xfrm>
          <a:prstGeom prst="homePlate">
            <a:avLst>
              <a:gd name="adj" fmla="val 0"/>
            </a:avLst>
          </a:prstGeom>
          <a:solidFill>
            <a:schemeClr val="bg1">
              <a:lumMod val="75000"/>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Conduite du changement</a:t>
            </a:r>
          </a:p>
        </p:txBody>
      </p:sp>
      <p:sp>
        <p:nvSpPr>
          <p:cNvPr id="72" name="Pentagone 42">
            <a:extLst>
              <a:ext uri="{FF2B5EF4-FFF2-40B4-BE49-F238E27FC236}">
                <a16:creationId xmlns:a16="http://schemas.microsoft.com/office/drawing/2014/main" id="{4E6BB403-F81B-A3ED-4CEA-625B845B2B48}"/>
              </a:ext>
            </a:extLst>
          </p:cNvPr>
          <p:cNvSpPr/>
          <p:nvPr/>
        </p:nvSpPr>
        <p:spPr>
          <a:xfrm flipH="1">
            <a:off x="3001910" y="2997755"/>
            <a:ext cx="2850260" cy="378185"/>
          </a:xfrm>
          <a:prstGeom prst="homePlate">
            <a:avLst>
              <a:gd name="adj" fmla="val 0"/>
            </a:avLst>
          </a:prstGeom>
          <a:solidFill>
            <a:srgbClr val="FFC000">
              <a:alpha val="6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050" dirty="0">
                <a:solidFill>
                  <a:prstClr val="black"/>
                </a:solidFill>
                <a:latin typeface="Arial"/>
                <a:cs typeface="Arial"/>
              </a:rPr>
              <a:t>Structuration du Socle DATA &amp; Dictionnaire</a:t>
            </a:r>
          </a:p>
        </p:txBody>
      </p:sp>
      <p:sp>
        <p:nvSpPr>
          <p:cNvPr id="73" name="Pentagone 45">
            <a:extLst>
              <a:ext uri="{FF2B5EF4-FFF2-40B4-BE49-F238E27FC236}">
                <a16:creationId xmlns:a16="http://schemas.microsoft.com/office/drawing/2014/main" id="{65F62393-3A7D-696C-9B6E-47A6F9292DB5}"/>
              </a:ext>
            </a:extLst>
          </p:cNvPr>
          <p:cNvSpPr/>
          <p:nvPr/>
        </p:nvSpPr>
        <p:spPr>
          <a:xfrm flipH="1">
            <a:off x="2993393" y="1618287"/>
            <a:ext cx="1970064" cy="393688"/>
          </a:xfrm>
          <a:prstGeom prst="homePlate">
            <a:avLst>
              <a:gd name="adj" fmla="val 0"/>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72000" bIns="36000" rtlCol="0" anchor="ctr"/>
          <a:lstStyle/>
          <a:p>
            <a:pPr algn="ctr" defTabSz="914378">
              <a:defRPr/>
            </a:pPr>
            <a:r>
              <a:rPr lang="fr-FR" sz="1050" dirty="0">
                <a:solidFill>
                  <a:prstClr val="black"/>
                </a:solidFill>
                <a:latin typeface="Arial"/>
                <a:cs typeface="Arial"/>
              </a:rPr>
              <a:t>Use Cases Analytics &amp; Data Science</a:t>
            </a:r>
          </a:p>
        </p:txBody>
      </p:sp>
      <p:sp>
        <p:nvSpPr>
          <p:cNvPr id="74" name="Freeform 58">
            <a:extLst>
              <a:ext uri="{FF2B5EF4-FFF2-40B4-BE49-F238E27FC236}">
                <a16:creationId xmlns:a16="http://schemas.microsoft.com/office/drawing/2014/main" id="{22C78B6F-6E64-C935-3EF0-D3DFCAF1F037}"/>
              </a:ext>
            </a:extLst>
          </p:cNvPr>
          <p:cNvSpPr>
            <a:spLocks/>
          </p:cNvSpPr>
          <p:nvPr/>
        </p:nvSpPr>
        <p:spPr bwMode="auto">
          <a:xfrm>
            <a:off x="527989" y="2126240"/>
            <a:ext cx="297000" cy="290912"/>
          </a:xfrm>
          <a:custGeom>
            <a:avLst/>
            <a:gdLst/>
            <a:ahLst/>
            <a:cxnLst>
              <a:cxn ang="0">
                <a:pos x="74" y="281"/>
              </a:cxn>
              <a:cxn ang="0">
                <a:pos x="51" y="74"/>
              </a:cxn>
              <a:cxn ang="0">
                <a:pos x="258" y="51"/>
              </a:cxn>
              <a:cxn ang="0">
                <a:pos x="281" y="258"/>
              </a:cxn>
              <a:cxn ang="0">
                <a:pos x="74" y="281"/>
              </a:cxn>
            </a:cxnLst>
            <a:rect l="0" t="0" r="r" b="b"/>
            <a:pathLst>
              <a:path w="332" h="332">
                <a:moveTo>
                  <a:pt x="74" y="281"/>
                </a:moveTo>
                <a:cubicBezTo>
                  <a:pt x="10" y="230"/>
                  <a:pt x="0" y="138"/>
                  <a:pt x="51" y="74"/>
                </a:cubicBezTo>
                <a:cubicBezTo>
                  <a:pt x="102" y="11"/>
                  <a:pt x="194" y="0"/>
                  <a:pt x="258" y="51"/>
                </a:cubicBezTo>
                <a:cubicBezTo>
                  <a:pt x="321" y="102"/>
                  <a:pt x="332" y="195"/>
                  <a:pt x="281" y="258"/>
                </a:cubicBezTo>
                <a:cubicBezTo>
                  <a:pt x="230" y="322"/>
                  <a:pt x="137" y="332"/>
                  <a:pt x="74" y="281"/>
                </a:cubicBezTo>
                <a:close/>
              </a:path>
            </a:pathLst>
          </a:custGeom>
          <a:solidFill>
            <a:schemeClr val="tx1"/>
          </a:solidFill>
          <a:ln w="9525">
            <a:noFill/>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8">
              <a:defRPr/>
            </a:pPr>
            <a:r>
              <a:rPr lang="fr-FR" sz="1050" b="1" dirty="0">
                <a:solidFill>
                  <a:srgbClr val="FFFFFF"/>
                </a:solidFill>
                <a:latin typeface="Arial"/>
                <a:cs typeface="Arial"/>
              </a:rPr>
              <a:t>2</a:t>
            </a:r>
          </a:p>
        </p:txBody>
      </p:sp>
      <p:sp>
        <p:nvSpPr>
          <p:cNvPr id="75" name="Freeform 58">
            <a:extLst>
              <a:ext uri="{FF2B5EF4-FFF2-40B4-BE49-F238E27FC236}">
                <a16:creationId xmlns:a16="http://schemas.microsoft.com/office/drawing/2014/main" id="{95EA794A-59A3-DE14-AF4B-C43D988763C6}"/>
              </a:ext>
            </a:extLst>
          </p:cNvPr>
          <p:cNvSpPr>
            <a:spLocks/>
          </p:cNvSpPr>
          <p:nvPr/>
        </p:nvSpPr>
        <p:spPr bwMode="auto">
          <a:xfrm>
            <a:off x="516244" y="1112268"/>
            <a:ext cx="297000" cy="290912"/>
          </a:xfrm>
          <a:custGeom>
            <a:avLst/>
            <a:gdLst/>
            <a:ahLst/>
            <a:cxnLst>
              <a:cxn ang="0">
                <a:pos x="74" y="281"/>
              </a:cxn>
              <a:cxn ang="0">
                <a:pos x="51" y="74"/>
              </a:cxn>
              <a:cxn ang="0">
                <a:pos x="258" y="51"/>
              </a:cxn>
              <a:cxn ang="0">
                <a:pos x="281" y="258"/>
              </a:cxn>
              <a:cxn ang="0">
                <a:pos x="74" y="281"/>
              </a:cxn>
            </a:cxnLst>
            <a:rect l="0" t="0" r="r" b="b"/>
            <a:pathLst>
              <a:path w="332" h="332">
                <a:moveTo>
                  <a:pt x="74" y="281"/>
                </a:moveTo>
                <a:cubicBezTo>
                  <a:pt x="10" y="230"/>
                  <a:pt x="0" y="138"/>
                  <a:pt x="51" y="74"/>
                </a:cubicBezTo>
                <a:cubicBezTo>
                  <a:pt x="102" y="11"/>
                  <a:pt x="194" y="0"/>
                  <a:pt x="258" y="51"/>
                </a:cubicBezTo>
                <a:cubicBezTo>
                  <a:pt x="321" y="102"/>
                  <a:pt x="332" y="195"/>
                  <a:pt x="281" y="258"/>
                </a:cubicBezTo>
                <a:cubicBezTo>
                  <a:pt x="230" y="322"/>
                  <a:pt x="137" y="332"/>
                  <a:pt x="74" y="281"/>
                </a:cubicBezTo>
                <a:close/>
              </a:path>
            </a:pathLst>
          </a:custGeom>
          <a:solidFill>
            <a:schemeClr val="tx1"/>
          </a:solidFill>
          <a:ln w="9525">
            <a:noFill/>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8">
              <a:defRPr/>
            </a:pPr>
            <a:r>
              <a:rPr lang="fr-FR" sz="1050" b="1" dirty="0">
                <a:solidFill>
                  <a:srgbClr val="FFFFFF"/>
                </a:solidFill>
                <a:latin typeface="Arial"/>
                <a:cs typeface="Arial"/>
              </a:rPr>
              <a:t>1</a:t>
            </a:r>
          </a:p>
        </p:txBody>
      </p:sp>
      <p:sp>
        <p:nvSpPr>
          <p:cNvPr id="76" name="Freeform 58">
            <a:extLst>
              <a:ext uri="{FF2B5EF4-FFF2-40B4-BE49-F238E27FC236}">
                <a16:creationId xmlns:a16="http://schemas.microsoft.com/office/drawing/2014/main" id="{69348A69-8175-061C-A32D-ABA37D1A8402}"/>
              </a:ext>
            </a:extLst>
          </p:cNvPr>
          <p:cNvSpPr>
            <a:spLocks/>
          </p:cNvSpPr>
          <p:nvPr/>
        </p:nvSpPr>
        <p:spPr bwMode="auto">
          <a:xfrm>
            <a:off x="551480" y="3342271"/>
            <a:ext cx="297000" cy="290912"/>
          </a:xfrm>
          <a:custGeom>
            <a:avLst/>
            <a:gdLst/>
            <a:ahLst/>
            <a:cxnLst>
              <a:cxn ang="0">
                <a:pos x="74" y="281"/>
              </a:cxn>
              <a:cxn ang="0">
                <a:pos x="51" y="74"/>
              </a:cxn>
              <a:cxn ang="0">
                <a:pos x="258" y="51"/>
              </a:cxn>
              <a:cxn ang="0">
                <a:pos x="281" y="258"/>
              </a:cxn>
              <a:cxn ang="0">
                <a:pos x="74" y="281"/>
              </a:cxn>
            </a:cxnLst>
            <a:rect l="0" t="0" r="r" b="b"/>
            <a:pathLst>
              <a:path w="332" h="332">
                <a:moveTo>
                  <a:pt x="74" y="281"/>
                </a:moveTo>
                <a:cubicBezTo>
                  <a:pt x="10" y="230"/>
                  <a:pt x="0" y="138"/>
                  <a:pt x="51" y="74"/>
                </a:cubicBezTo>
                <a:cubicBezTo>
                  <a:pt x="102" y="11"/>
                  <a:pt x="194" y="0"/>
                  <a:pt x="258" y="51"/>
                </a:cubicBezTo>
                <a:cubicBezTo>
                  <a:pt x="321" y="102"/>
                  <a:pt x="332" y="195"/>
                  <a:pt x="281" y="258"/>
                </a:cubicBezTo>
                <a:cubicBezTo>
                  <a:pt x="230" y="322"/>
                  <a:pt x="137" y="332"/>
                  <a:pt x="74" y="281"/>
                </a:cubicBezTo>
                <a:close/>
              </a:path>
            </a:pathLst>
          </a:custGeom>
          <a:solidFill>
            <a:schemeClr val="tx1"/>
          </a:solidFill>
          <a:ln w="9525">
            <a:noFill/>
            <a:round/>
            <a:headEnd/>
            <a:tailEnd/>
          </a:ln>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8">
              <a:defRPr/>
            </a:pPr>
            <a:r>
              <a:rPr lang="fr-FR" sz="1050" b="1" dirty="0">
                <a:solidFill>
                  <a:srgbClr val="FFFFFF"/>
                </a:solidFill>
                <a:latin typeface="Arial"/>
                <a:cs typeface="Arial"/>
              </a:rPr>
              <a:t>3</a:t>
            </a:r>
          </a:p>
        </p:txBody>
      </p:sp>
      <p:sp>
        <p:nvSpPr>
          <p:cNvPr id="77" name="Rectangle 76">
            <a:extLst>
              <a:ext uri="{FF2B5EF4-FFF2-40B4-BE49-F238E27FC236}">
                <a16:creationId xmlns:a16="http://schemas.microsoft.com/office/drawing/2014/main" id="{3B1000F1-A1F0-02F0-4085-1269C2E8B054}"/>
              </a:ext>
            </a:extLst>
          </p:cNvPr>
          <p:cNvSpPr/>
          <p:nvPr/>
        </p:nvSpPr>
        <p:spPr>
          <a:xfrm>
            <a:off x="0" y="4457292"/>
            <a:ext cx="9144000" cy="479836"/>
          </a:xfrm>
          <a:prstGeom prst="rect">
            <a:avLst/>
          </a:prstGeom>
          <a:solidFill>
            <a:schemeClr val="tx2"/>
          </a:solidFill>
          <a:ln w="9525" algn="ctr">
            <a:solidFill>
              <a:schemeClr val="tx2"/>
            </a:solidFill>
            <a:miter lim="800000"/>
            <a:headEnd type="none" w="lg" len="lg"/>
            <a:tailEnd type="none" w="lg" len="lg"/>
          </a:ln>
          <a:effectLst/>
        </p:spPr>
        <p:txBody>
          <a:bodyPr lIns="27000" rIns="27000" anchor="ctr" anchorCtr="1"/>
          <a:lstStyle/>
          <a:p>
            <a:pPr algn="ctr" defTabSz="914378">
              <a:defRPr/>
            </a:pPr>
            <a:r>
              <a:rPr lang="fr-FR" sz="1050" b="1" dirty="0">
                <a:solidFill>
                  <a:prstClr val="white"/>
                </a:solidFill>
              </a:rPr>
              <a:t>La DATA Transformation est un sujet global de l’entreprise portant à la fois une dimension et des enjeux stratégiques, métiers, organisationnels, techniques et humains.</a:t>
            </a:r>
          </a:p>
        </p:txBody>
      </p:sp>
      <p:sp>
        <p:nvSpPr>
          <p:cNvPr id="78" name="Pentagone 22">
            <a:extLst>
              <a:ext uri="{FF2B5EF4-FFF2-40B4-BE49-F238E27FC236}">
                <a16:creationId xmlns:a16="http://schemas.microsoft.com/office/drawing/2014/main" id="{D7F6E777-1DFF-B8DB-4E88-B9496A45E480}"/>
              </a:ext>
            </a:extLst>
          </p:cNvPr>
          <p:cNvSpPr/>
          <p:nvPr/>
        </p:nvSpPr>
        <p:spPr>
          <a:xfrm flipH="1">
            <a:off x="4994376" y="1178979"/>
            <a:ext cx="1335106" cy="832995"/>
          </a:xfrm>
          <a:prstGeom prst="homePlate">
            <a:avLst>
              <a:gd name="adj" fmla="val 0"/>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72000" bIns="36000" rtlCol="0" anchor="ctr"/>
          <a:lstStyle/>
          <a:p>
            <a:pPr algn="ctr" defTabSz="914378">
              <a:defRPr/>
            </a:pPr>
            <a:r>
              <a:rPr lang="fr-FR" sz="1050" dirty="0">
                <a:solidFill>
                  <a:prstClr val="black"/>
                </a:solidFill>
                <a:latin typeface="Arial"/>
                <a:cs typeface="Arial"/>
              </a:rPr>
              <a:t>Pilotage Stratégique et opérationnel</a:t>
            </a: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7"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8"/>
          <a:stretch>
            <a:fillRect/>
          </a:stretch>
        </p:blipFill>
        <p:spPr>
          <a:xfrm>
            <a:off x="6891377" y="122934"/>
            <a:ext cx="920983" cy="504600"/>
          </a:xfrm>
          <a:prstGeom prst="rect">
            <a:avLst/>
          </a:prstGeom>
        </p:spPr>
      </p:pic>
      <p:sp>
        <p:nvSpPr>
          <p:cNvPr id="31" name="Rectangle 30">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2235230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B8862-44FA-2342-7AD3-B38C816055B0}"/>
            </a:ext>
          </a:extLst>
        </p:cNvPr>
        <p:cNvGrpSpPr/>
        <p:nvPr/>
      </p:nvGrpSpPr>
      <p:grpSpPr>
        <a:xfrm>
          <a:off x="0" y="0"/>
          <a:ext cx="0" cy="0"/>
          <a:chOff x="0" y="0"/>
          <a:chExt cx="0" cy="0"/>
        </a:xfrm>
      </p:grpSpPr>
      <p:sp>
        <p:nvSpPr>
          <p:cNvPr id="41" name="Rectangle 2">
            <a:extLst>
              <a:ext uri="{FF2B5EF4-FFF2-40B4-BE49-F238E27FC236}">
                <a16:creationId xmlns:a16="http://schemas.microsoft.com/office/drawing/2014/main" id="{779781D3-E7DA-8409-1E84-50067FC8885E}"/>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defRPr/>
            </a:pPr>
            <a:endParaRPr lang="fr-FR" sz="1350" kern="1200">
              <a:solidFill>
                <a:srgbClr val="051922"/>
              </a:solidFill>
              <a:ea typeface="+mn-ea"/>
              <a:cs typeface="+mn-cs"/>
            </a:endParaRPr>
          </a:p>
        </p:txBody>
      </p:sp>
      <p:sp>
        <p:nvSpPr>
          <p:cNvPr id="8" name="Espace réservé du texte 7">
            <a:extLst>
              <a:ext uri="{FF2B5EF4-FFF2-40B4-BE49-F238E27FC236}">
                <a16:creationId xmlns:a16="http://schemas.microsoft.com/office/drawing/2014/main" id="{C323AD11-9B45-3D09-C37D-EA9DB5F41996}"/>
              </a:ext>
            </a:extLst>
          </p:cNvPr>
          <p:cNvSpPr>
            <a:spLocks noGrp="1"/>
          </p:cNvSpPr>
          <p:nvPr>
            <p:ph type="body" sz="quarter" idx="10"/>
          </p:nvPr>
        </p:nvSpPr>
        <p:spPr>
          <a:xfrm>
            <a:off x="570470" y="224255"/>
            <a:ext cx="7206242" cy="399494"/>
          </a:xfrm>
        </p:spPr>
        <p:txBody>
          <a:bodyPr/>
          <a:lstStyle/>
          <a:p>
            <a:r>
              <a:rPr lang="fr-FR" dirty="0">
                <a:latin typeface="Arial" panose="020B0604020202020204" pitchFamily="34" charset="0"/>
                <a:cs typeface="Arial" panose="020B0604020202020204" pitchFamily="34" charset="0"/>
              </a:rPr>
              <a:t>Les 3 </a:t>
            </a:r>
            <a:r>
              <a:rPr lang="fr-FR" dirty="0" err="1">
                <a:latin typeface="Arial" panose="020B0604020202020204" pitchFamily="34" charset="0"/>
                <a:cs typeface="Arial" panose="020B0604020202020204" pitchFamily="34" charset="0"/>
              </a:rPr>
              <a:t>streams</a:t>
            </a:r>
            <a:r>
              <a:rPr lang="fr-FR" dirty="0">
                <a:latin typeface="Arial" panose="020B0604020202020204" pitchFamily="34" charset="0"/>
                <a:cs typeface="Arial" panose="020B0604020202020204" pitchFamily="34" charset="0"/>
              </a:rPr>
              <a:t> de la data Transformation</a:t>
            </a:r>
          </a:p>
        </p:txBody>
      </p:sp>
      <p:sp>
        <p:nvSpPr>
          <p:cNvPr id="29" name="Rectangle 28">
            <a:extLst>
              <a:ext uri="{FF2B5EF4-FFF2-40B4-BE49-F238E27FC236}">
                <a16:creationId xmlns:a16="http://schemas.microsoft.com/office/drawing/2014/main" id="{65138A5F-F4FB-1861-1DA9-C890809E527E}"/>
              </a:ext>
            </a:extLst>
          </p:cNvPr>
          <p:cNvSpPr/>
          <p:nvPr/>
        </p:nvSpPr>
        <p:spPr>
          <a:xfrm>
            <a:off x="0" y="750602"/>
            <a:ext cx="9144000" cy="326365"/>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914378">
              <a:defRPr/>
            </a:pPr>
            <a:r>
              <a:rPr lang="fr-FR" sz="1300" b="1" dirty="0">
                <a:solidFill>
                  <a:prstClr val="black"/>
                </a:solidFill>
                <a:latin typeface="Arial"/>
                <a:cs typeface="Arial"/>
              </a:rPr>
              <a:t>La Data Transformation est un sujet porteur d’une complexité à la fois métier, IT et organisationnelle</a:t>
            </a:r>
          </a:p>
        </p:txBody>
      </p:sp>
      <p:cxnSp>
        <p:nvCxnSpPr>
          <p:cNvPr id="2" name="Connecteur droit avec flèche 1">
            <a:extLst>
              <a:ext uri="{FF2B5EF4-FFF2-40B4-BE49-F238E27FC236}">
                <a16:creationId xmlns:a16="http://schemas.microsoft.com/office/drawing/2014/main" id="{A38BB236-9DEC-4547-F45B-4256F03B36C3}"/>
              </a:ext>
            </a:extLst>
          </p:cNvPr>
          <p:cNvCxnSpPr>
            <a:cxnSpLocks/>
          </p:cNvCxnSpPr>
          <p:nvPr/>
        </p:nvCxnSpPr>
        <p:spPr>
          <a:xfrm>
            <a:off x="1828080" y="1419606"/>
            <a:ext cx="5616000" cy="0"/>
          </a:xfrm>
          <a:prstGeom prst="straightConnector1">
            <a:avLst/>
          </a:prstGeom>
          <a:ln w="57150">
            <a:solidFill>
              <a:srgbClr val="FFC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Ellipse 2">
            <a:extLst>
              <a:ext uri="{FF2B5EF4-FFF2-40B4-BE49-F238E27FC236}">
                <a16:creationId xmlns:a16="http://schemas.microsoft.com/office/drawing/2014/main" id="{E25A4054-0827-2CB5-0E51-AC7221B341E0}"/>
              </a:ext>
            </a:extLst>
          </p:cNvPr>
          <p:cNvSpPr/>
          <p:nvPr/>
        </p:nvSpPr>
        <p:spPr>
          <a:xfrm>
            <a:off x="1519514" y="1203598"/>
            <a:ext cx="360000" cy="360000"/>
          </a:xfrm>
          <a:prstGeom prst="ellipse">
            <a:avLst/>
          </a:prstGeom>
          <a:solidFill>
            <a:schemeClr val="tx2"/>
          </a:solidFill>
          <a:ln w="349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defRPr/>
            </a:pPr>
            <a:r>
              <a:rPr lang="fr-FR" sz="1800" b="1" dirty="0">
                <a:solidFill>
                  <a:prstClr val="white"/>
                </a:solidFill>
                <a:latin typeface="Calibri" panose="020F0502020204030204"/>
                <a:cs typeface="Arial"/>
              </a:rPr>
              <a:t>A</a:t>
            </a:r>
          </a:p>
        </p:txBody>
      </p:sp>
      <p:sp>
        <p:nvSpPr>
          <p:cNvPr id="4" name="Ellipse 3">
            <a:extLst>
              <a:ext uri="{FF2B5EF4-FFF2-40B4-BE49-F238E27FC236}">
                <a16:creationId xmlns:a16="http://schemas.microsoft.com/office/drawing/2014/main" id="{3E8F7E87-3BD7-8233-A74A-7FE0D83C125E}"/>
              </a:ext>
            </a:extLst>
          </p:cNvPr>
          <p:cNvSpPr/>
          <p:nvPr/>
        </p:nvSpPr>
        <p:spPr>
          <a:xfrm>
            <a:off x="4407038" y="1239312"/>
            <a:ext cx="360000" cy="360000"/>
          </a:xfrm>
          <a:prstGeom prst="ellipse">
            <a:avLst/>
          </a:prstGeom>
          <a:solidFill>
            <a:schemeClr val="tx2"/>
          </a:solidFill>
          <a:ln w="349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defRPr/>
            </a:pPr>
            <a:r>
              <a:rPr lang="fr-FR" sz="1800" b="1" dirty="0">
                <a:solidFill>
                  <a:prstClr val="white"/>
                </a:solidFill>
                <a:latin typeface="Calibri" panose="020F0502020204030204"/>
                <a:cs typeface="Arial"/>
              </a:rPr>
              <a:t>B</a:t>
            </a:r>
          </a:p>
        </p:txBody>
      </p:sp>
      <p:sp>
        <p:nvSpPr>
          <p:cNvPr id="5" name="Ellipse 4">
            <a:extLst>
              <a:ext uri="{FF2B5EF4-FFF2-40B4-BE49-F238E27FC236}">
                <a16:creationId xmlns:a16="http://schemas.microsoft.com/office/drawing/2014/main" id="{5E68ED04-0955-9FEA-4EB2-863C5F946A4C}"/>
              </a:ext>
            </a:extLst>
          </p:cNvPr>
          <p:cNvSpPr/>
          <p:nvPr/>
        </p:nvSpPr>
        <p:spPr>
          <a:xfrm>
            <a:off x="7294563" y="1239312"/>
            <a:ext cx="360000" cy="360000"/>
          </a:xfrm>
          <a:prstGeom prst="ellipse">
            <a:avLst/>
          </a:prstGeom>
          <a:solidFill>
            <a:schemeClr val="tx2"/>
          </a:solidFill>
          <a:ln w="349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defRPr/>
            </a:pPr>
            <a:r>
              <a:rPr lang="fr-FR" sz="1800" b="1" dirty="0">
                <a:solidFill>
                  <a:prstClr val="white"/>
                </a:solidFill>
                <a:latin typeface="Calibri" panose="020F0502020204030204"/>
                <a:cs typeface="Arial"/>
              </a:rPr>
              <a:t>C</a:t>
            </a:r>
          </a:p>
        </p:txBody>
      </p:sp>
      <p:sp>
        <p:nvSpPr>
          <p:cNvPr id="6" name="ZoneTexte 5">
            <a:extLst>
              <a:ext uri="{FF2B5EF4-FFF2-40B4-BE49-F238E27FC236}">
                <a16:creationId xmlns:a16="http://schemas.microsoft.com/office/drawing/2014/main" id="{D39C8366-3E6A-A304-9007-F0EB3AA8100F}"/>
              </a:ext>
            </a:extLst>
          </p:cNvPr>
          <p:cNvSpPr txBox="1"/>
          <p:nvPr/>
        </p:nvSpPr>
        <p:spPr>
          <a:xfrm>
            <a:off x="455688" y="1560984"/>
            <a:ext cx="2367948" cy="1384995"/>
          </a:xfrm>
          <a:prstGeom prst="rect">
            <a:avLst/>
          </a:prstGeom>
          <a:noFill/>
        </p:spPr>
        <p:txBody>
          <a:bodyPr wrap="square" rtlCol="0">
            <a:spAutoFit/>
          </a:bodyPr>
          <a:lstStyle/>
          <a:p>
            <a:pPr algn="ctr" defTabSz="685783">
              <a:defRPr/>
            </a:pPr>
            <a:r>
              <a:rPr lang="fr-FR" sz="1200" b="1" dirty="0">
                <a:solidFill>
                  <a:prstClr val="black"/>
                </a:solidFill>
                <a:latin typeface="Calibri" panose="020F0502020204030204"/>
              </a:rPr>
              <a:t>Refondre les principaux tableaux de bord de pilotage et construire des UC métiers à forte valeur ajoutée en mode agile. </a:t>
            </a:r>
            <a:r>
              <a:rPr lang="fr-FR" sz="1200" dirty="0">
                <a:solidFill>
                  <a:prstClr val="black"/>
                </a:solidFill>
                <a:latin typeface="Calibri" panose="020F0502020204030204"/>
              </a:rPr>
              <a:t>Capitaliser sur la construction au fil de l’eau d’un </a:t>
            </a:r>
            <a:r>
              <a:rPr lang="fr-FR" sz="1200" b="1" dirty="0">
                <a:solidFill>
                  <a:prstClr val="black"/>
                </a:solidFill>
                <a:latin typeface="Calibri" panose="020F0502020204030204"/>
              </a:rPr>
              <a:t>socle DATA Entreprise fiabilisé</a:t>
            </a:r>
          </a:p>
        </p:txBody>
      </p:sp>
      <p:pic>
        <p:nvPicPr>
          <p:cNvPr id="7" name="Image 6">
            <a:extLst>
              <a:ext uri="{FF2B5EF4-FFF2-40B4-BE49-F238E27FC236}">
                <a16:creationId xmlns:a16="http://schemas.microsoft.com/office/drawing/2014/main" id="{5FAE7706-4DC4-089A-9007-97E22E979A78}"/>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3295056" y="3013980"/>
            <a:ext cx="2583965" cy="1070218"/>
          </a:xfrm>
          <a:prstGeom prst="rect">
            <a:avLst/>
          </a:prstGeom>
        </p:spPr>
      </p:pic>
      <p:sp>
        <p:nvSpPr>
          <p:cNvPr id="9" name="ZoneTexte 8">
            <a:extLst>
              <a:ext uri="{FF2B5EF4-FFF2-40B4-BE49-F238E27FC236}">
                <a16:creationId xmlns:a16="http://schemas.microsoft.com/office/drawing/2014/main" id="{DF37BD4E-028E-A4A7-F038-C52F9122F014}"/>
              </a:ext>
            </a:extLst>
          </p:cNvPr>
          <p:cNvSpPr txBox="1"/>
          <p:nvPr/>
        </p:nvSpPr>
        <p:spPr>
          <a:xfrm>
            <a:off x="3418192" y="1690729"/>
            <a:ext cx="2367949" cy="1200329"/>
          </a:xfrm>
          <a:prstGeom prst="rect">
            <a:avLst/>
          </a:prstGeom>
          <a:noFill/>
        </p:spPr>
        <p:txBody>
          <a:bodyPr wrap="square" rtlCol="0">
            <a:spAutoFit/>
          </a:bodyPr>
          <a:lstStyle/>
          <a:p>
            <a:pPr algn="ctr" defTabSz="685783">
              <a:defRPr/>
            </a:pPr>
            <a:r>
              <a:rPr lang="fr-FR" sz="1200" b="1" dirty="0">
                <a:solidFill>
                  <a:prstClr val="black"/>
                </a:solidFill>
                <a:latin typeface="Calibri" panose="020F0502020204030204"/>
              </a:rPr>
              <a:t>Construire </a:t>
            </a:r>
            <a:r>
              <a:rPr lang="fr-FR" sz="1200" dirty="0">
                <a:solidFill>
                  <a:prstClr val="black"/>
                </a:solidFill>
                <a:latin typeface="Calibri" panose="020F0502020204030204"/>
              </a:rPr>
              <a:t>progressivement</a:t>
            </a:r>
            <a:r>
              <a:rPr lang="fr-FR" sz="1200" b="1" dirty="0">
                <a:solidFill>
                  <a:prstClr val="black"/>
                </a:solidFill>
                <a:latin typeface="Calibri" panose="020F0502020204030204"/>
              </a:rPr>
              <a:t> une plateforme Data scalable, intégrée au SI</a:t>
            </a:r>
            <a:r>
              <a:rPr lang="fr-FR" sz="1200" dirty="0">
                <a:solidFill>
                  <a:prstClr val="black"/>
                </a:solidFill>
                <a:latin typeface="Calibri" panose="020F0502020204030204"/>
              </a:rPr>
              <a:t>, </a:t>
            </a:r>
            <a:r>
              <a:rPr lang="fr-FR" sz="1200" b="1" dirty="0">
                <a:solidFill>
                  <a:prstClr val="black"/>
                </a:solidFill>
                <a:latin typeface="Calibri" panose="020F0502020204030204"/>
              </a:rPr>
              <a:t>aux meilleurs standards technologiques</a:t>
            </a:r>
            <a:r>
              <a:rPr lang="fr-FR" sz="1200" dirty="0">
                <a:solidFill>
                  <a:prstClr val="black"/>
                </a:solidFill>
                <a:latin typeface="Calibri" panose="020F0502020204030204"/>
              </a:rPr>
              <a:t>, intégrant le </a:t>
            </a:r>
            <a:r>
              <a:rPr lang="fr-FR" sz="1200" b="1" dirty="0">
                <a:solidFill>
                  <a:prstClr val="black"/>
                </a:solidFill>
                <a:latin typeface="Calibri" panose="020F0502020204030204"/>
              </a:rPr>
              <a:t>cloud</a:t>
            </a:r>
            <a:r>
              <a:rPr lang="fr-FR" sz="1200" dirty="0">
                <a:solidFill>
                  <a:prstClr val="black"/>
                </a:solidFill>
                <a:latin typeface="Calibri" panose="020F0502020204030204"/>
              </a:rPr>
              <a:t> et répondant aux ambitions métiers</a:t>
            </a:r>
          </a:p>
        </p:txBody>
      </p:sp>
      <p:pic>
        <p:nvPicPr>
          <p:cNvPr id="10" name="Image 9">
            <a:extLst>
              <a:ext uri="{FF2B5EF4-FFF2-40B4-BE49-F238E27FC236}">
                <a16:creationId xmlns:a16="http://schemas.microsoft.com/office/drawing/2014/main" id="{0BE024A4-1AE4-B9D0-82D3-D90377EB737D}"/>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875082" y="2870305"/>
            <a:ext cx="1648864" cy="1442756"/>
          </a:xfrm>
          <a:prstGeom prst="rect">
            <a:avLst/>
          </a:prstGeom>
        </p:spPr>
      </p:pic>
      <p:sp>
        <p:nvSpPr>
          <p:cNvPr id="11" name="ZoneTexte 10">
            <a:extLst>
              <a:ext uri="{FF2B5EF4-FFF2-40B4-BE49-F238E27FC236}">
                <a16:creationId xmlns:a16="http://schemas.microsoft.com/office/drawing/2014/main" id="{763FC432-BCB9-70F3-AF88-EB5760F56933}"/>
              </a:ext>
            </a:extLst>
          </p:cNvPr>
          <p:cNvSpPr txBox="1"/>
          <p:nvPr/>
        </p:nvSpPr>
        <p:spPr>
          <a:xfrm>
            <a:off x="6159261" y="1653318"/>
            <a:ext cx="2458526" cy="1200329"/>
          </a:xfrm>
          <a:prstGeom prst="rect">
            <a:avLst/>
          </a:prstGeom>
          <a:noFill/>
        </p:spPr>
        <p:txBody>
          <a:bodyPr wrap="square" rtlCol="0">
            <a:spAutoFit/>
          </a:bodyPr>
          <a:lstStyle/>
          <a:p>
            <a:pPr algn="ctr" defTabSz="685783">
              <a:defRPr/>
            </a:pPr>
            <a:r>
              <a:rPr lang="fr-FR" sz="1200" b="1" dirty="0">
                <a:solidFill>
                  <a:prstClr val="black"/>
                </a:solidFill>
                <a:latin typeface="Calibri" panose="020F0502020204030204"/>
              </a:rPr>
              <a:t>Mettre en place un modèle opérationnel industriel autour d’une Data Gouvernance, </a:t>
            </a:r>
            <a:r>
              <a:rPr lang="fr-FR" sz="1200" dirty="0">
                <a:solidFill>
                  <a:prstClr val="black"/>
                </a:solidFill>
                <a:latin typeface="Calibri" panose="020F0502020204030204"/>
              </a:rPr>
              <a:t>une</a:t>
            </a:r>
            <a:r>
              <a:rPr lang="fr-FR" sz="1200" b="1" dirty="0">
                <a:solidFill>
                  <a:prstClr val="black"/>
                </a:solidFill>
                <a:latin typeface="Calibri" panose="020F0502020204030204"/>
              </a:rPr>
              <a:t> </a:t>
            </a:r>
            <a:r>
              <a:rPr lang="fr-FR" sz="1200" dirty="0">
                <a:solidFill>
                  <a:prstClr val="black"/>
                </a:solidFill>
                <a:latin typeface="Calibri" panose="020F0502020204030204"/>
              </a:rPr>
              <a:t>organisation et des processus </a:t>
            </a:r>
            <a:r>
              <a:rPr lang="fr-FR" sz="1200" b="1" dirty="0">
                <a:solidFill>
                  <a:prstClr val="black"/>
                </a:solidFill>
                <a:latin typeface="Calibri" panose="020F0502020204030204"/>
              </a:rPr>
              <a:t>pragmatiques </a:t>
            </a:r>
            <a:r>
              <a:rPr lang="fr-FR" sz="1200" dirty="0">
                <a:solidFill>
                  <a:prstClr val="black"/>
                </a:solidFill>
                <a:latin typeface="Calibri" panose="020F0502020204030204"/>
              </a:rPr>
              <a:t>intégrant des compétences SI / Data / Métiers</a:t>
            </a:r>
            <a:endParaRPr lang="fr-FR" sz="1200" b="1" dirty="0">
              <a:solidFill>
                <a:prstClr val="black"/>
              </a:solidFill>
              <a:latin typeface="Calibri" panose="020F0502020204030204"/>
            </a:endParaRPr>
          </a:p>
        </p:txBody>
      </p:sp>
      <p:pic>
        <p:nvPicPr>
          <p:cNvPr id="12" name="Image 11">
            <a:extLst>
              <a:ext uri="{FF2B5EF4-FFF2-40B4-BE49-F238E27FC236}">
                <a16:creationId xmlns:a16="http://schemas.microsoft.com/office/drawing/2014/main" id="{C9B2CAED-09AE-218E-F693-3111FD536BF9}"/>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6584998" y="2865566"/>
            <a:ext cx="1915148" cy="1447495"/>
          </a:xfrm>
          <a:prstGeom prst="rect">
            <a:avLst/>
          </a:prstGeom>
        </p:spPr>
      </p:pic>
      <p:sp>
        <p:nvSpPr>
          <p:cNvPr id="13" name="Rectangle 12">
            <a:extLst>
              <a:ext uri="{FF2B5EF4-FFF2-40B4-BE49-F238E27FC236}">
                <a16:creationId xmlns:a16="http://schemas.microsoft.com/office/drawing/2014/main" id="{E3C3B2C0-958F-6E38-5B37-35F3C95EBC5D}"/>
              </a:ext>
            </a:extLst>
          </p:cNvPr>
          <p:cNvSpPr/>
          <p:nvPr/>
        </p:nvSpPr>
        <p:spPr>
          <a:xfrm>
            <a:off x="0" y="4424936"/>
            <a:ext cx="9144000" cy="426250"/>
          </a:xfrm>
          <a:prstGeom prst="rect">
            <a:avLst/>
          </a:prstGeom>
          <a:solidFill>
            <a:schemeClr val="tx2"/>
          </a:solidFill>
          <a:ln w="9525" algn="ctr">
            <a:solidFill>
              <a:schemeClr val="tx2"/>
            </a:solidFill>
            <a:miter lim="800000"/>
            <a:headEnd type="none" w="lg" len="lg"/>
            <a:tailEnd type="none" w="lg" len="lg"/>
          </a:ln>
          <a:effectLst/>
        </p:spPr>
        <p:txBody>
          <a:bodyPr lIns="27000" rIns="27000" anchor="ctr" anchorCtr="1"/>
          <a:lstStyle/>
          <a:p>
            <a:pPr algn="ctr" defTabSz="914378">
              <a:defRPr/>
            </a:pPr>
            <a:r>
              <a:rPr lang="fr-FR" sz="1050" b="1" dirty="0">
                <a:solidFill>
                  <a:prstClr val="white"/>
                </a:solidFill>
              </a:rPr>
              <a:t>Cette mission a pour objectif de cadrer le programme DATA Transformation autour de ces 3 challenges</a:t>
            </a:r>
          </a:p>
        </p:txBody>
      </p:sp>
      <p:pic>
        <p:nvPicPr>
          <p:cNvPr id="16" name="Image 15" descr="logo SEVEN-01.png">
            <a:extLst>
              <a:ext uri="{FF2B5EF4-FFF2-40B4-BE49-F238E27FC236}">
                <a16:creationId xmlns:a16="http://schemas.microsoft.com/office/drawing/2014/main" id="{57DFB0E4-A7A8-7FF0-15CB-E152F471A153}"/>
              </a:ext>
            </a:extLst>
          </p:cNvPr>
          <p:cNvPicPr>
            <a:picLocks noChangeAspect="1"/>
          </p:cNvPicPr>
          <p:nvPr/>
        </p:nvPicPr>
        <p:blipFill>
          <a:blip r:embed="rId10" cstate="print"/>
          <a:stretch>
            <a:fillRect/>
          </a:stretch>
        </p:blipFill>
        <p:spPr>
          <a:xfrm>
            <a:off x="8172400" y="115662"/>
            <a:ext cx="585429" cy="525840"/>
          </a:xfrm>
          <a:prstGeom prst="rect">
            <a:avLst/>
          </a:prstGeom>
        </p:spPr>
      </p:pic>
      <p:pic>
        <p:nvPicPr>
          <p:cNvPr id="17" name="Image 16"/>
          <p:cNvPicPr>
            <a:picLocks noChangeAspect="1"/>
          </p:cNvPicPr>
          <p:nvPr/>
        </p:nvPicPr>
        <p:blipFill>
          <a:blip r:embed="rId11"/>
          <a:stretch>
            <a:fillRect/>
          </a:stretch>
        </p:blipFill>
        <p:spPr>
          <a:xfrm>
            <a:off x="6891377" y="122934"/>
            <a:ext cx="920983" cy="504600"/>
          </a:xfrm>
          <a:prstGeom prst="rect">
            <a:avLst/>
          </a:prstGeom>
        </p:spPr>
      </p:pic>
      <p:sp>
        <p:nvSpPr>
          <p:cNvPr id="18" name="Rectangle 17">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2059747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F7731-7AEE-02FB-2F29-B1261D58F9D7}"/>
            </a:ext>
          </a:extLst>
        </p:cNvPr>
        <p:cNvGrpSpPr/>
        <p:nvPr/>
      </p:nvGrpSpPr>
      <p:grpSpPr>
        <a:xfrm>
          <a:off x="0" y="0"/>
          <a:ext cx="0" cy="0"/>
          <a:chOff x="0" y="0"/>
          <a:chExt cx="0" cy="0"/>
        </a:xfrm>
      </p:grpSpPr>
      <p:cxnSp>
        <p:nvCxnSpPr>
          <p:cNvPr id="44" name="Connecteur droit avec flèche 43">
            <a:extLst>
              <a:ext uri="{FF2B5EF4-FFF2-40B4-BE49-F238E27FC236}">
                <a16:creationId xmlns:a16="http://schemas.microsoft.com/office/drawing/2014/main" id="{D5ED3A55-BB52-DEB6-60C1-C771E10FF580}"/>
              </a:ext>
            </a:extLst>
          </p:cNvPr>
          <p:cNvCxnSpPr>
            <a:cxnSpLocks/>
          </p:cNvCxnSpPr>
          <p:nvPr/>
        </p:nvCxnSpPr>
        <p:spPr>
          <a:xfrm>
            <a:off x="2693885" y="1626805"/>
            <a:ext cx="3996000" cy="0"/>
          </a:xfrm>
          <a:prstGeom prst="straightConnector1">
            <a:avLst/>
          </a:prstGeom>
          <a:ln w="57150">
            <a:solidFill>
              <a:srgbClr val="FFC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1" name="Rectangle 2">
            <a:extLst>
              <a:ext uri="{FF2B5EF4-FFF2-40B4-BE49-F238E27FC236}">
                <a16:creationId xmlns:a16="http://schemas.microsoft.com/office/drawing/2014/main" id="{CD4D9999-6408-62DD-2287-5F2D50EC07B2}"/>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defRPr/>
            </a:pPr>
            <a:endParaRPr lang="fr-FR" sz="1350" kern="1200">
              <a:solidFill>
                <a:srgbClr val="051922"/>
              </a:solidFill>
              <a:ea typeface="+mn-ea"/>
              <a:cs typeface="+mn-cs"/>
            </a:endParaRPr>
          </a:p>
        </p:txBody>
      </p:sp>
      <p:sp>
        <p:nvSpPr>
          <p:cNvPr id="8" name="Espace réservé du texte 7">
            <a:extLst>
              <a:ext uri="{FF2B5EF4-FFF2-40B4-BE49-F238E27FC236}">
                <a16:creationId xmlns:a16="http://schemas.microsoft.com/office/drawing/2014/main" id="{BD85C29B-5C6D-E733-A66A-D1A0A0BD4B19}"/>
              </a:ext>
            </a:extLst>
          </p:cNvPr>
          <p:cNvSpPr>
            <a:spLocks noGrp="1"/>
          </p:cNvSpPr>
          <p:nvPr>
            <p:ph type="body" sz="quarter" idx="10"/>
          </p:nvPr>
        </p:nvSpPr>
        <p:spPr>
          <a:xfrm>
            <a:off x="570470" y="67449"/>
            <a:ext cx="7206242" cy="556300"/>
          </a:xfrm>
        </p:spPr>
        <p:txBody>
          <a:bodyPr/>
          <a:lstStyle/>
          <a:p>
            <a:r>
              <a:rPr lang="fr-FR" dirty="0">
                <a:latin typeface="Arial" panose="020B0604020202020204" pitchFamily="34" charset="0"/>
                <a:cs typeface="Arial" panose="020B0604020202020204" pitchFamily="34" charset="0"/>
              </a:rPr>
              <a:t>Stream A – Produits &amp; Usages</a:t>
            </a:r>
          </a:p>
          <a:p>
            <a:r>
              <a:rPr lang="fr-FR" b="0" dirty="0">
                <a:latin typeface="Arial" panose="020B0604020202020204" pitchFamily="34" charset="0"/>
                <a:cs typeface="Arial" panose="020B0604020202020204" pitchFamily="34" charset="0"/>
              </a:rPr>
              <a:t>Driver la transformation par la construction de cas d’usages</a:t>
            </a:r>
          </a:p>
        </p:txBody>
      </p:sp>
      <p:sp>
        <p:nvSpPr>
          <p:cNvPr id="29" name="Rectangle 28">
            <a:extLst>
              <a:ext uri="{FF2B5EF4-FFF2-40B4-BE49-F238E27FC236}">
                <a16:creationId xmlns:a16="http://schemas.microsoft.com/office/drawing/2014/main" id="{EB3DD816-DA02-8735-0219-40857B13F6E5}"/>
              </a:ext>
            </a:extLst>
          </p:cNvPr>
          <p:cNvSpPr/>
          <p:nvPr/>
        </p:nvSpPr>
        <p:spPr>
          <a:xfrm>
            <a:off x="0" y="750601"/>
            <a:ext cx="9144000" cy="556301"/>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685783">
              <a:defRPr/>
            </a:pPr>
            <a:r>
              <a:rPr lang="fr-FR" sz="1350" b="1" dirty="0">
                <a:solidFill>
                  <a:prstClr val="black"/>
                </a:solidFill>
                <a:latin typeface="Calibri" panose="020F0502020204030204"/>
                <a:cs typeface="Arial"/>
              </a:rPr>
              <a:t>Refondre les principaux tableaux de bord de pilotage et construire des UC métiers à forte valeur ajoutée en mode agile. </a:t>
            </a:r>
            <a:r>
              <a:rPr lang="fr-FR" sz="1350" dirty="0">
                <a:solidFill>
                  <a:prstClr val="black"/>
                </a:solidFill>
                <a:latin typeface="Calibri" panose="020F0502020204030204"/>
                <a:cs typeface="Arial"/>
              </a:rPr>
              <a:t>Capitaliser sur la construction au fil de l’eau d’un </a:t>
            </a:r>
            <a:r>
              <a:rPr lang="fr-FR" sz="1350" b="1" dirty="0">
                <a:solidFill>
                  <a:prstClr val="black"/>
                </a:solidFill>
                <a:latin typeface="Calibri" panose="020F0502020204030204"/>
                <a:cs typeface="Arial"/>
              </a:rPr>
              <a:t>socle DATA Entreprise fiabilisé</a:t>
            </a:r>
          </a:p>
        </p:txBody>
      </p:sp>
      <p:sp>
        <p:nvSpPr>
          <p:cNvPr id="13" name="Rectangle 12">
            <a:extLst>
              <a:ext uri="{FF2B5EF4-FFF2-40B4-BE49-F238E27FC236}">
                <a16:creationId xmlns:a16="http://schemas.microsoft.com/office/drawing/2014/main" id="{515F47F9-3792-CF64-E84A-6938E73CDD86}"/>
              </a:ext>
            </a:extLst>
          </p:cNvPr>
          <p:cNvSpPr/>
          <p:nvPr/>
        </p:nvSpPr>
        <p:spPr>
          <a:xfrm>
            <a:off x="0" y="4424936"/>
            <a:ext cx="9144000" cy="426250"/>
          </a:xfrm>
          <a:prstGeom prst="rect">
            <a:avLst/>
          </a:prstGeom>
          <a:solidFill>
            <a:schemeClr val="tx2"/>
          </a:solidFill>
          <a:ln w="9525" algn="ctr">
            <a:solidFill>
              <a:schemeClr val="tx2"/>
            </a:solidFill>
            <a:miter lim="800000"/>
            <a:headEnd type="none" w="lg" len="lg"/>
            <a:tailEnd type="none" w="lg" len="lg"/>
          </a:ln>
          <a:effectLst/>
        </p:spPr>
        <p:txBody>
          <a:bodyPr lIns="27000" rIns="27000" anchor="ctr" anchorCtr="1"/>
          <a:lstStyle/>
          <a:p>
            <a:pPr algn="ctr" defTabSz="914378">
              <a:defRPr/>
            </a:pPr>
            <a:r>
              <a:rPr lang="fr-FR" sz="1200" b="1" dirty="0">
                <a:solidFill>
                  <a:prstClr val="white"/>
                </a:solidFill>
              </a:rPr>
              <a:t>Nous proposons de lancer construction de la nouvelle plateforme à travers la mise en œuvre de ces deux ambitions </a:t>
            </a:r>
          </a:p>
        </p:txBody>
      </p:sp>
      <p:sp>
        <p:nvSpPr>
          <p:cNvPr id="30" name="Ellipse 29">
            <a:extLst>
              <a:ext uri="{FF2B5EF4-FFF2-40B4-BE49-F238E27FC236}">
                <a16:creationId xmlns:a16="http://schemas.microsoft.com/office/drawing/2014/main" id="{818E4D82-E10B-6048-85AD-07B70F85E0E8}"/>
              </a:ext>
            </a:extLst>
          </p:cNvPr>
          <p:cNvSpPr/>
          <p:nvPr/>
        </p:nvSpPr>
        <p:spPr>
          <a:xfrm>
            <a:off x="2597765" y="1542040"/>
            <a:ext cx="180000" cy="180000"/>
          </a:xfrm>
          <a:prstGeom prst="ellipse">
            <a:avLst/>
          </a:prstGeom>
          <a:solidFill>
            <a:srgbClr val="39302A"/>
          </a:solidFill>
          <a:ln w="34925" cap="flat" cmpd="sng" algn="ctr">
            <a:solidFill>
              <a:srgbClr val="FFC000"/>
            </a:solidFill>
            <a:prstDash val="solid"/>
          </a:ln>
          <a:effectLst/>
        </p:spPr>
        <p:txBody>
          <a:bodyPr rtlCol="0" anchor="ctr"/>
          <a:lstStyle/>
          <a:p>
            <a:pPr algn="ctr" defTabSz="685783">
              <a:buClrTx/>
              <a:defRPr/>
            </a:pPr>
            <a:endParaRPr lang="fr-FR" sz="1800" b="1" dirty="0">
              <a:solidFill>
                <a:prstClr val="white"/>
              </a:solidFill>
              <a:latin typeface="Calibri" panose="020F0502020204030204"/>
              <a:ea typeface="+mn-ea"/>
              <a:cs typeface="+mn-cs"/>
            </a:endParaRPr>
          </a:p>
        </p:txBody>
      </p:sp>
      <p:sp>
        <p:nvSpPr>
          <p:cNvPr id="31" name="ZoneTexte 30">
            <a:extLst>
              <a:ext uri="{FF2B5EF4-FFF2-40B4-BE49-F238E27FC236}">
                <a16:creationId xmlns:a16="http://schemas.microsoft.com/office/drawing/2014/main" id="{BBEBA61B-74E6-ADDC-48F1-DDF48C6EB6A8}"/>
              </a:ext>
            </a:extLst>
          </p:cNvPr>
          <p:cNvSpPr txBox="1"/>
          <p:nvPr/>
        </p:nvSpPr>
        <p:spPr>
          <a:xfrm>
            <a:off x="1469523" y="1790861"/>
            <a:ext cx="2448723" cy="1015663"/>
          </a:xfrm>
          <a:prstGeom prst="rect">
            <a:avLst/>
          </a:prstGeom>
          <a:noFill/>
        </p:spPr>
        <p:txBody>
          <a:bodyPr wrap="square" rtlCol="0">
            <a:spAutoFit/>
          </a:bodyPr>
          <a:lstStyle/>
          <a:p>
            <a:pPr algn="ctr" defTabSz="685783">
              <a:defRPr/>
            </a:pPr>
            <a:r>
              <a:rPr lang="fr-FR" sz="1500" b="1" dirty="0">
                <a:solidFill>
                  <a:prstClr val="black"/>
                </a:solidFill>
                <a:latin typeface="Calibri" panose="020F0502020204030204"/>
              </a:rPr>
              <a:t>Construire un nouveau socle fiable de tableaux de bords de pilotage pour EQDOM</a:t>
            </a:r>
          </a:p>
          <a:p>
            <a:pPr algn="ctr" defTabSz="685783">
              <a:defRPr/>
            </a:pPr>
            <a:r>
              <a:rPr lang="fr-FR" sz="1500" b="1" dirty="0">
                <a:solidFill>
                  <a:prstClr val="black"/>
                </a:solidFill>
                <a:latin typeface="Calibri" panose="020F0502020204030204"/>
              </a:rPr>
              <a:t>« Tour de contrôle »</a:t>
            </a:r>
            <a:endParaRPr lang="fr-FR" sz="1500" dirty="0">
              <a:solidFill>
                <a:prstClr val="black"/>
              </a:solidFill>
              <a:latin typeface="Calibri" panose="020F0502020204030204"/>
            </a:endParaRPr>
          </a:p>
        </p:txBody>
      </p:sp>
      <p:grpSp>
        <p:nvGrpSpPr>
          <p:cNvPr id="32" name="Groupe 31">
            <a:extLst>
              <a:ext uri="{FF2B5EF4-FFF2-40B4-BE49-F238E27FC236}">
                <a16:creationId xmlns:a16="http://schemas.microsoft.com/office/drawing/2014/main" id="{B5F8CDE5-0176-EF07-56A1-2B24E193C34A}"/>
              </a:ext>
            </a:extLst>
          </p:cNvPr>
          <p:cNvGrpSpPr/>
          <p:nvPr/>
        </p:nvGrpSpPr>
        <p:grpSpPr>
          <a:xfrm>
            <a:off x="1506444" y="2798341"/>
            <a:ext cx="2409997" cy="1252669"/>
            <a:chOff x="853839" y="3966992"/>
            <a:chExt cx="4078604" cy="2295525"/>
          </a:xfrm>
        </p:grpSpPr>
        <p:pic>
          <p:nvPicPr>
            <p:cNvPr id="33" name="object 13">
              <a:extLst>
                <a:ext uri="{FF2B5EF4-FFF2-40B4-BE49-F238E27FC236}">
                  <a16:creationId xmlns:a16="http://schemas.microsoft.com/office/drawing/2014/main" id="{E329FEC4-6C89-474F-311D-B54BC24880A2}"/>
                </a:ext>
              </a:extLst>
            </p:cNvPr>
            <p:cNvPicPr/>
            <p:nvPr/>
          </p:nvPicPr>
          <p:blipFill>
            <a:blip r:embed="rId4" cstate="print">
              <a:extLst>
                <a:ext uri="{BEBA8EAE-BF5A-486C-A8C5-ECC9F3942E4B}">
                  <a14:imgProps xmlns:a14="http://schemas.microsoft.com/office/drawing/2010/main">
                    <a14:imgLayer r:embed="rId5">
                      <a14:imgEffect>
                        <a14:artisticMarker size="9"/>
                      </a14:imgEffect>
                    </a14:imgLayer>
                  </a14:imgProps>
                </a:ext>
              </a:extLst>
            </a:blip>
            <a:stretch>
              <a:fillRect/>
            </a:stretch>
          </p:blipFill>
          <p:spPr>
            <a:xfrm>
              <a:off x="855363" y="4032185"/>
              <a:ext cx="4075176" cy="2228426"/>
            </a:xfrm>
            <a:prstGeom prst="rect">
              <a:avLst/>
            </a:prstGeom>
          </p:spPr>
        </p:pic>
        <p:sp>
          <p:nvSpPr>
            <p:cNvPr id="34" name="object 14">
              <a:extLst>
                <a:ext uri="{FF2B5EF4-FFF2-40B4-BE49-F238E27FC236}">
                  <a16:creationId xmlns:a16="http://schemas.microsoft.com/office/drawing/2014/main" id="{CB75A890-DF39-DA52-5925-A99C351C1C3C}"/>
                </a:ext>
              </a:extLst>
            </p:cNvPr>
            <p:cNvSpPr/>
            <p:nvPr/>
          </p:nvSpPr>
          <p:spPr>
            <a:xfrm>
              <a:off x="853839" y="3966992"/>
              <a:ext cx="4078604" cy="2295525"/>
            </a:xfrm>
            <a:custGeom>
              <a:avLst/>
              <a:gdLst/>
              <a:ahLst/>
              <a:cxnLst/>
              <a:rect l="l" t="t" r="r" b="b"/>
              <a:pathLst>
                <a:path w="4078604" h="2295525">
                  <a:moveTo>
                    <a:pt x="0" y="2295144"/>
                  </a:moveTo>
                  <a:lnTo>
                    <a:pt x="4078224" y="2295144"/>
                  </a:lnTo>
                  <a:lnTo>
                    <a:pt x="4078224" y="0"/>
                  </a:lnTo>
                  <a:lnTo>
                    <a:pt x="0" y="0"/>
                  </a:lnTo>
                  <a:lnTo>
                    <a:pt x="0" y="2295144"/>
                  </a:lnTo>
                  <a:close/>
                </a:path>
              </a:pathLst>
            </a:custGeom>
            <a:ln w="3175">
              <a:solidFill>
                <a:srgbClr val="D2D2D2"/>
              </a:solidFill>
            </a:ln>
          </p:spPr>
          <p:txBody>
            <a:bodyPr wrap="square" lIns="0" tIns="0" rIns="0" bIns="0" rtlCol="0"/>
            <a:lstStyle/>
            <a:p>
              <a:pPr defTabSz="914378">
                <a:defRPr/>
              </a:pPr>
              <a:endParaRPr/>
            </a:p>
          </p:txBody>
        </p:sp>
      </p:grpSp>
      <p:sp>
        <p:nvSpPr>
          <p:cNvPr id="39" name="Ellipse 38">
            <a:extLst>
              <a:ext uri="{FF2B5EF4-FFF2-40B4-BE49-F238E27FC236}">
                <a16:creationId xmlns:a16="http://schemas.microsoft.com/office/drawing/2014/main" id="{86881B77-071E-3346-6E05-FF57E26F63B6}"/>
              </a:ext>
            </a:extLst>
          </p:cNvPr>
          <p:cNvSpPr/>
          <p:nvPr/>
        </p:nvSpPr>
        <p:spPr>
          <a:xfrm>
            <a:off x="6585370" y="1542040"/>
            <a:ext cx="180000" cy="180000"/>
          </a:xfrm>
          <a:prstGeom prst="ellipse">
            <a:avLst/>
          </a:prstGeom>
          <a:solidFill>
            <a:srgbClr val="39302A"/>
          </a:solidFill>
          <a:ln w="34925" cap="flat" cmpd="sng" algn="ctr">
            <a:solidFill>
              <a:srgbClr val="FFC000"/>
            </a:solidFill>
            <a:prstDash val="solid"/>
          </a:ln>
          <a:effectLst/>
        </p:spPr>
        <p:txBody>
          <a:bodyPr rtlCol="0" anchor="ctr"/>
          <a:lstStyle/>
          <a:p>
            <a:pPr algn="ctr" defTabSz="685783">
              <a:buClrTx/>
              <a:defRPr/>
            </a:pPr>
            <a:endParaRPr lang="fr-FR" sz="1800" b="1" dirty="0">
              <a:solidFill>
                <a:prstClr val="white"/>
              </a:solidFill>
              <a:latin typeface="Calibri" panose="020F0502020204030204"/>
              <a:ea typeface="+mn-ea"/>
              <a:cs typeface="+mn-cs"/>
            </a:endParaRPr>
          </a:p>
        </p:txBody>
      </p:sp>
      <p:sp>
        <p:nvSpPr>
          <p:cNvPr id="40" name="ZoneTexte 39">
            <a:extLst>
              <a:ext uri="{FF2B5EF4-FFF2-40B4-BE49-F238E27FC236}">
                <a16:creationId xmlns:a16="http://schemas.microsoft.com/office/drawing/2014/main" id="{AB70B4BD-6B99-705D-4C02-27E43D47B1AA}"/>
              </a:ext>
            </a:extLst>
          </p:cNvPr>
          <p:cNvSpPr txBox="1"/>
          <p:nvPr/>
        </p:nvSpPr>
        <p:spPr>
          <a:xfrm>
            <a:off x="5450028" y="1849086"/>
            <a:ext cx="2431487" cy="1015663"/>
          </a:xfrm>
          <a:prstGeom prst="rect">
            <a:avLst/>
          </a:prstGeom>
          <a:noFill/>
        </p:spPr>
        <p:txBody>
          <a:bodyPr wrap="square" rtlCol="0">
            <a:spAutoFit/>
          </a:bodyPr>
          <a:lstStyle/>
          <a:p>
            <a:pPr algn="ctr" defTabSz="685783">
              <a:defRPr/>
            </a:pPr>
            <a:r>
              <a:rPr lang="fr-FR" sz="1500" b="1" dirty="0">
                <a:solidFill>
                  <a:prstClr val="black"/>
                </a:solidFill>
                <a:latin typeface="Calibri" panose="020F0502020204030204"/>
              </a:rPr>
              <a:t>Concrétiser une ambition </a:t>
            </a:r>
            <a:r>
              <a:rPr lang="fr-FR" sz="1500" dirty="0">
                <a:solidFill>
                  <a:prstClr val="black"/>
                </a:solidFill>
                <a:latin typeface="Calibri" panose="020F0502020204030204"/>
              </a:rPr>
              <a:t>de transformation du business via </a:t>
            </a:r>
            <a:r>
              <a:rPr lang="fr-FR" sz="1500" b="1" dirty="0" err="1">
                <a:solidFill>
                  <a:prstClr val="black"/>
                </a:solidFill>
                <a:latin typeface="Calibri" panose="020F0502020204030204"/>
              </a:rPr>
              <a:t>l’analytics</a:t>
            </a:r>
            <a:r>
              <a:rPr lang="fr-FR" sz="1500" b="1" dirty="0">
                <a:solidFill>
                  <a:prstClr val="black"/>
                </a:solidFill>
                <a:latin typeface="Calibri" panose="020F0502020204030204"/>
              </a:rPr>
              <a:t> &amp; Data Science</a:t>
            </a:r>
          </a:p>
        </p:txBody>
      </p:sp>
      <p:pic>
        <p:nvPicPr>
          <p:cNvPr id="42" name="Image 41">
            <a:extLst>
              <a:ext uri="{FF2B5EF4-FFF2-40B4-BE49-F238E27FC236}">
                <a16:creationId xmlns:a16="http://schemas.microsoft.com/office/drawing/2014/main" id="{5069F221-BFDB-A6E5-38D8-4312F30172F5}"/>
              </a:ext>
            </a:extLst>
          </p:cNvPr>
          <p:cNvPicPr>
            <a:picLocks noChangeAspect="1"/>
          </p:cNvPicPr>
          <p:nvPr/>
        </p:nvPicPr>
        <p:blipFill>
          <a:blip r:embed="rId6">
            <a:clrChange>
              <a:clrFrom>
                <a:srgbClr val="F5FFFF"/>
              </a:clrFrom>
              <a:clrTo>
                <a:srgbClr val="F5FFFF">
                  <a:alpha val="0"/>
                </a:srgbClr>
              </a:clrTo>
            </a:clrChange>
          </a:blip>
          <a:stretch>
            <a:fillRect/>
          </a:stretch>
        </p:blipFill>
        <p:spPr>
          <a:xfrm>
            <a:off x="5433243" y="2831248"/>
            <a:ext cx="2431487" cy="1252670"/>
          </a:xfrm>
          <a:prstGeom prst="rect">
            <a:avLst/>
          </a:prstGeom>
        </p:spPr>
      </p:pic>
      <p:sp>
        <p:nvSpPr>
          <p:cNvPr id="43" name="Rectangle 42">
            <a:extLst>
              <a:ext uri="{FF2B5EF4-FFF2-40B4-BE49-F238E27FC236}">
                <a16:creationId xmlns:a16="http://schemas.microsoft.com/office/drawing/2014/main" id="{2D6FD523-2AA1-A1E5-9C41-E753342A7FD5}"/>
              </a:ext>
            </a:extLst>
          </p:cNvPr>
          <p:cNvSpPr/>
          <p:nvPr/>
        </p:nvSpPr>
        <p:spPr>
          <a:xfrm>
            <a:off x="5217218" y="1419622"/>
            <a:ext cx="2808312" cy="2844336"/>
          </a:xfrm>
          <a:prstGeom prst="rect">
            <a:avLst/>
          </a:prstGeom>
          <a:solidFill>
            <a:srgbClr val="FFCA08">
              <a:lumMod val="40000"/>
              <a:lumOff val="60000"/>
              <a:alpha val="2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defRPr/>
            </a:pPr>
            <a:endParaRPr lang="fr-FR" sz="1200" dirty="0">
              <a:solidFill>
                <a:srgbClr val="FFFFFF"/>
              </a:solidFill>
              <a:latin typeface="Trebuchet MS"/>
              <a:ea typeface="+mn-ea"/>
              <a:cs typeface="+mn-cs"/>
            </a:endParaRPr>
          </a:p>
        </p:txBody>
      </p:sp>
      <p:sp>
        <p:nvSpPr>
          <p:cNvPr id="16" name="Rectangle 15">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252452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C7A52-6EC5-32CC-55A5-BF6878D509F9}"/>
            </a:ext>
          </a:extLst>
        </p:cNvPr>
        <p:cNvGrpSpPr/>
        <p:nvPr/>
      </p:nvGrpSpPr>
      <p:grpSpPr>
        <a:xfrm>
          <a:off x="0" y="0"/>
          <a:ext cx="0" cy="0"/>
          <a:chOff x="0" y="0"/>
          <a:chExt cx="0" cy="0"/>
        </a:xfrm>
      </p:grpSpPr>
      <p:pic>
        <p:nvPicPr>
          <p:cNvPr id="26" name="Image 25">
            <a:extLst>
              <a:ext uri="{FF2B5EF4-FFF2-40B4-BE49-F238E27FC236}">
                <a16:creationId xmlns:a16="http://schemas.microsoft.com/office/drawing/2014/main" id="{D03BBF0A-A3ED-235A-C4C4-C8C301E3588E}"/>
              </a:ext>
            </a:extLst>
          </p:cNvPr>
          <p:cNvPicPr>
            <a:picLocks noChangeAspect="1"/>
          </p:cNvPicPr>
          <p:nvPr/>
        </p:nvPicPr>
        <p:blipFill>
          <a:blip r:embed="rId4"/>
          <a:stretch>
            <a:fillRect/>
          </a:stretch>
        </p:blipFill>
        <p:spPr>
          <a:xfrm>
            <a:off x="7313415" y="3892200"/>
            <a:ext cx="678589" cy="678589"/>
          </a:xfrm>
          <a:prstGeom prst="rect">
            <a:avLst/>
          </a:prstGeom>
        </p:spPr>
      </p:pic>
      <p:pic>
        <p:nvPicPr>
          <p:cNvPr id="24" name="Image 23">
            <a:extLst>
              <a:ext uri="{FF2B5EF4-FFF2-40B4-BE49-F238E27FC236}">
                <a16:creationId xmlns:a16="http://schemas.microsoft.com/office/drawing/2014/main" id="{2E7C1B91-C18C-36AF-B27D-B3AB9656AC85}"/>
              </a:ext>
            </a:extLst>
          </p:cNvPr>
          <p:cNvPicPr>
            <a:picLocks noChangeAspect="1"/>
          </p:cNvPicPr>
          <p:nvPr/>
        </p:nvPicPr>
        <p:blipFill>
          <a:blip r:embed="rId5"/>
          <a:stretch>
            <a:fillRect/>
          </a:stretch>
        </p:blipFill>
        <p:spPr>
          <a:xfrm>
            <a:off x="1404320" y="4021597"/>
            <a:ext cx="549192" cy="549192"/>
          </a:xfrm>
          <a:prstGeom prst="rect">
            <a:avLst/>
          </a:prstGeom>
        </p:spPr>
      </p:pic>
      <p:sp>
        <p:nvSpPr>
          <p:cNvPr id="41" name="Rectangle 2">
            <a:extLst>
              <a:ext uri="{FF2B5EF4-FFF2-40B4-BE49-F238E27FC236}">
                <a16:creationId xmlns:a16="http://schemas.microsoft.com/office/drawing/2014/main" id="{0316F0CA-C3B1-457F-ECDC-DD77793A4245}"/>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defRPr/>
            </a:pPr>
            <a:endParaRPr lang="fr-FR" sz="1350" kern="1200">
              <a:solidFill>
                <a:srgbClr val="051922"/>
              </a:solidFill>
              <a:ea typeface="+mn-ea"/>
              <a:cs typeface="+mn-cs"/>
            </a:endParaRPr>
          </a:p>
        </p:txBody>
      </p:sp>
      <p:sp>
        <p:nvSpPr>
          <p:cNvPr id="8" name="Espace réservé du texte 7">
            <a:extLst>
              <a:ext uri="{FF2B5EF4-FFF2-40B4-BE49-F238E27FC236}">
                <a16:creationId xmlns:a16="http://schemas.microsoft.com/office/drawing/2014/main" id="{90F016C5-5A14-87C3-384A-334320E24C4A}"/>
              </a:ext>
            </a:extLst>
          </p:cNvPr>
          <p:cNvSpPr>
            <a:spLocks noGrp="1"/>
          </p:cNvSpPr>
          <p:nvPr>
            <p:ph type="body" sz="quarter" idx="10"/>
          </p:nvPr>
        </p:nvSpPr>
        <p:spPr>
          <a:xfrm>
            <a:off x="570470" y="67449"/>
            <a:ext cx="7206242" cy="556300"/>
          </a:xfrm>
        </p:spPr>
        <p:txBody>
          <a:bodyPr/>
          <a:lstStyle/>
          <a:p>
            <a:r>
              <a:rPr lang="fr-FR" dirty="0">
                <a:latin typeface="Arial" panose="020B0604020202020204" pitchFamily="34" charset="0"/>
                <a:cs typeface="Arial" panose="020B0604020202020204" pitchFamily="34" charset="0"/>
              </a:rPr>
              <a:t>Stream A – Produits &amp; Usages</a:t>
            </a:r>
          </a:p>
          <a:p>
            <a:r>
              <a:rPr lang="fr-FR" b="0" dirty="0">
                <a:latin typeface="Arial" panose="020B0604020202020204" pitchFamily="34" charset="0"/>
                <a:cs typeface="Arial" panose="020B0604020202020204" pitchFamily="34" charset="0"/>
              </a:rPr>
              <a:t>Focus sur 3 cas d’usages prioritaires sur 2025</a:t>
            </a:r>
          </a:p>
        </p:txBody>
      </p:sp>
      <p:sp>
        <p:nvSpPr>
          <p:cNvPr id="29" name="Rectangle 28">
            <a:extLst>
              <a:ext uri="{FF2B5EF4-FFF2-40B4-BE49-F238E27FC236}">
                <a16:creationId xmlns:a16="http://schemas.microsoft.com/office/drawing/2014/main" id="{90EA25C3-3CED-9D4A-830D-6FC8CF7346DD}"/>
              </a:ext>
            </a:extLst>
          </p:cNvPr>
          <p:cNvSpPr/>
          <p:nvPr/>
        </p:nvSpPr>
        <p:spPr>
          <a:xfrm>
            <a:off x="0" y="791424"/>
            <a:ext cx="9144000" cy="55426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defTabSz="685783">
              <a:defRPr/>
            </a:pPr>
            <a:r>
              <a:rPr lang="fr-FR" sz="1500" b="1" dirty="0">
                <a:solidFill>
                  <a:prstClr val="black"/>
                </a:solidFill>
                <a:latin typeface="Calibri" panose="020F0502020204030204"/>
                <a:cs typeface="Arial"/>
              </a:rPr>
              <a:t>Nous proposons de focaliser 2025 sur la construction en mode agile de 3 cas d’usages Data Analytics, sur la nouvelle plateforme Data d’EQDOM</a:t>
            </a:r>
          </a:p>
        </p:txBody>
      </p:sp>
      <p:sp>
        <p:nvSpPr>
          <p:cNvPr id="7" name="Rectangle 6">
            <a:extLst>
              <a:ext uri="{FF2B5EF4-FFF2-40B4-BE49-F238E27FC236}">
                <a16:creationId xmlns:a16="http://schemas.microsoft.com/office/drawing/2014/main" id="{3E8D5000-5A07-33C0-7905-E9BF3E9A1A5F}"/>
              </a:ext>
            </a:extLst>
          </p:cNvPr>
          <p:cNvSpPr/>
          <p:nvPr/>
        </p:nvSpPr>
        <p:spPr>
          <a:xfrm>
            <a:off x="281163" y="1505718"/>
            <a:ext cx="2740240" cy="3233264"/>
          </a:xfrm>
          <a:prstGeom prst="rect">
            <a:avLst/>
          </a:prstGeom>
          <a:solidFill>
            <a:srgbClr val="FFCA08">
              <a:lumMod val="20000"/>
              <a:lumOff val="80000"/>
              <a:alpha val="20000"/>
            </a:srgbClr>
          </a:solidFill>
          <a:ln w="9525" cap="rnd" cmpd="sng" algn="ctr">
            <a:solidFill>
              <a:sysClr val="window" lastClr="FFFFFF">
                <a:lumMod val="95000"/>
              </a:sysClr>
            </a:solidFill>
            <a:prstDash val="solid"/>
            <a:round/>
            <a:headEnd type="none" w="med" len="med"/>
            <a:tailEnd type="none" w="med" len="med"/>
          </a:ln>
          <a:effectLst/>
        </p:spPr>
        <p:txBody>
          <a:bodyPr rot="0" spcFirstLastPara="0" vertOverflow="overflow" horzOverflow="overflow" vert="horz" wrap="square" lIns="91440" tIns="135000" rIns="91440" bIns="45720" numCol="1" spcCol="0" rtlCol="0" fromWordArt="0" anchor="t" anchorCtr="0" forceAA="0" compatLnSpc="1">
            <a:prstTxWarp prst="textNoShape">
              <a:avLst/>
            </a:prstTxWarp>
            <a:noAutofit/>
          </a:bodyPr>
          <a:lstStyle/>
          <a:p>
            <a:pPr algn="ctr" defTabSz="914378">
              <a:defRPr/>
            </a:pPr>
            <a:r>
              <a:rPr lang="fr-FR" b="1" dirty="0">
                <a:solidFill>
                  <a:prstClr val="black"/>
                </a:solidFill>
                <a:latin typeface="Calibri" panose="020F0502020204030204" pitchFamily="34" charset="0"/>
                <a:ea typeface="Calibri" panose="020F0502020204030204" pitchFamily="34" charset="0"/>
                <a:cs typeface="Calibri" panose="020F0502020204030204" pitchFamily="34" charset="0"/>
              </a:rPr>
              <a:t>UC 1 – Détection de fraudes</a:t>
            </a:r>
          </a:p>
        </p:txBody>
      </p:sp>
      <p:sp>
        <p:nvSpPr>
          <p:cNvPr id="9" name="Rectangle 8">
            <a:extLst>
              <a:ext uri="{FF2B5EF4-FFF2-40B4-BE49-F238E27FC236}">
                <a16:creationId xmlns:a16="http://schemas.microsoft.com/office/drawing/2014/main" id="{D9FA4809-A73C-0ED1-200D-61D7EC26C3F7}"/>
              </a:ext>
            </a:extLst>
          </p:cNvPr>
          <p:cNvSpPr/>
          <p:nvPr/>
        </p:nvSpPr>
        <p:spPr>
          <a:xfrm>
            <a:off x="336430" y="2014111"/>
            <a:ext cx="2684972" cy="1973296"/>
          </a:xfrm>
          <a:prstGeom prst="rect">
            <a:avLst/>
          </a:prstGeom>
          <a:no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78">
              <a:defRPr/>
            </a:pPr>
            <a:r>
              <a:rPr lang="fr-FR" sz="1050" u="sng" dirty="0">
                <a:solidFill>
                  <a:prstClr val="black"/>
                </a:solidFill>
                <a:latin typeface="Calibri" panose="020F0502020204030204" pitchFamily="34" charset="0"/>
                <a:ea typeface="Calibri" panose="020F0502020204030204" pitchFamily="34" charset="0"/>
                <a:cs typeface="Calibri" panose="020F0502020204030204" pitchFamily="34" charset="0"/>
              </a:rPr>
              <a:t>Objectif : </a:t>
            </a:r>
            <a:r>
              <a:rPr lang="fr-FR" sz="1050" b="1" dirty="0">
                <a:solidFill>
                  <a:srgbClr val="CE8D3E"/>
                </a:solidFill>
                <a:latin typeface="Calibri" panose="020F0502020204030204" pitchFamily="34" charset="0"/>
                <a:ea typeface="Calibri" panose="020F0502020204030204" pitchFamily="34" charset="0"/>
                <a:cs typeface="Calibri" panose="020F0502020204030204" pitchFamily="34" charset="0"/>
              </a:rPr>
              <a:t>Identifier et prévenir les fraudes dans les demandes de crédit</a:t>
            </a:r>
          </a:p>
          <a:p>
            <a:pPr defTabSz="914378">
              <a:defRPr/>
            </a:pPr>
            <a:endParaRPr lang="fr-FR" sz="450" b="1" dirty="0">
              <a:solidFill>
                <a:srgbClr val="CE8D3E"/>
              </a:solidFill>
              <a:latin typeface="Calibri" panose="020F0502020204030204" pitchFamily="34" charset="0"/>
              <a:ea typeface="Calibri" panose="020F0502020204030204" pitchFamily="34" charset="0"/>
              <a:cs typeface="Calibri" panose="020F0502020204030204" pitchFamily="34" charset="0"/>
            </a:endParaRPr>
          </a:p>
          <a:p>
            <a:pPr defTabSz="914378">
              <a:spcAft>
                <a:spcPts val="450"/>
              </a:spcAft>
              <a:defRPr/>
            </a:pPr>
            <a:r>
              <a:rPr lang="fr-FR" sz="1050" u="sng" dirty="0">
                <a:solidFill>
                  <a:prstClr val="black"/>
                </a:solidFill>
                <a:latin typeface="Calibri" panose="020F0502020204030204" pitchFamily="34" charset="0"/>
                <a:ea typeface="Calibri" panose="020F0502020204030204" pitchFamily="34" charset="0"/>
                <a:cs typeface="Calibri" panose="020F0502020204030204" pitchFamily="34" charset="0"/>
              </a:rPr>
              <a:t>Approche : </a:t>
            </a:r>
          </a:p>
          <a:p>
            <a:pPr marL="214313" indent="-214313" defTabSz="914378">
              <a:spcAft>
                <a:spcPts val="225"/>
              </a:spcAft>
              <a:buFont typeface="Arial" panose="020B0604020202020204" pitchFamily="34" charset="0"/>
              <a:buChar char="•"/>
              <a:defRPr/>
            </a:pPr>
            <a:r>
              <a:rPr lang="fr-FR" sz="900" b="1" dirty="0">
                <a:latin typeface="Calibri" panose="020F0502020204030204" pitchFamily="34" charset="0"/>
                <a:ea typeface="Calibri" panose="020F0502020204030204" pitchFamily="34" charset="0"/>
                <a:cs typeface="Calibri" panose="020F0502020204030204" pitchFamily="34" charset="0"/>
              </a:rPr>
              <a:t>Détection des comportements suspects</a:t>
            </a:r>
            <a:r>
              <a:rPr lang="fr-FR" sz="900" dirty="0">
                <a:latin typeface="Calibri" panose="020F0502020204030204" pitchFamily="34" charset="0"/>
                <a:ea typeface="Calibri" panose="020F0502020204030204" pitchFamily="34" charset="0"/>
                <a:cs typeface="Calibri" panose="020F0502020204030204" pitchFamily="34" charset="0"/>
              </a:rPr>
              <a:t> à travers l’analyse des historiques de transactions et des demandes de crédit</a:t>
            </a:r>
          </a:p>
          <a:p>
            <a:pPr marL="214313" indent="-214313" defTabSz="914378">
              <a:spcAft>
                <a:spcPts val="225"/>
              </a:spcAft>
              <a:buFont typeface="Arial" panose="020B0604020202020204" pitchFamily="34" charset="0"/>
              <a:buChar char="•"/>
              <a:defRPr/>
            </a:pPr>
            <a:r>
              <a:rPr lang="fr-FR" sz="900" b="1" dirty="0">
                <a:latin typeface="Calibri" panose="020F0502020204030204" pitchFamily="34" charset="0"/>
                <a:ea typeface="Calibri" panose="020F0502020204030204" pitchFamily="34" charset="0"/>
                <a:cs typeface="Calibri" panose="020F0502020204030204" pitchFamily="34" charset="0"/>
              </a:rPr>
              <a:t>Mise en place d’alertes automatisées </a:t>
            </a:r>
            <a:r>
              <a:rPr lang="fr-FR" sz="900" dirty="0">
                <a:latin typeface="Calibri" panose="020F0502020204030204" pitchFamily="34" charset="0"/>
                <a:ea typeface="Calibri" panose="020F0502020204030204" pitchFamily="34" charset="0"/>
                <a:cs typeface="Calibri" panose="020F0502020204030204" pitchFamily="34" charset="0"/>
              </a:rPr>
              <a:t>en cas de détection d’un schéma frauduleux, avec déclenchement de vérifications manuelles ciblées si nécessaire</a:t>
            </a:r>
          </a:p>
          <a:p>
            <a:pPr marL="214313" indent="-214313" defTabSz="914378">
              <a:spcAft>
                <a:spcPts val="225"/>
              </a:spcAft>
              <a:buFont typeface="Arial" panose="020B0604020202020204" pitchFamily="34" charset="0"/>
              <a:buChar char="•"/>
              <a:defRPr/>
            </a:pPr>
            <a:r>
              <a:rPr lang="fr-FR" sz="900" dirty="0">
                <a:latin typeface="Calibri" panose="020F0502020204030204" pitchFamily="34" charset="0"/>
                <a:ea typeface="Calibri" panose="020F0502020204030204" pitchFamily="34" charset="0"/>
                <a:cs typeface="Calibri" panose="020F0502020204030204" pitchFamily="34" charset="0"/>
              </a:rPr>
              <a:t>Intégration des données </a:t>
            </a:r>
            <a:r>
              <a:rPr lang="fr-FR" sz="900" b="1" dirty="0">
                <a:latin typeface="Calibri" panose="020F0502020204030204" pitchFamily="34" charset="0"/>
                <a:ea typeface="Calibri" panose="020F0502020204030204" pitchFamily="34" charset="0"/>
                <a:cs typeface="Calibri" panose="020F0502020204030204" pitchFamily="34" charset="0"/>
              </a:rPr>
              <a:t>Tandem AI pour analyse des dossiers </a:t>
            </a:r>
            <a:r>
              <a:rPr lang="fr-FR" sz="900" dirty="0">
                <a:latin typeface="Calibri" panose="020F0502020204030204" pitchFamily="34" charset="0"/>
                <a:ea typeface="Calibri" panose="020F0502020204030204" pitchFamily="34" charset="0"/>
                <a:cs typeface="Calibri" panose="020F0502020204030204" pitchFamily="34" charset="0"/>
              </a:rPr>
              <a:t>et anticipations des fraudes</a:t>
            </a:r>
          </a:p>
          <a:p>
            <a:pPr marL="214313" indent="-214313" defTabSz="914378">
              <a:buFont typeface="Arial" panose="020B0604020202020204" pitchFamily="34" charset="0"/>
              <a:buChar char="•"/>
              <a:defRPr/>
            </a:pPr>
            <a:endParaRPr lang="fr-FR" sz="900" u="sng"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4214F2E-21B6-ADC7-FAEB-9FB079C2996C}"/>
              </a:ext>
            </a:extLst>
          </p:cNvPr>
          <p:cNvSpPr/>
          <p:nvPr/>
        </p:nvSpPr>
        <p:spPr>
          <a:xfrm>
            <a:off x="3222771" y="1505718"/>
            <a:ext cx="2740240" cy="3233264"/>
          </a:xfrm>
          <a:prstGeom prst="rect">
            <a:avLst/>
          </a:prstGeom>
          <a:solidFill>
            <a:srgbClr val="FFCA08">
              <a:lumMod val="20000"/>
              <a:lumOff val="80000"/>
              <a:alpha val="50000"/>
            </a:srgbClr>
          </a:solidFill>
          <a:ln w="9525" cap="rnd" cmpd="sng" algn="ctr">
            <a:solidFill>
              <a:sysClr val="window" lastClr="FFFFFF">
                <a:lumMod val="95000"/>
              </a:sysClr>
            </a:solidFill>
            <a:prstDash val="solid"/>
            <a:round/>
            <a:headEnd type="none" w="med" len="med"/>
            <a:tailEnd type="none" w="med" len="med"/>
          </a:ln>
          <a:effectLst/>
        </p:spPr>
        <p:txBody>
          <a:bodyPr rot="0" spcFirstLastPara="0" vertOverflow="overflow" horzOverflow="overflow" vert="horz" wrap="square" lIns="91440" tIns="135000" rIns="91440" bIns="45720" numCol="1" spcCol="0" rtlCol="0" fromWordArt="0" anchor="t" anchorCtr="0" forceAA="0" compatLnSpc="1">
            <a:prstTxWarp prst="textNoShape">
              <a:avLst/>
            </a:prstTxWarp>
            <a:noAutofit/>
          </a:bodyPr>
          <a:lstStyle/>
          <a:p>
            <a:pPr algn="ctr" defTabSz="914378">
              <a:defRPr/>
            </a:pPr>
            <a:r>
              <a:rPr lang="fr-FR" b="1" dirty="0">
                <a:solidFill>
                  <a:prstClr val="black"/>
                </a:solidFill>
                <a:latin typeface="Calibri" panose="020F0502020204030204" pitchFamily="34" charset="0"/>
                <a:ea typeface="Calibri" panose="020F0502020204030204" pitchFamily="34" charset="0"/>
                <a:cs typeface="Calibri" panose="020F0502020204030204" pitchFamily="34" charset="0"/>
              </a:rPr>
              <a:t>UC 2 – Proactivité commerciale</a:t>
            </a:r>
          </a:p>
        </p:txBody>
      </p:sp>
      <p:sp>
        <p:nvSpPr>
          <p:cNvPr id="15" name="Rectangle 14">
            <a:extLst>
              <a:ext uri="{FF2B5EF4-FFF2-40B4-BE49-F238E27FC236}">
                <a16:creationId xmlns:a16="http://schemas.microsoft.com/office/drawing/2014/main" id="{CE46E3DE-0F0A-93C4-7C3D-83DDA4746B4C}"/>
              </a:ext>
            </a:extLst>
          </p:cNvPr>
          <p:cNvSpPr/>
          <p:nvPr/>
        </p:nvSpPr>
        <p:spPr>
          <a:xfrm>
            <a:off x="6183787" y="1505718"/>
            <a:ext cx="2740240" cy="3233264"/>
          </a:xfrm>
          <a:prstGeom prst="rect">
            <a:avLst/>
          </a:prstGeom>
          <a:solidFill>
            <a:srgbClr val="FFCA08">
              <a:lumMod val="20000"/>
              <a:lumOff val="80000"/>
            </a:srgbClr>
          </a:solidFill>
          <a:ln w="9525" cap="rnd" cmpd="sng" algn="ctr">
            <a:solidFill>
              <a:sysClr val="window" lastClr="FFFFFF">
                <a:lumMod val="95000"/>
              </a:sysClr>
            </a:solidFill>
            <a:prstDash val="solid"/>
            <a:round/>
            <a:headEnd type="none" w="med" len="med"/>
            <a:tailEnd type="none" w="med" len="med"/>
          </a:ln>
          <a:effectLst/>
        </p:spPr>
        <p:txBody>
          <a:bodyPr rot="0" spcFirstLastPara="0" vertOverflow="overflow" horzOverflow="overflow" vert="horz" wrap="square" lIns="91440" tIns="135000" rIns="91440" bIns="45720" numCol="1" spcCol="0" rtlCol="0" fromWordArt="0" anchor="t" anchorCtr="0" forceAA="0" compatLnSpc="1">
            <a:prstTxWarp prst="textNoShape">
              <a:avLst/>
            </a:prstTxWarp>
            <a:noAutofit/>
          </a:bodyPr>
          <a:lstStyle/>
          <a:p>
            <a:pPr algn="ctr" defTabSz="914378">
              <a:defRPr/>
            </a:pPr>
            <a:r>
              <a:rPr lang="fr-FR" b="1" dirty="0">
                <a:solidFill>
                  <a:prstClr val="black"/>
                </a:solidFill>
                <a:latin typeface="Calibri" panose="020F0502020204030204" pitchFamily="34" charset="0"/>
                <a:ea typeface="Calibri" panose="020F0502020204030204" pitchFamily="34" charset="0"/>
                <a:cs typeface="Calibri" panose="020F0502020204030204" pitchFamily="34" charset="0"/>
              </a:rPr>
              <a:t>UC 3 – Recouvrement Optimisé</a:t>
            </a:r>
          </a:p>
        </p:txBody>
      </p:sp>
      <p:sp>
        <p:nvSpPr>
          <p:cNvPr id="18" name="Rectangle 17">
            <a:extLst>
              <a:ext uri="{FF2B5EF4-FFF2-40B4-BE49-F238E27FC236}">
                <a16:creationId xmlns:a16="http://schemas.microsoft.com/office/drawing/2014/main" id="{066F1E10-55DD-24F3-E283-3FE46779070D}"/>
              </a:ext>
            </a:extLst>
          </p:cNvPr>
          <p:cNvSpPr/>
          <p:nvPr/>
        </p:nvSpPr>
        <p:spPr>
          <a:xfrm>
            <a:off x="3278038" y="1960193"/>
            <a:ext cx="2684972" cy="1973296"/>
          </a:xfrm>
          <a:prstGeom prst="rect">
            <a:avLst/>
          </a:prstGeom>
          <a:no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78">
              <a:defRPr/>
            </a:pPr>
            <a:r>
              <a:rPr lang="fr-FR" sz="1050" u="sng">
                <a:solidFill>
                  <a:prstClr val="black"/>
                </a:solidFill>
                <a:latin typeface="Calibri" panose="020F0502020204030204" pitchFamily="34" charset="0"/>
                <a:ea typeface="Calibri" panose="020F0502020204030204" pitchFamily="34" charset="0"/>
                <a:cs typeface="Calibri" panose="020F0502020204030204" pitchFamily="34" charset="0"/>
              </a:rPr>
              <a:t>Objectif : </a:t>
            </a:r>
            <a:r>
              <a:rPr lang="fr-FR" sz="1050" b="1">
                <a:solidFill>
                  <a:srgbClr val="CE8D3E"/>
                </a:solidFill>
                <a:latin typeface="Calibri" panose="020F0502020204030204" pitchFamily="34" charset="0"/>
                <a:ea typeface="Calibri" panose="020F0502020204030204" pitchFamily="34" charset="0"/>
                <a:cs typeface="Calibri" panose="020F0502020204030204" pitchFamily="34" charset="0"/>
              </a:rPr>
              <a:t>Optimiser la relation client en proposant des offres adaptées et en anticipant les besoins</a:t>
            </a:r>
          </a:p>
          <a:p>
            <a:pPr defTabSz="914378">
              <a:defRPr/>
            </a:pPr>
            <a:endParaRPr lang="fr-FR" sz="450" b="1">
              <a:solidFill>
                <a:srgbClr val="CE8D3E"/>
              </a:solidFill>
              <a:latin typeface="Calibri" panose="020F0502020204030204" pitchFamily="34" charset="0"/>
              <a:ea typeface="Calibri" panose="020F0502020204030204" pitchFamily="34" charset="0"/>
              <a:cs typeface="Calibri" panose="020F0502020204030204" pitchFamily="34" charset="0"/>
            </a:endParaRPr>
          </a:p>
          <a:p>
            <a:pPr defTabSz="914378">
              <a:spcAft>
                <a:spcPts val="450"/>
              </a:spcAft>
              <a:defRPr/>
            </a:pPr>
            <a:r>
              <a:rPr lang="fr-FR" sz="1050" u="sng">
                <a:solidFill>
                  <a:prstClr val="black"/>
                </a:solidFill>
                <a:latin typeface="Calibri" panose="020F0502020204030204" pitchFamily="34" charset="0"/>
                <a:ea typeface="Calibri" panose="020F0502020204030204" pitchFamily="34" charset="0"/>
                <a:cs typeface="Calibri" panose="020F0502020204030204" pitchFamily="34" charset="0"/>
              </a:rPr>
              <a:t>Approche : </a:t>
            </a:r>
          </a:p>
          <a:p>
            <a:pPr marL="214313" indent="-214313" defTabSz="914378">
              <a:spcAft>
                <a:spcPts val="225"/>
              </a:spcAft>
              <a:buFont typeface="Arial" panose="020B0604020202020204" pitchFamily="34" charset="0"/>
              <a:buChar char="•"/>
              <a:defRPr/>
            </a:pPr>
            <a:r>
              <a:rPr lang="fr-FR" sz="900" b="1">
                <a:latin typeface="Calibri" panose="020F0502020204030204" pitchFamily="34" charset="0"/>
                <a:ea typeface="Calibri" panose="020F0502020204030204" pitchFamily="34" charset="0"/>
                <a:cs typeface="Calibri" panose="020F0502020204030204" pitchFamily="34" charset="0"/>
              </a:rPr>
              <a:t>Structuration d’une vision 360° </a:t>
            </a:r>
            <a:r>
              <a:rPr lang="fr-FR" sz="900">
                <a:latin typeface="Calibri" panose="020F0502020204030204" pitchFamily="34" charset="0"/>
                <a:ea typeface="Calibri" panose="020F0502020204030204" pitchFamily="34" charset="0"/>
                <a:cs typeface="Calibri" panose="020F0502020204030204" pitchFamily="34" charset="0"/>
              </a:rPr>
              <a:t>du client à partir des données de parcours, historique client, interactions et comportements de paiement.</a:t>
            </a:r>
          </a:p>
          <a:p>
            <a:pPr marL="214313" indent="-214313" defTabSz="914378">
              <a:spcAft>
                <a:spcPts val="225"/>
              </a:spcAft>
              <a:buFont typeface="Arial" panose="020B0604020202020204" pitchFamily="34" charset="0"/>
              <a:buChar char="•"/>
              <a:defRPr/>
            </a:pPr>
            <a:r>
              <a:rPr lang="fr-FR" sz="900" b="1">
                <a:latin typeface="Calibri" panose="020F0502020204030204" pitchFamily="34" charset="0"/>
                <a:ea typeface="Calibri" panose="020F0502020204030204" pitchFamily="34" charset="0"/>
                <a:cs typeface="Calibri" panose="020F0502020204030204" pitchFamily="34" charset="0"/>
              </a:rPr>
              <a:t>Segmentation fine des clients </a:t>
            </a:r>
            <a:r>
              <a:rPr lang="fr-FR" sz="900">
                <a:latin typeface="Calibri" panose="020F0502020204030204" pitchFamily="34" charset="0"/>
                <a:ea typeface="Calibri" panose="020F0502020204030204" pitchFamily="34" charset="0"/>
                <a:cs typeface="Calibri" panose="020F0502020204030204" pitchFamily="34" charset="0"/>
              </a:rPr>
              <a:t>sur la base des dossiers clients, scoring comportemental et des préférences d’achat.</a:t>
            </a:r>
          </a:p>
          <a:p>
            <a:pPr marL="214313" indent="-214313" defTabSz="914378">
              <a:spcAft>
                <a:spcPts val="225"/>
              </a:spcAft>
              <a:buFont typeface="Arial" panose="020B0604020202020204" pitchFamily="34" charset="0"/>
              <a:buChar char="•"/>
              <a:defRPr/>
            </a:pPr>
            <a:r>
              <a:rPr lang="fr-FR" sz="900" b="1">
                <a:latin typeface="Calibri" panose="020F0502020204030204" pitchFamily="34" charset="0"/>
                <a:ea typeface="Calibri" panose="020F0502020204030204" pitchFamily="34" charset="0"/>
                <a:cs typeface="Calibri" panose="020F0502020204030204" pitchFamily="34" charset="0"/>
              </a:rPr>
              <a:t>Recommandations d’offres personnalisées </a:t>
            </a:r>
            <a:r>
              <a:rPr lang="fr-FR" sz="900">
                <a:latin typeface="Calibri" panose="020F0502020204030204" pitchFamily="34" charset="0"/>
                <a:ea typeface="Calibri" panose="020F0502020204030204" pitchFamily="34" charset="0"/>
                <a:cs typeface="Calibri" panose="020F0502020204030204" pitchFamily="34" charset="0"/>
              </a:rPr>
              <a:t>grâce à des algorithmes de prédiction et de suggestion</a:t>
            </a:r>
            <a:endParaRPr lang="fr-FR" sz="900" u="sng"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4075C1E7-1DC6-0739-C829-DA0FFA9990A0}"/>
              </a:ext>
            </a:extLst>
          </p:cNvPr>
          <p:cNvSpPr/>
          <p:nvPr/>
        </p:nvSpPr>
        <p:spPr>
          <a:xfrm>
            <a:off x="6310223" y="1932854"/>
            <a:ext cx="2684972" cy="1973296"/>
          </a:xfrm>
          <a:prstGeom prst="rect">
            <a:avLst/>
          </a:prstGeom>
          <a:no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78">
              <a:defRPr/>
            </a:pPr>
            <a:r>
              <a:rPr lang="fr-FR" sz="1050" u="sng" dirty="0">
                <a:solidFill>
                  <a:prstClr val="black"/>
                </a:solidFill>
                <a:latin typeface="Calibri" panose="020F0502020204030204" pitchFamily="34" charset="0"/>
                <a:ea typeface="Calibri" panose="020F0502020204030204" pitchFamily="34" charset="0"/>
                <a:cs typeface="Calibri" panose="020F0502020204030204" pitchFamily="34" charset="0"/>
              </a:rPr>
              <a:t>Objectif : </a:t>
            </a:r>
            <a:r>
              <a:rPr lang="fr-FR" sz="1050" b="1" dirty="0">
                <a:solidFill>
                  <a:srgbClr val="CE8D3E"/>
                </a:solidFill>
                <a:latin typeface="Calibri" panose="020F0502020204030204" pitchFamily="34" charset="0"/>
                <a:ea typeface="Calibri" panose="020F0502020204030204" pitchFamily="34" charset="0"/>
                <a:cs typeface="Calibri" panose="020F0502020204030204" pitchFamily="34" charset="0"/>
              </a:rPr>
              <a:t>Maximiser le recouvrement des créances en optimisant les efforts sur les segments les plus stratégiques</a:t>
            </a:r>
          </a:p>
          <a:p>
            <a:pPr defTabSz="914378">
              <a:defRPr/>
            </a:pPr>
            <a:endParaRPr lang="fr-FR" sz="450" b="1" dirty="0">
              <a:solidFill>
                <a:srgbClr val="CE8D3E"/>
              </a:solidFill>
              <a:latin typeface="Calibri" panose="020F0502020204030204" pitchFamily="34" charset="0"/>
              <a:ea typeface="Calibri" panose="020F0502020204030204" pitchFamily="34" charset="0"/>
              <a:cs typeface="Calibri" panose="020F0502020204030204" pitchFamily="34" charset="0"/>
            </a:endParaRPr>
          </a:p>
          <a:p>
            <a:pPr defTabSz="914378">
              <a:spcAft>
                <a:spcPts val="450"/>
              </a:spcAft>
              <a:defRPr/>
            </a:pPr>
            <a:r>
              <a:rPr lang="fr-FR" sz="1050" u="sng" dirty="0">
                <a:solidFill>
                  <a:prstClr val="black"/>
                </a:solidFill>
                <a:latin typeface="Calibri" panose="020F0502020204030204" pitchFamily="34" charset="0"/>
                <a:ea typeface="Calibri" panose="020F0502020204030204" pitchFamily="34" charset="0"/>
                <a:cs typeface="Calibri" panose="020F0502020204030204" pitchFamily="34" charset="0"/>
              </a:rPr>
              <a:t>Approche : </a:t>
            </a:r>
          </a:p>
          <a:p>
            <a:pPr marL="214313" indent="-214313" defTabSz="914378">
              <a:spcAft>
                <a:spcPts val="225"/>
              </a:spcAft>
              <a:buFont typeface="Arial" panose="020B0604020202020204" pitchFamily="34" charset="0"/>
              <a:buChar char="•"/>
              <a:defRPr/>
            </a:pPr>
            <a:r>
              <a:rPr lang="fr-FR" sz="900" b="1" dirty="0">
                <a:latin typeface="Calibri" panose="020F0502020204030204" pitchFamily="34" charset="0"/>
                <a:ea typeface="Calibri" panose="020F0502020204030204" pitchFamily="34" charset="0"/>
                <a:cs typeface="Calibri" panose="020F0502020204030204" pitchFamily="34" charset="0"/>
              </a:rPr>
              <a:t>Priorisation des clients </a:t>
            </a:r>
            <a:r>
              <a:rPr lang="fr-FR" sz="900" dirty="0">
                <a:latin typeface="Calibri" panose="020F0502020204030204" pitchFamily="34" charset="0"/>
                <a:ea typeface="Calibri" panose="020F0502020204030204" pitchFamily="34" charset="0"/>
                <a:cs typeface="Calibri" panose="020F0502020204030204" pitchFamily="34" charset="0"/>
              </a:rPr>
              <a:t>en fonction du risque de défaut via un </a:t>
            </a:r>
            <a:r>
              <a:rPr lang="fr-FR" sz="900" dirty="0" err="1">
                <a:latin typeface="Calibri" panose="020F0502020204030204" pitchFamily="34" charset="0"/>
                <a:ea typeface="Calibri" panose="020F0502020204030204" pitchFamily="34" charset="0"/>
                <a:cs typeface="Calibri" panose="020F0502020204030204" pitchFamily="34" charset="0"/>
              </a:rPr>
              <a:t>scoring</a:t>
            </a:r>
            <a:r>
              <a:rPr lang="fr-FR" sz="900" dirty="0">
                <a:latin typeface="Calibri" panose="020F0502020204030204" pitchFamily="34" charset="0"/>
                <a:ea typeface="Calibri" panose="020F0502020204030204" pitchFamily="34" charset="0"/>
                <a:cs typeface="Calibri" panose="020F0502020204030204" pitchFamily="34" charset="0"/>
              </a:rPr>
              <a:t> intelligent.</a:t>
            </a:r>
          </a:p>
          <a:p>
            <a:pPr marL="214313" indent="-214313" defTabSz="914378">
              <a:spcAft>
                <a:spcPts val="225"/>
              </a:spcAft>
              <a:buFont typeface="Arial" panose="020B0604020202020204" pitchFamily="34" charset="0"/>
              <a:buChar char="•"/>
              <a:defRPr/>
            </a:pPr>
            <a:r>
              <a:rPr lang="fr-FR" sz="900" b="1" dirty="0">
                <a:latin typeface="Calibri" panose="020F0502020204030204" pitchFamily="34" charset="0"/>
                <a:ea typeface="Calibri" panose="020F0502020204030204" pitchFamily="34" charset="0"/>
                <a:cs typeface="Calibri" panose="020F0502020204030204" pitchFamily="34" charset="0"/>
              </a:rPr>
              <a:t>Automatisation des actions de recouvrement </a:t>
            </a:r>
            <a:r>
              <a:rPr lang="fr-FR" sz="900" dirty="0">
                <a:latin typeface="Calibri" panose="020F0502020204030204" pitchFamily="34" charset="0"/>
                <a:ea typeface="Calibri" panose="020F0502020204030204" pitchFamily="34" charset="0"/>
                <a:cs typeface="Calibri" panose="020F0502020204030204" pitchFamily="34" charset="0"/>
              </a:rPr>
              <a:t>(relances intelligentes via SMS, email, appels ciblés).</a:t>
            </a:r>
          </a:p>
          <a:p>
            <a:pPr marL="214313" indent="-214313" defTabSz="914378">
              <a:spcAft>
                <a:spcPts val="225"/>
              </a:spcAft>
              <a:buFont typeface="Arial" panose="020B0604020202020204" pitchFamily="34" charset="0"/>
              <a:buChar char="•"/>
              <a:defRPr/>
            </a:pPr>
            <a:r>
              <a:rPr lang="fr-FR" sz="900" dirty="0">
                <a:latin typeface="Calibri" panose="020F0502020204030204" pitchFamily="34" charset="0"/>
                <a:ea typeface="Calibri" panose="020F0502020204030204" pitchFamily="34" charset="0"/>
                <a:cs typeface="Calibri" panose="020F0502020204030204" pitchFamily="34" charset="0"/>
              </a:rPr>
              <a:t>Optimisation et </a:t>
            </a:r>
            <a:r>
              <a:rPr lang="fr-FR" sz="900" b="1" dirty="0">
                <a:latin typeface="Calibri" panose="020F0502020204030204" pitchFamily="34" charset="0"/>
                <a:ea typeface="Calibri" panose="020F0502020204030204" pitchFamily="34" charset="0"/>
                <a:cs typeface="Calibri" panose="020F0502020204030204" pitchFamily="34" charset="0"/>
              </a:rPr>
              <a:t>priorisation des actions de recouvrement adaptées et personnalisés </a:t>
            </a:r>
            <a:r>
              <a:rPr lang="fr-FR" sz="900" dirty="0">
                <a:latin typeface="Calibri" panose="020F0502020204030204" pitchFamily="34" charset="0"/>
                <a:ea typeface="Calibri" panose="020F0502020204030204" pitchFamily="34" charset="0"/>
                <a:cs typeface="Calibri" panose="020F0502020204030204" pitchFamily="34" charset="0"/>
              </a:rPr>
              <a:t>en fonction des différents cas clients</a:t>
            </a:r>
            <a:endParaRPr lang="fr-FR" sz="900" u="sng"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pic>
        <p:nvPicPr>
          <p:cNvPr id="25" name="Image 24">
            <a:extLst>
              <a:ext uri="{FF2B5EF4-FFF2-40B4-BE49-F238E27FC236}">
                <a16:creationId xmlns:a16="http://schemas.microsoft.com/office/drawing/2014/main" id="{44064BE4-043B-F970-DAE6-2F2B584E2179}"/>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4380862" y="4003871"/>
            <a:ext cx="449935" cy="566918"/>
          </a:xfrm>
          <a:prstGeom prst="rect">
            <a:avLst/>
          </a:prstGeom>
        </p:spPr>
      </p:pic>
      <p:pic>
        <p:nvPicPr>
          <p:cNvPr id="27" name="Image 26">
            <a:extLst>
              <a:ext uri="{FF2B5EF4-FFF2-40B4-BE49-F238E27FC236}">
                <a16:creationId xmlns:a16="http://schemas.microsoft.com/office/drawing/2014/main" id="{3426A6E0-B186-1E96-5AAA-6078DC938B4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242246" y="3971219"/>
            <a:ext cx="632222" cy="632222"/>
          </a:xfrm>
          <a:prstGeom prst="rect">
            <a:avLst/>
          </a:prstGeom>
        </p:spPr>
      </p:pic>
      <p:sp>
        <p:nvSpPr>
          <p:cNvPr id="16" name="Rectangle 15">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24305383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0A621-F5AE-55A5-BCBA-4EA618576D92}"/>
            </a:ext>
          </a:extLst>
        </p:cNvPr>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F381725-CBCC-4DD1-F519-B5F7A922A695}"/>
              </a:ext>
            </a:extLst>
          </p:cNvPr>
          <p:cNvSpPr txBox="1">
            <a:spLocks/>
          </p:cNvSpPr>
          <p:nvPr/>
        </p:nvSpPr>
        <p:spPr bwMode="auto">
          <a:xfrm>
            <a:off x="611560" y="12592"/>
            <a:ext cx="7520585" cy="393728"/>
          </a:xfrm>
          <a:prstGeom prst="rect">
            <a:avLst/>
          </a:prstGeom>
          <a:noFill/>
          <a:ln w="9525">
            <a:noFill/>
            <a:miter lim="800000"/>
            <a:headEnd/>
            <a:tailEnd/>
          </a:ln>
        </p:spPr>
        <p:txBody>
          <a:bodyPr vert="horz" wrap="square" lIns="0" tIns="29205" rIns="0" bIns="29205" numCol="1" anchor="t" anchorCtr="0" compatLnSpc="1">
            <a:prstTxWarp prst="textNoShape">
              <a:avLst/>
            </a:prstTxWarp>
          </a:bodyPr>
          <a:lstStyle>
            <a:lvl1pPr marL="0" indent="0" algn="l" rtl="0" eaLnBrk="1" fontAlgn="base" hangingPunct="1">
              <a:spcBef>
                <a:spcPts val="0"/>
              </a:spcBef>
              <a:spcAft>
                <a:spcPct val="0"/>
              </a:spcAft>
              <a:buFont typeface="Arial" charset="0"/>
              <a:buNone/>
              <a:defRPr lang="en-US" sz="2200" b="1" kern="1200" cap="all" spc="-150" baseline="0">
                <a:solidFill>
                  <a:schemeClr val="tx1"/>
                </a:solidFill>
                <a:latin typeface="+mj-lt"/>
                <a:ea typeface="+mn-ea"/>
                <a:cs typeface="+mn-cs"/>
              </a:defRPr>
            </a:lvl1pPr>
            <a:lvl2pPr marL="299257" indent="-200107" algn="l" rtl="0" eaLnBrk="1" fontAlgn="base" hangingPunct="1">
              <a:spcBef>
                <a:spcPts val="0"/>
              </a:spcBef>
              <a:spcAft>
                <a:spcPct val="0"/>
              </a:spcAft>
              <a:buClr>
                <a:schemeClr val="tx2"/>
              </a:buClr>
              <a:buFont typeface="Wingdings" pitchFamily="2" charset="2"/>
              <a:buChar char="§"/>
              <a:defRPr lang="en-US" sz="1600" kern="1200" dirty="0">
                <a:solidFill>
                  <a:schemeClr val="tx1"/>
                </a:solidFill>
                <a:latin typeface="+mn-lt"/>
                <a:ea typeface="+mn-ea"/>
                <a:cs typeface="+mn-cs"/>
              </a:defRPr>
            </a:lvl2pPr>
            <a:lvl3pPr marL="611135" indent="-198302" algn="l" rtl="0" eaLnBrk="1" fontAlgn="base" hangingPunct="1">
              <a:spcBef>
                <a:spcPts val="0"/>
              </a:spcBef>
              <a:spcAft>
                <a:spcPct val="0"/>
              </a:spcAft>
              <a:buClr>
                <a:schemeClr val="tx2"/>
              </a:buClr>
              <a:buFont typeface="Arial" pitchFamily="34" charset="0"/>
              <a:buChar char="‒"/>
              <a:defRPr lang="en-US" sz="1600" kern="1200" dirty="0">
                <a:solidFill>
                  <a:schemeClr val="tx1"/>
                </a:solidFill>
                <a:latin typeface="+mn-lt"/>
                <a:ea typeface="+mn-ea"/>
                <a:cs typeface="+mn-cs"/>
              </a:defRPr>
            </a:lvl3pPr>
            <a:lvl4pPr marL="910389" indent="-198302" algn="l" rtl="0" eaLnBrk="1" fontAlgn="base" hangingPunct="1">
              <a:spcBef>
                <a:spcPts val="0"/>
              </a:spcBef>
              <a:spcAft>
                <a:spcPct val="0"/>
              </a:spcAft>
              <a:buClr>
                <a:schemeClr val="tx2"/>
              </a:buClr>
              <a:buSzPct val="80000"/>
              <a:buFont typeface="Arial" pitchFamily="34" charset="0"/>
              <a:buChar char="•"/>
              <a:defRPr lang="en-US" sz="1600" kern="1200" dirty="0">
                <a:solidFill>
                  <a:schemeClr val="tx1"/>
                </a:solidFill>
                <a:latin typeface="+mn-lt"/>
                <a:ea typeface="+mn-ea"/>
                <a:cs typeface="+mn-cs"/>
              </a:defRPr>
            </a:lvl4pPr>
            <a:lvl5pPr marL="1427779" indent="-302862" algn="l" rtl="0" eaLnBrk="1" fontAlgn="base" hangingPunct="1">
              <a:spcBef>
                <a:spcPts val="0"/>
              </a:spcBef>
              <a:spcAft>
                <a:spcPct val="0"/>
              </a:spcAft>
              <a:buClr>
                <a:schemeClr val="tx2"/>
              </a:buClr>
              <a:buFont typeface="Arial" pitchFamily="34" charset="0"/>
              <a:buChar char="·"/>
              <a:defRPr lang="fr-FR" sz="1600" kern="1200" dirty="0">
                <a:solidFill>
                  <a:schemeClr val="tx1"/>
                </a:solidFill>
                <a:latin typeface="+mn-lt"/>
                <a:ea typeface="+mn-ea"/>
                <a:cs typeface="+mn-cs"/>
              </a:defRPr>
            </a:lvl5pPr>
            <a:lvl6pPr marL="2855559"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4753"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3945"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3139"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685800">
              <a:buClrTx/>
              <a:defRPr/>
            </a:pPr>
            <a:r>
              <a:rPr lang="fr-FR" sz="1650" spc="-113" dirty="0" smtClean="0">
                <a:solidFill>
                  <a:sysClr val="windowText" lastClr="000000"/>
                </a:solidFill>
                <a:latin typeface="Arial" panose="020B0604020202020204" pitchFamily="34" charset="0"/>
                <a:cs typeface="Arial" panose="020B0604020202020204" pitchFamily="34" charset="0"/>
              </a:rPr>
              <a:t>STREAM B – Plateforme technologique</a:t>
            </a:r>
            <a:endParaRPr lang="fr-FR" sz="1650" spc="-113" dirty="0">
              <a:solidFill>
                <a:sysClr val="windowText" lastClr="000000"/>
              </a:solidFill>
              <a:latin typeface="Arial" panose="020B0604020202020204" pitchFamily="34" charset="0"/>
              <a:cs typeface="Arial" panose="020B0604020202020204" pitchFamily="34" charset="0"/>
            </a:endParaRPr>
          </a:p>
          <a:p>
            <a:pPr defTabSz="685800">
              <a:buClrTx/>
              <a:defRPr/>
            </a:pPr>
            <a:r>
              <a:rPr lang="fr-FR" sz="1500" b="0" spc="-113" dirty="0">
                <a:solidFill>
                  <a:sysClr val="windowText" lastClr="000000"/>
                </a:solidFill>
                <a:latin typeface="Arial" panose="020B0604020202020204" pitchFamily="34" charset="0"/>
                <a:cs typeface="Arial" panose="020B0604020202020204" pitchFamily="34" charset="0"/>
              </a:rPr>
              <a:t>Structurer un socle Entreprise de référence gouverné pour l’ensemble des usages</a:t>
            </a:r>
          </a:p>
        </p:txBody>
      </p:sp>
      <p:sp>
        <p:nvSpPr>
          <p:cNvPr id="38" name="object 9">
            <a:extLst>
              <a:ext uri="{FF2B5EF4-FFF2-40B4-BE49-F238E27FC236}">
                <a16:creationId xmlns:a16="http://schemas.microsoft.com/office/drawing/2014/main" id="{D81F2DF1-439B-5F95-3B5F-C1A99611C91F}"/>
              </a:ext>
            </a:extLst>
          </p:cNvPr>
          <p:cNvSpPr/>
          <p:nvPr/>
        </p:nvSpPr>
        <p:spPr>
          <a:xfrm rot="5400000">
            <a:off x="2221484" y="2699032"/>
            <a:ext cx="3303959" cy="870863"/>
          </a:xfrm>
          <a:custGeom>
            <a:avLst/>
            <a:gdLst/>
            <a:ahLst/>
            <a:cxnLst/>
            <a:rect l="l" t="t" r="r" b="b"/>
            <a:pathLst>
              <a:path w="4601210" h="1008380">
                <a:moveTo>
                  <a:pt x="4432690" y="0"/>
                </a:moveTo>
                <a:lnTo>
                  <a:pt x="168013" y="0"/>
                </a:lnTo>
                <a:lnTo>
                  <a:pt x="123348" y="6001"/>
                </a:lnTo>
                <a:lnTo>
                  <a:pt x="83213" y="22938"/>
                </a:lnTo>
                <a:lnTo>
                  <a:pt x="49209" y="49209"/>
                </a:lnTo>
                <a:lnTo>
                  <a:pt x="22938" y="83213"/>
                </a:lnTo>
                <a:lnTo>
                  <a:pt x="6001" y="123348"/>
                </a:lnTo>
                <a:lnTo>
                  <a:pt x="0" y="168013"/>
                </a:lnTo>
                <a:lnTo>
                  <a:pt x="0" y="840058"/>
                </a:lnTo>
                <a:lnTo>
                  <a:pt x="6001" y="884722"/>
                </a:lnTo>
                <a:lnTo>
                  <a:pt x="22938" y="924857"/>
                </a:lnTo>
                <a:lnTo>
                  <a:pt x="49209" y="958861"/>
                </a:lnTo>
                <a:lnTo>
                  <a:pt x="83213" y="985132"/>
                </a:lnTo>
                <a:lnTo>
                  <a:pt x="123348" y="1002069"/>
                </a:lnTo>
                <a:lnTo>
                  <a:pt x="168013" y="1008071"/>
                </a:lnTo>
                <a:lnTo>
                  <a:pt x="4432690" y="1008071"/>
                </a:lnTo>
                <a:lnTo>
                  <a:pt x="4477355" y="1002069"/>
                </a:lnTo>
                <a:lnTo>
                  <a:pt x="4517490" y="985132"/>
                </a:lnTo>
                <a:lnTo>
                  <a:pt x="4551494" y="958861"/>
                </a:lnTo>
                <a:lnTo>
                  <a:pt x="4577765" y="924857"/>
                </a:lnTo>
                <a:lnTo>
                  <a:pt x="4594702" y="884722"/>
                </a:lnTo>
                <a:lnTo>
                  <a:pt x="4600704" y="840058"/>
                </a:lnTo>
                <a:lnTo>
                  <a:pt x="4600704" y="168013"/>
                </a:lnTo>
                <a:lnTo>
                  <a:pt x="4594702" y="123348"/>
                </a:lnTo>
                <a:lnTo>
                  <a:pt x="4577765" y="83213"/>
                </a:lnTo>
                <a:lnTo>
                  <a:pt x="4551494" y="49209"/>
                </a:lnTo>
                <a:lnTo>
                  <a:pt x="4517490" y="22938"/>
                </a:lnTo>
                <a:lnTo>
                  <a:pt x="4477355" y="6001"/>
                </a:lnTo>
                <a:lnTo>
                  <a:pt x="4432690" y="0"/>
                </a:lnTo>
                <a:close/>
              </a:path>
            </a:pathLst>
          </a:custGeom>
          <a:solidFill>
            <a:srgbClr val="FFCA08">
              <a:alpha val="59999"/>
            </a:srgbClr>
          </a:solidFill>
        </p:spPr>
        <p:txBody>
          <a:bodyPr wrap="square" lIns="0" tIns="0" rIns="0" bIns="0" rtlCol="0"/>
          <a:lstStyle/>
          <a:p>
            <a:pPr algn="ctr" defTabSz="685800">
              <a:buClrTx/>
              <a:defRPr/>
            </a:pPr>
            <a:endParaRPr lang="fr-FR" sz="825" dirty="0">
              <a:solidFill>
                <a:prstClr val="black"/>
              </a:solidFill>
            </a:endParaRPr>
          </a:p>
          <a:p>
            <a:pPr algn="ctr" defTabSz="685800">
              <a:buClrTx/>
              <a:defRPr/>
            </a:pPr>
            <a:r>
              <a:rPr lang="fr-FR" sz="1200" b="1" dirty="0">
                <a:solidFill>
                  <a:prstClr val="black"/>
                </a:solidFill>
              </a:rPr>
              <a:t>VISION UNIFIEE DES OPERATIONS</a:t>
            </a:r>
          </a:p>
          <a:p>
            <a:pPr algn="ctr" defTabSz="685800">
              <a:buClrTx/>
              <a:defRPr/>
            </a:pPr>
            <a:r>
              <a:rPr lang="fr-FR" sz="900" i="1" dirty="0">
                <a:solidFill>
                  <a:prstClr val="black"/>
                </a:solidFill>
              </a:rPr>
              <a:t>Clients / Partenaires / Intermédiaires</a:t>
            </a:r>
            <a:endParaRPr sz="825" i="1" dirty="0">
              <a:solidFill>
                <a:prstClr val="black"/>
              </a:solidFill>
            </a:endParaRPr>
          </a:p>
        </p:txBody>
      </p:sp>
      <p:sp>
        <p:nvSpPr>
          <p:cNvPr id="39" name="object 7">
            <a:extLst>
              <a:ext uri="{FF2B5EF4-FFF2-40B4-BE49-F238E27FC236}">
                <a16:creationId xmlns:a16="http://schemas.microsoft.com/office/drawing/2014/main" id="{1E4748A3-A9AE-8D8B-3F63-690CCD3153A1}"/>
              </a:ext>
            </a:extLst>
          </p:cNvPr>
          <p:cNvSpPr/>
          <p:nvPr/>
        </p:nvSpPr>
        <p:spPr>
          <a:xfrm>
            <a:off x="649065" y="2473753"/>
            <a:ext cx="3069154" cy="688649"/>
          </a:xfrm>
          <a:custGeom>
            <a:avLst/>
            <a:gdLst/>
            <a:ahLst/>
            <a:cxnLst/>
            <a:rect l="l" t="t" r="r" b="b"/>
            <a:pathLst>
              <a:path w="4601210" h="1008379">
                <a:moveTo>
                  <a:pt x="4432690" y="0"/>
                </a:moveTo>
                <a:lnTo>
                  <a:pt x="168013" y="0"/>
                </a:lnTo>
                <a:lnTo>
                  <a:pt x="123348" y="6001"/>
                </a:lnTo>
                <a:lnTo>
                  <a:pt x="83213" y="22938"/>
                </a:lnTo>
                <a:lnTo>
                  <a:pt x="49209" y="49209"/>
                </a:lnTo>
                <a:lnTo>
                  <a:pt x="22938" y="83213"/>
                </a:lnTo>
                <a:lnTo>
                  <a:pt x="6001" y="123348"/>
                </a:lnTo>
                <a:lnTo>
                  <a:pt x="0" y="168013"/>
                </a:lnTo>
                <a:lnTo>
                  <a:pt x="0" y="840058"/>
                </a:lnTo>
                <a:lnTo>
                  <a:pt x="6001" y="884722"/>
                </a:lnTo>
                <a:lnTo>
                  <a:pt x="22938" y="924857"/>
                </a:lnTo>
                <a:lnTo>
                  <a:pt x="49209" y="958861"/>
                </a:lnTo>
                <a:lnTo>
                  <a:pt x="83213" y="985132"/>
                </a:lnTo>
                <a:lnTo>
                  <a:pt x="123348" y="1002069"/>
                </a:lnTo>
                <a:lnTo>
                  <a:pt x="168013" y="1008071"/>
                </a:lnTo>
                <a:lnTo>
                  <a:pt x="4432690" y="1008071"/>
                </a:lnTo>
                <a:lnTo>
                  <a:pt x="4477355" y="1002069"/>
                </a:lnTo>
                <a:lnTo>
                  <a:pt x="4517490" y="985132"/>
                </a:lnTo>
                <a:lnTo>
                  <a:pt x="4551494" y="958861"/>
                </a:lnTo>
                <a:lnTo>
                  <a:pt x="4577765" y="924857"/>
                </a:lnTo>
                <a:lnTo>
                  <a:pt x="4594702" y="884722"/>
                </a:lnTo>
                <a:lnTo>
                  <a:pt x="4600704" y="840058"/>
                </a:lnTo>
                <a:lnTo>
                  <a:pt x="4600704" y="168013"/>
                </a:lnTo>
                <a:lnTo>
                  <a:pt x="4594702" y="123348"/>
                </a:lnTo>
                <a:lnTo>
                  <a:pt x="4577765" y="83213"/>
                </a:lnTo>
                <a:lnTo>
                  <a:pt x="4551494" y="49209"/>
                </a:lnTo>
                <a:lnTo>
                  <a:pt x="4517490" y="22938"/>
                </a:lnTo>
                <a:lnTo>
                  <a:pt x="4477355" y="6001"/>
                </a:lnTo>
                <a:lnTo>
                  <a:pt x="4432690" y="0"/>
                </a:lnTo>
                <a:close/>
              </a:path>
            </a:pathLst>
          </a:custGeom>
          <a:solidFill>
            <a:srgbClr val="CCAF0A">
              <a:lumMod val="20000"/>
              <a:lumOff val="80000"/>
              <a:alpha val="59999"/>
            </a:srgbClr>
          </a:solidFill>
        </p:spPr>
        <p:txBody>
          <a:bodyPr wrap="square" lIns="0" tIns="0" rIns="0" bIns="0" rtlCol="0"/>
          <a:lstStyle/>
          <a:p>
            <a:pPr defTabSz="685800">
              <a:buClrTx/>
              <a:defRPr/>
            </a:pPr>
            <a:endParaRPr sz="1050">
              <a:solidFill>
                <a:prstClr val="black"/>
              </a:solidFill>
            </a:endParaRPr>
          </a:p>
        </p:txBody>
      </p:sp>
      <p:sp>
        <p:nvSpPr>
          <p:cNvPr id="40" name="object 8">
            <a:extLst>
              <a:ext uri="{FF2B5EF4-FFF2-40B4-BE49-F238E27FC236}">
                <a16:creationId xmlns:a16="http://schemas.microsoft.com/office/drawing/2014/main" id="{C89CF221-A62C-6F84-62D8-D0C2055907CB}"/>
              </a:ext>
            </a:extLst>
          </p:cNvPr>
          <p:cNvSpPr txBox="1"/>
          <p:nvPr/>
        </p:nvSpPr>
        <p:spPr>
          <a:xfrm>
            <a:off x="1697313" y="2521385"/>
            <a:ext cx="903994" cy="403316"/>
          </a:xfrm>
          <a:prstGeom prst="rect">
            <a:avLst/>
          </a:prstGeom>
        </p:spPr>
        <p:txBody>
          <a:bodyPr vert="horz" wrap="square" lIns="0" tIns="9525" rIns="0" bIns="0" rtlCol="0">
            <a:spAutoFit/>
          </a:bodyPr>
          <a:lstStyle/>
          <a:p>
            <a:pPr marL="9525" algn="ctr" defTabSz="685800">
              <a:spcBef>
                <a:spcPts val="75"/>
              </a:spcBef>
              <a:buClrTx/>
              <a:defRPr/>
            </a:pPr>
            <a:r>
              <a:rPr lang="fr-FR" sz="825" b="1" spc="60" dirty="0">
                <a:solidFill>
                  <a:prstClr val="black"/>
                </a:solidFill>
                <a:cs typeface="Trebuchet MS"/>
              </a:rPr>
              <a:t>Socle Technologique</a:t>
            </a:r>
          </a:p>
          <a:p>
            <a:pPr marL="9525" algn="ctr" defTabSz="685800">
              <a:spcBef>
                <a:spcPts val="75"/>
              </a:spcBef>
              <a:buClrTx/>
              <a:defRPr/>
            </a:pPr>
            <a:r>
              <a:rPr lang="fr-FR" sz="825" spc="60" dirty="0">
                <a:solidFill>
                  <a:prstClr val="black"/>
                </a:solidFill>
                <a:cs typeface="Trebuchet MS"/>
              </a:rPr>
              <a:t>SI &amp; IT</a:t>
            </a:r>
            <a:endParaRPr sz="825" dirty="0">
              <a:solidFill>
                <a:prstClr val="black"/>
              </a:solidFill>
              <a:cs typeface="Trebuchet MS"/>
            </a:endParaRPr>
          </a:p>
        </p:txBody>
      </p:sp>
      <p:sp>
        <p:nvSpPr>
          <p:cNvPr id="41" name="object 9">
            <a:extLst>
              <a:ext uri="{FF2B5EF4-FFF2-40B4-BE49-F238E27FC236}">
                <a16:creationId xmlns:a16="http://schemas.microsoft.com/office/drawing/2014/main" id="{CAE4427D-3587-4D71-95DB-99F97A51D7F9}"/>
              </a:ext>
            </a:extLst>
          </p:cNvPr>
          <p:cNvSpPr/>
          <p:nvPr/>
        </p:nvSpPr>
        <p:spPr>
          <a:xfrm>
            <a:off x="652882" y="1671437"/>
            <a:ext cx="3069154" cy="688649"/>
          </a:xfrm>
          <a:custGeom>
            <a:avLst/>
            <a:gdLst/>
            <a:ahLst/>
            <a:cxnLst/>
            <a:rect l="l" t="t" r="r" b="b"/>
            <a:pathLst>
              <a:path w="4601210" h="1008380">
                <a:moveTo>
                  <a:pt x="4432690" y="0"/>
                </a:moveTo>
                <a:lnTo>
                  <a:pt x="168013" y="0"/>
                </a:lnTo>
                <a:lnTo>
                  <a:pt x="123348" y="6001"/>
                </a:lnTo>
                <a:lnTo>
                  <a:pt x="83213" y="22938"/>
                </a:lnTo>
                <a:lnTo>
                  <a:pt x="49209" y="49209"/>
                </a:lnTo>
                <a:lnTo>
                  <a:pt x="22938" y="83213"/>
                </a:lnTo>
                <a:lnTo>
                  <a:pt x="6001" y="123348"/>
                </a:lnTo>
                <a:lnTo>
                  <a:pt x="0" y="168013"/>
                </a:lnTo>
                <a:lnTo>
                  <a:pt x="0" y="840058"/>
                </a:lnTo>
                <a:lnTo>
                  <a:pt x="6001" y="884722"/>
                </a:lnTo>
                <a:lnTo>
                  <a:pt x="22938" y="924857"/>
                </a:lnTo>
                <a:lnTo>
                  <a:pt x="49209" y="958861"/>
                </a:lnTo>
                <a:lnTo>
                  <a:pt x="83213" y="985132"/>
                </a:lnTo>
                <a:lnTo>
                  <a:pt x="123348" y="1002069"/>
                </a:lnTo>
                <a:lnTo>
                  <a:pt x="168013" y="1008071"/>
                </a:lnTo>
                <a:lnTo>
                  <a:pt x="4432690" y="1008071"/>
                </a:lnTo>
                <a:lnTo>
                  <a:pt x="4477355" y="1002069"/>
                </a:lnTo>
                <a:lnTo>
                  <a:pt x="4517490" y="985132"/>
                </a:lnTo>
                <a:lnTo>
                  <a:pt x="4551494" y="958861"/>
                </a:lnTo>
                <a:lnTo>
                  <a:pt x="4577765" y="924857"/>
                </a:lnTo>
                <a:lnTo>
                  <a:pt x="4594702" y="884722"/>
                </a:lnTo>
                <a:lnTo>
                  <a:pt x="4600704" y="840058"/>
                </a:lnTo>
                <a:lnTo>
                  <a:pt x="4600704" y="168013"/>
                </a:lnTo>
                <a:lnTo>
                  <a:pt x="4594702" y="123348"/>
                </a:lnTo>
                <a:lnTo>
                  <a:pt x="4577765" y="83213"/>
                </a:lnTo>
                <a:lnTo>
                  <a:pt x="4551494" y="49209"/>
                </a:lnTo>
                <a:lnTo>
                  <a:pt x="4517490" y="22938"/>
                </a:lnTo>
                <a:lnTo>
                  <a:pt x="4477355" y="6001"/>
                </a:lnTo>
                <a:lnTo>
                  <a:pt x="4432690" y="0"/>
                </a:lnTo>
                <a:close/>
              </a:path>
            </a:pathLst>
          </a:custGeom>
          <a:solidFill>
            <a:srgbClr val="CCAF0A">
              <a:lumMod val="20000"/>
              <a:lumOff val="80000"/>
              <a:alpha val="59999"/>
            </a:srgbClr>
          </a:solidFill>
        </p:spPr>
        <p:txBody>
          <a:bodyPr wrap="square" lIns="0" tIns="0" rIns="0" bIns="0" rtlCol="0"/>
          <a:lstStyle/>
          <a:p>
            <a:pPr defTabSz="685800">
              <a:buClrTx/>
              <a:defRPr/>
            </a:pPr>
            <a:endParaRPr sz="1050">
              <a:solidFill>
                <a:prstClr val="black"/>
              </a:solidFill>
            </a:endParaRPr>
          </a:p>
        </p:txBody>
      </p:sp>
      <p:sp>
        <p:nvSpPr>
          <p:cNvPr id="42" name="object 10">
            <a:extLst>
              <a:ext uri="{FF2B5EF4-FFF2-40B4-BE49-F238E27FC236}">
                <a16:creationId xmlns:a16="http://schemas.microsoft.com/office/drawing/2014/main" id="{4CAF4D48-E5A1-B132-BA3C-D21B514B1EC9}"/>
              </a:ext>
            </a:extLst>
          </p:cNvPr>
          <p:cNvSpPr txBox="1"/>
          <p:nvPr/>
        </p:nvSpPr>
        <p:spPr>
          <a:xfrm>
            <a:off x="1106464" y="1335388"/>
            <a:ext cx="2155755" cy="655949"/>
          </a:xfrm>
          <a:prstGeom prst="rect">
            <a:avLst/>
          </a:prstGeom>
        </p:spPr>
        <p:txBody>
          <a:bodyPr vert="horz" wrap="square" lIns="0" tIns="9525" rIns="0" bIns="0" rtlCol="0">
            <a:spAutoFit/>
          </a:bodyPr>
          <a:lstStyle/>
          <a:p>
            <a:pPr algn="ctr" defTabSz="685800">
              <a:spcBef>
                <a:spcPts val="75"/>
              </a:spcBef>
              <a:buClrTx/>
              <a:defRPr/>
            </a:pPr>
            <a:r>
              <a:rPr lang="fr-FR" sz="900" b="1" spc="113" dirty="0">
                <a:solidFill>
                  <a:prstClr val="black"/>
                </a:solidFill>
                <a:cs typeface="Trebuchet MS"/>
              </a:rPr>
              <a:t>Différents L</a:t>
            </a:r>
            <a:r>
              <a:rPr lang="fr-FR" sz="900" b="1" spc="113" dirty="0" err="1">
                <a:solidFill>
                  <a:prstClr val="black"/>
                </a:solidFill>
                <a:cs typeface="Trebuchet MS"/>
              </a:rPr>
              <a:t>ayers</a:t>
            </a:r>
            <a:r>
              <a:rPr lang="fr-FR" sz="900" b="1" spc="113" dirty="0">
                <a:solidFill>
                  <a:prstClr val="black"/>
                </a:solidFill>
                <a:cs typeface="Trebuchet MS"/>
              </a:rPr>
              <a:t> du socle ENTREPRISE</a:t>
            </a:r>
            <a:endParaRPr sz="900" dirty="0">
              <a:solidFill>
                <a:prstClr val="black"/>
              </a:solidFill>
              <a:cs typeface="Trebuchet MS"/>
            </a:endParaRPr>
          </a:p>
          <a:p>
            <a:pPr marL="24288" algn="ctr" defTabSz="685800">
              <a:buClrTx/>
              <a:defRPr/>
            </a:pPr>
            <a:endParaRPr lang="fr-FR" sz="825" b="1" spc="41" dirty="0">
              <a:solidFill>
                <a:prstClr val="black"/>
              </a:solidFill>
              <a:cs typeface="Trebuchet MS"/>
            </a:endParaRPr>
          </a:p>
          <a:p>
            <a:pPr marL="24288" algn="ctr" defTabSz="685800">
              <a:buClrTx/>
              <a:defRPr/>
            </a:pPr>
            <a:r>
              <a:rPr lang="fr-FR" sz="825" b="1" spc="41" dirty="0">
                <a:solidFill>
                  <a:prstClr val="black"/>
                </a:solidFill>
                <a:cs typeface="Trebuchet MS"/>
              </a:rPr>
              <a:t>Produits / Services </a:t>
            </a:r>
          </a:p>
          <a:p>
            <a:pPr marL="24288" algn="ctr" defTabSz="685800">
              <a:buClrTx/>
              <a:defRPr/>
            </a:pPr>
            <a:r>
              <a:rPr lang="fr-FR" sz="750" spc="41" dirty="0">
                <a:solidFill>
                  <a:prstClr val="black"/>
                </a:solidFill>
                <a:cs typeface="Trebuchet MS"/>
              </a:rPr>
              <a:t>Digital &amp; Data &amp; IA</a:t>
            </a:r>
            <a:endParaRPr sz="750" dirty="0">
              <a:solidFill>
                <a:prstClr val="black"/>
              </a:solidFill>
              <a:cs typeface="Trebuchet MS"/>
            </a:endParaRPr>
          </a:p>
        </p:txBody>
      </p:sp>
      <p:sp>
        <p:nvSpPr>
          <p:cNvPr id="43" name="object 12">
            <a:extLst>
              <a:ext uri="{FF2B5EF4-FFF2-40B4-BE49-F238E27FC236}">
                <a16:creationId xmlns:a16="http://schemas.microsoft.com/office/drawing/2014/main" id="{F988477B-9750-AC16-49C8-63D179EEC1DC}"/>
              </a:ext>
            </a:extLst>
          </p:cNvPr>
          <p:cNvSpPr txBox="1"/>
          <p:nvPr/>
        </p:nvSpPr>
        <p:spPr>
          <a:xfrm>
            <a:off x="2466244" y="2044362"/>
            <a:ext cx="1105517" cy="254397"/>
          </a:xfrm>
          <a:prstGeom prst="rect">
            <a:avLst/>
          </a:prstGeom>
        </p:spPr>
        <p:txBody>
          <a:bodyPr vert="horz" wrap="square" lIns="0" tIns="7144" rIns="0" bIns="0" rtlCol="0">
            <a:spAutoFit/>
          </a:bodyPr>
          <a:lstStyle/>
          <a:p>
            <a:pPr marL="9525" marR="3810" indent="330041" algn="ctr" defTabSz="685800">
              <a:lnSpc>
                <a:spcPct val="102200"/>
              </a:lnSpc>
              <a:spcBef>
                <a:spcPts val="56"/>
              </a:spcBef>
              <a:buClrTx/>
              <a:defRPr/>
            </a:pPr>
            <a:r>
              <a:rPr sz="525" b="1" spc="34" dirty="0">
                <a:solidFill>
                  <a:srgbClr val="272727"/>
                </a:solidFill>
                <a:cs typeface="Trebuchet MS"/>
              </a:rPr>
              <a:t>XP </a:t>
            </a:r>
            <a:r>
              <a:rPr lang="fr-FR" sz="525" b="1" spc="26" dirty="0">
                <a:solidFill>
                  <a:srgbClr val="272727"/>
                </a:solidFill>
                <a:cs typeface="Trebuchet MS"/>
              </a:rPr>
              <a:t>métiers et agents</a:t>
            </a:r>
            <a:r>
              <a:rPr sz="525" b="1" spc="8" dirty="0">
                <a:solidFill>
                  <a:srgbClr val="272727"/>
                </a:solidFill>
                <a:cs typeface="Trebuchet MS"/>
              </a:rPr>
              <a:t>, </a:t>
            </a:r>
            <a:r>
              <a:rPr sz="525" b="1" spc="11" dirty="0">
                <a:solidFill>
                  <a:srgbClr val="272727"/>
                </a:solidFill>
                <a:cs typeface="Trebuchet MS"/>
              </a:rPr>
              <a:t> </a:t>
            </a:r>
            <a:r>
              <a:rPr sz="525" b="1" spc="26" dirty="0">
                <a:solidFill>
                  <a:srgbClr val="272727"/>
                </a:solidFill>
                <a:cs typeface="Trebuchet MS"/>
              </a:rPr>
              <a:t>p</a:t>
            </a:r>
            <a:r>
              <a:rPr sz="525" b="1" spc="15" dirty="0">
                <a:solidFill>
                  <a:srgbClr val="272727"/>
                </a:solidFill>
                <a:cs typeface="Trebuchet MS"/>
              </a:rPr>
              <a:t>r</a:t>
            </a:r>
            <a:r>
              <a:rPr sz="525" b="1" spc="45" dirty="0">
                <a:solidFill>
                  <a:srgbClr val="272727"/>
                </a:solidFill>
                <a:cs typeface="Trebuchet MS"/>
              </a:rPr>
              <a:t>o</a:t>
            </a:r>
            <a:r>
              <a:rPr sz="525" b="1" spc="56" dirty="0">
                <a:solidFill>
                  <a:srgbClr val="272727"/>
                </a:solidFill>
                <a:cs typeface="Trebuchet MS"/>
              </a:rPr>
              <a:t>c</a:t>
            </a:r>
            <a:r>
              <a:rPr sz="525" b="1" spc="19" dirty="0">
                <a:solidFill>
                  <a:srgbClr val="272727"/>
                </a:solidFill>
                <a:cs typeface="Trebuchet MS"/>
              </a:rPr>
              <a:t>e</a:t>
            </a:r>
            <a:r>
              <a:rPr sz="525" b="1" spc="71" dirty="0">
                <a:solidFill>
                  <a:srgbClr val="272727"/>
                </a:solidFill>
                <a:cs typeface="Trebuchet MS"/>
              </a:rPr>
              <a:t>ss</a:t>
            </a:r>
            <a:r>
              <a:rPr sz="525" b="1" spc="49" dirty="0">
                <a:solidFill>
                  <a:srgbClr val="272727"/>
                </a:solidFill>
                <a:cs typeface="Trebuchet MS"/>
              </a:rPr>
              <a:t>u</a:t>
            </a:r>
            <a:r>
              <a:rPr sz="525" b="1" spc="75" dirty="0">
                <a:solidFill>
                  <a:srgbClr val="272727"/>
                </a:solidFill>
                <a:cs typeface="Trebuchet MS"/>
              </a:rPr>
              <a:t>s</a:t>
            </a:r>
            <a:r>
              <a:rPr sz="525" b="1" spc="-49" dirty="0">
                <a:solidFill>
                  <a:srgbClr val="272727"/>
                </a:solidFill>
                <a:cs typeface="Trebuchet MS"/>
              </a:rPr>
              <a:t> </a:t>
            </a:r>
            <a:r>
              <a:rPr sz="525" b="1" spc="45" dirty="0">
                <a:solidFill>
                  <a:srgbClr val="272727"/>
                </a:solidFill>
                <a:cs typeface="Trebuchet MS"/>
              </a:rPr>
              <a:t>de</a:t>
            </a:r>
            <a:r>
              <a:rPr sz="525" b="1" spc="-49" dirty="0">
                <a:solidFill>
                  <a:srgbClr val="272727"/>
                </a:solidFill>
                <a:cs typeface="Trebuchet MS"/>
              </a:rPr>
              <a:t> </a:t>
            </a:r>
            <a:r>
              <a:rPr sz="525" b="1" spc="-8" dirty="0">
                <a:solidFill>
                  <a:srgbClr val="272727"/>
                </a:solidFill>
                <a:cs typeface="Trebuchet MS"/>
              </a:rPr>
              <a:t>t</a:t>
            </a:r>
            <a:r>
              <a:rPr sz="525" b="1" spc="-23" dirty="0">
                <a:solidFill>
                  <a:srgbClr val="272727"/>
                </a:solidFill>
                <a:cs typeface="Trebuchet MS"/>
              </a:rPr>
              <a:t>r</a:t>
            </a:r>
            <a:r>
              <a:rPr sz="525" b="1" spc="53" dirty="0">
                <a:solidFill>
                  <a:srgbClr val="272727"/>
                </a:solidFill>
                <a:cs typeface="Trebuchet MS"/>
              </a:rPr>
              <a:t>a</a:t>
            </a:r>
            <a:r>
              <a:rPr sz="525" b="1" spc="26" dirty="0">
                <a:solidFill>
                  <a:srgbClr val="272727"/>
                </a:solidFill>
                <a:cs typeface="Trebuchet MS"/>
              </a:rPr>
              <a:t>i</a:t>
            </a:r>
            <a:r>
              <a:rPr sz="525" b="1" spc="-8" dirty="0">
                <a:solidFill>
                  <a:srgbClr val="272727"/>
                </a:solidFill>
                <a:cs typeface="Trebuchet MS"/>
              </a:rPr>
              <a:t>t</a:t>
            </a:r>
            <a:r>
              <a:rPr sz="525" b="1" spc="19" dirty="0">
                <a:solidFill>
                  <a:srgbClr val="272727"/>
                </a:solidFill>
                <a:cs typeface="Trebuchet MS"/>
              </a:rPr>
              <a:t>e</a:t>
            </a:r>
            <a:r>
              <a:rPr sz="525" b="1" spc="116" dirty="0">
                <a:solidFill>
                  <a:srgbClr val="272727"/>
                </a:solidFill>
                <a:cs typeface="Trebuchet MS"/>
              </a:rPr>
              <a:t>m</a:t>
            </a:r>
            <a:r>
              <a:rPr sz="525" b="1" spc="19" dirty="0">
                <a:solidFill>
                  <a:srgbClr val="272727"/>
                </a:solidFill>
                <a:cs typeface="Trebuchet MS"/>
              </a:rPr>
              <a:t>e</a:t>
            </a:r>
            <a:r>
              <a:rPr sz="525" b="1" spc="49" dirty="0">
                <a:solidFill>
                  <a:srgbClr val="272727"/>
                </a:solidFill>
                <a:cs typeface="Trebuchet MS"/>
              </a:rPr>
              <a:t>n</a:t>
            </a:r>
            <a:r>
              <a:rPr sz="525" b="1" spc="-8" dirty="0">
                <a:solidFill>
                  <a:srgbClr val="272727"/>
                </a:solidFill>
                <a:cs typeface="Trebuchet MS"/>
              </a:rPr>
              <a:t>t</a:t>
            </a:r>
            <a:r>
              <a:rPr sz="525" b="1" spc="-79" dirty="0">
                <a:solidFill>
                  <a:srgbClr val="272727"/>
                </a:solidFill>
                <a:cs typeface="Trebuchet MS"/>
              </a:rPr>
              <a:t>,</a:t>
            </a:r>
            <a:r>
              <a:rPr sz="525" b="1" spc="-49" dirty="0">
                <a:solidFill>
                  <a:srgbClr val="272727"/>
                </a:solidFill>
                <a:cs typeface="Trebuchet MS"/>
              </a:rPr>
              <a:t> </a:t>
            </a:r>
            <a:r>
              <a:rPr sz="525" b="1" spc="45" dirty="0">
                <a:solidFill>
                  <a:srgbClr val="272727"/>
                </a:solidFill>
                <a:cs typeface="Trebuchet MS"/>
              </a:rPr>
              <a:t>de</a:t>
            </a:r>
            <a:r>
              <a:rPr sz="525" b="1" spc="-49" dirty="0">
                <a:solidFill>
                  <a:srgbClr val="272727"/>
                </a:solidFill>
                <a:cs typeface="Trebuchet MS"/>
              </a:rPr>
              <a:t> </a:t>
            </a:r>
            <a:r>
              <a:rPr sz="525" b="1" spc="30" dirty="0">
                <a:solidFill>
                  <a:srgbClr val="272727"/>
                </a:solidFill>
                <a:cs typeface="Trebuchet MS"/>
              </a:rPr>
              <a:t>p</a:t>
            </a:r>
            <a:r>
              <a:rPr sz="525" b="1" spc="11" dirty="0">
                <a:solidFill>
                  <a:srgbClr val="272727"/>
                </a:solidFill>
                <a:cs typeface="Trebuchet MS"/>
              </a:rPr>
              <a:t>i</a:t>
            </a:r>
            <a:r>
              <a:rPr sz="525" b="1" spc="-19" dirty="0">
                <a:solidFill>
                  <a:srgbClr val="272727"/>
                </a:solidFill>
                <a:cs typeface="Trebuchet MS"/>
              </a:rPr>
              <a:t>l</a:t>
            </a:r>
            <a:r>
              <a:rPr sz="525" b="1" spc="45" dirty="0">
                <a:solidFill>
                  <a:srgbClr val="272727"/>
                </a:solidFill>
                <a:cs typeface="Trebuchet MS"/>
              </a:rPr>
              <a:t>o</a:t>
            </a:r>
            <a:r>
              <a:rPr sz="525" b="1" spc="-8" dirty="0">
                <a:solidFill>
                  <a:srgbClr val="272727"/>
                </a:solidFill>
                <a:cs typeface="Trebuchet MS"/>
              </a:rPr>
              <a:t>t</a:t>
            </a:r>
            <a:r>
              <a:rPr sz="525" b="1" spc="79" dirty="0">
                <a:solidFill>
                  <a:srgbClr val="272727"/>
                </a:solidFill>
                <a:cs typeface="Trebuchet MS"/>
              </a:rPr>
              <a:t>age</a:t>
            </a:r>
            <a:r>
              <a:rPr lang="fr-FR" sz="525" dirty="0">
                <a:solidFill>
                  <a:prstClr val="black"/>
                </a:solidFill>
                <a:cs typeface="Trebuchet MS"/>
              </a:rPr>
              <a:t> </a:t>
            </a:r>
            <a:r>
              <a:rPr sz="525" b="1" spc="45" dirty="0">
                <a:solidFill>
                  <a:srgbClr val="272727"/>
                </a:solidFill>
                <a:cs typeface="Trebuchet MS"/>
              </a:rPr>
              <a:t>&amp;</a:t>
            </a:r>
            <a:r>
              <a:rPr sz="525" b="1" spc="-45" dirty="0">
                <a:solidFill>
                  <a:srgbClr val="272727"/>
                </a:solidFill>
                <a:cs typeface="Trebuchet MS"/>
              </a:rPr>
              <a:t> </a:t>
            </a:r>
            <a:r>
              <a:rPr sz="525" b="1" spc="49" dirty="0">
                <a:solidFill>
                  <a:srgbClr val="272727"/>
                </a:solidFill>
                <a:cs typeface="Trebuchet MS"/>
              </a:rPr>
              <a:t>u</a:t>
            </a:r>
            <a:r>
              <a:rPr sz="525" b="1" spc="71" dirty="0">
                <a:solidFill>
                  <a:srgbClr val="272727"/>
                </a:solidFill>
                <a:cs typeface="Trebuchet MS"/>
              </a:rPr>
              <a:t>s</a:t>
            </a:r>
            <a:r>
              <a:rPr sz="525" b="1" spc="98" dirty="0">
                <a:solidFill>
                  <a:srgbClr val="272727"/>
                </a:solidFill>
                <a:cs typeface="Trebuchet MS"/>
              </a:rPr>
              <a:t>a</a:t>
            </a:r>
            <a:r>
              <a:rPr sz="525" b="1" spc="116" dirty="0">
                <a:solidFill>
                  <a:srgbClr val="272727"/>
                </a:solidFill>
                <a:cs typeface="Trebuchet MS"/>
              </a:rPr>
              <a:t>g</a:t>
            </a:r>
            <a:r>
              <a:rPr sz="525" b="1" spc="19" dirty="0">
                <a:solidFill>
                  <a:srgbClr val="272727"/>
                </a:solidFill>
                <a:cs typeface="Trebuchet MS"/>
              </a:rPr>
              <a:t>e</a:t>
            </a:r>
            <a:r>
              <a:rPr sz="525" b="1" spc="75" dirty="0">
                <a:solidFill>
                  <a:srgbClr val="272727"/>
                </a:solidFill>
                <a:cs typeface="Trebuchet MS"/>
              </a:rPr>
              <a:t>s</a:t>
            </a:r>
            <a:endParaRPr sz="525" dirty="0">
              <a:solidFill>
                <a:prstClr val="black"/>
              </a:solidFill>
              <a:cs typeface="Trebuchet MS"/>
            </a:endParaRPr>
          </a:p>
        </p:txBody>
      </p:sp>
      <p:sp>
        <p:nvSpPr>
          <p:cNvPr id="44" name="object 13">
            <a:extLst>
              <a:ext uri="{FF2B5EF4-FFF2-40B4-BE49-F238E27FC236}">
                <a16:creationId xmlns:a16="http://schemas.microsoft.com/office/drawing/2014/main" id="{EB7E69F3-0F49-53CF-0836-7AD0A8813584}"/>
              </a:ext>
            </a:extLst>
          </p:cNvPr>
          <p:cNvSpPr/>
          <p:nvPr/>
        </p:nvSpPr>
        <p:spPr>
          <a:xfrm>
            <a:off x="649065" y="4058976"/>
            <a:ext cx="3069154" cy="688649"/>
          </a:xfrm>
          <a:custGeom>
            <a:avLst/>
            <a:gdLst/>
            <a:ahLst/>
            <a:cxnLst/>
            <a:rect l="l" t="t" r="r" b="b"/>
            <a:pathLst>
              <a:path w="4601210" h="1008379">
                <a:moveTo>
                  <a:pt x="4432690" y="0"/>
                </a:moveTo>
                <a:lnTo>
                  <a:pt x="168013" y="0"/>
                </a:lnTo>
                <a:lnTo>
                  <a:pt x="123348" y="6001"/>
                </a:lnTo>
                <a:lnTo>
                  <a:pt x="83213" y="22938"/>
                </a:lnTo>
                <a:lnTo>
                  <a:pt x="49209" y="49209"/>
                </a:lnTo>
                <a:lnTo>
                  <a:pt x="22938" y="83213"/>
                </a:lnTo>
                <a:lnTo>
                  <a:pt x="6001" y="123348"/>
                </a:lnTo>
                <a:lnTo>
                  <a:pt x="0" y="168013"/>
                </a:lnTo>
                <a:lnTo>
                  <a:pt x="0" y="840058"/>
                </a:lnTo>
                <a:lnTo>
                  <a:pt x="6001" y="884723"/>
                </a:lnTo>
                <a:lnTo>
                  <a:pt x="22938" y="924858"/>
                </a:lnTo>
                <a:lnTo>
                  <a:pt x="49209" y="958861"/>
                </a:lnTo>
                <a:lnTo>
                  <a:pt x="83213" y="985133"/>
                </a:lnTo>
                <a:lnTo>
                  <a:pt x="123348" y="1002070"/>
                </a:lnTo>
                <a:lnTo>
                  <a:pt x="168013" y="1008072"/>
                </a:lnTo>
                <a:lnTo>
                  <a:pt x="4432690" y="1008072"/>
                </a:lnTo>
                <a:lnTo>
                  <a:pt x="4477355" y="1002070"/>
                </a:lnTo>
                <a:lnTo>
                  <a:pt x="4517490" y="985133"/>
                </a:lnTo>
                <a:lnTo>
                  <a:pt x="4551494" y="958861"/>
                </a:lnTo>
                <a:lnTo>
                  <a:pt x="4577765" y="924858"/>
                </a:lnTo>
                <a:lnTo>
                  <a:pt x="4594702" y="884723"/>
                </a:lnTo>
                <a:lnTo>
                  <a:pt x="4600704" y="840058"/>
                </a:lnTo>
                <a:lnTo>
                  <a:pt x="4600704" y="168013"/>
                </a:lnTo>
                <a:lnTo>
                  <a:pt x="4594702" y="123348"/>
                </a:lnTo>
                <a:lnTo>
                  <a:pt x="4577765" y="83213"/>
                </a:lnTo>
                <a:lnTo>
                  <a:pt x="4551494" y="49209"/>
                </a:lnTo>
                <a:lnTo>
                  <a:pt x="4517490" y="22938"/>
                </a:lnTo>
                <a:lnTo>
                  <a:pt x="4477355" y="6001"/>
                </a:lnTo>
                <a:lnTo>
                  <a:pt x="4432690" y="0"/>
                </a:lnTo>
                <a:close/>
              </a:path>
            </a:pathLst>
          </a:custGeom>
          <a:solidFill>
            <a:srgbClr val="CCAF0A">
              <a:lumMod val="20000"/>
              <a:lumOff val="80000"/>
              <a:alpha val="59999"/>
            </a:srgbClr>
          </a:solidFill>
        </p:spPr>
        <p:txBody>
          <a:bodyPr wrap="square" lIns="0" tIns="0" rIns="0" bIns="0" rtlCol="0"/>
          <a:lstStyle/>
          <a:p>
            <a:pPr defTabSz="685800">
              <a:buClrTx/>
              <a:defRPr/>
            </a:pPr>
            <a:endParaRPr sz="1050">
              <a:solidFill>
                <a:prstClr val="black"/>
              </a:solidFill>
            </a:endParaRPr>
          </a:p>
        </p:txBody>
      </p:sp>
      <p:sp>
        <p:nvSpPr>
          <p:cNvPr id="45" name="object 14">
            <a:extLst>
              <a:ext uri="{FF2B5EF4-FFF2-40B4-BE49-F238E27FC236}">
                <a16:creationId xmlns:a16="http://schemas.microsoft.com/office/drawing/2014/main" id="{98B29A71-09F6-8B45-6BCF-A9B84D45FA37}"/>
              </a:ext>
            </a:extLst>
          </p:cNvPr>
          <p:cNvSpPr txBox="1"/>
          <p:nvPr/>
        </p:nvSpPr>
        <p:spPr>
          <a:xfrm>
            <a:off x="1736653" y="4105449"/>
            <a:ext cx="825314" cy="263534"/>
          </a:xfrm>
          <a:prstGeom prst="rect">
            <a:avLst/>
          </a:prstGeom>
        </p:spPr>
        <p:txBody>
          <a:bodyPr vert="horz" wrap="square" lIns="0" tIns="9525" rIns="0" bIns="0" rtlCol="0">
            <a:spAutoFit/>
          </a:bodyPr>
          <a:lstStyle/>
          <a:p>
            <a:pPr marL="9525" algn="ctr" defTabSz="685800">
              <a:spcBef>
                <a:spcPts val="75"/>
              </a:spcBef>
              <a:buClrTx/>
              <a:defRPr/>
            </a:pPr>
            <a:r>
              <a:rPr lang="fr-FR" sz="825" b="1" spc="75" dirty="0">
                <a:solidFill>
                  <a:prstClr val="black"/>
                </a:solidFill>
                <a:cs typeface="Trebuchet MS"/>
              </a:rPr>
              <a:t>Modèle de </a:t>
            </a:r>
            <a:r>
              <a:rPr sz="825" b="1" spc="75" dirty="0" err="1">
                <a:solidFill>
                  <a:prstClr val="black"/>
                </a:solidFill>
                <a:cs typeface="Trebuchet MS"/>
              </a:rPr>
              <a:t>Gouvernance</a:t>
            </a:r>
            <a:endParaRPr sz="825" dirty="0">
              <a:solidFill>
                <a:prstClr val="black"/>
              </a:solidFill>
              <a:cs typeface="Trebuchet MS"/>
            </a:endParaRPr>
          </a:p>
        </p:txBody>
      </p:sp>
      <p:sp>
        <p:nvSpPr>
          <p:cNvPr id="46" name="object 15">
            <a:extLst>
              <a:ext uri="{FF2B5EF4-FFF2-40B4-BE49-F238E27FC236}">
                <a16:creationId xmlns:a16="http://schemas.microsoft.com/office/drawing/2014/main" id="{AA2D6592-8DBA-0157-3CBB-713E61A87770}"/>
              </a:ext>
            </a:extLst>
          </p:cNvPr>
          <p:cNvSpPr txBox="1"/>
          <p:nvPr/>
        </p:nvSpPr>
        <p:spPr>
          <a:xfrm>
            <a:off x="845491" y="4433614"/>
            <a:ext cx="735866" cy="171201"/>
          </a:xfrm>
          <a:prstGeom prst="rect">
            <a:avLst/>
          </a:prstGeom>
        </p:spPr>
        <p:txBody>
          <a:bodyPr vert="horz" wrap="square" lIns="0" tIns="9525" rIns="0" bIns="0" rtlCol="0">
            <a:spAutoFit/>
          </a:bodyPr>
          <a:lstStyle/>
          <a:p>
            <a:pPr marL="9525" algn="ctr" defTabSz="685800">
              <a:spcBef>
                <a:spcPts val="75"/>
              </a:spcBef>
              <a:buClrTx/>
              <a:defRPr/>
            </a:pPr>
            <a:r>
              <a:rPr lang="fr-MA" sz="525" b="1" spc="75" dirty="0">
                <a:solidFill>
                  <a:srgbClr val="272727"/>
                </a:solidFill>
                <a:cs typeface="Trebuchet MS"/>
              </a:rPr>
              <a:t>Processus et standards data</a:t>
            </a:r>
            <a:endParaRPr sz="525" dirty="0">
              <a:solidFill>
                <a:prstClr val="black"/>
              </a:solidFill>
              <a:cs typeface="Trebuchet MS"/>
            </a:endParaRPr>
          </a:p>
        </p:txBody>
      </p:sp>
      <p:sp>
        <p:nvSpPr>
          <p:cNvPr id="47" name="object 16">
            <a:extLst>
              <a:ext uri="{FF2B5EF4-FFF2-40B4-BE49-F238E27FC236}">
                <a16:creationId xmlns:a16="http://schemas.microsoft.com/office/drawing/2014/main" id="{5068356B-4AC2-7C3D-4CFC-6C5708F2B1DE}"/>
              </a:ext>
            </a:extLst>
          </p:cNvPr>
          <p:cNvSpPr txBox="1"/>
          <p:nvPr/>
        </p:nvSpPr>
        <p:spPr>
          <a:xfrm>
            <a:off x="2695086" y="4439887"/>
            <a:ext cx="742475" cy="251992"/>
          </a:xfrm>
          <a:prstGeom prst="rect">
            <a:avLst/>
          </a:prstGeom>
        </p:spPr>
        <p:txBody>
          <a:bodyPr vert="horz" wrap="square" lIns="0" tIns="9525" rIns="0" bIns="0" rtlCol="0">
            <a:spAutoFit/>
          </a:bodyPr>
          <a:lstStyle>
            <a:defPPr>
              <a:defRPr lang="fr-FR"/>
            </a:defPPr>
            <a:lvl1pPr marL="12700" marR="0" lvl="0" indent="0" algn="ctr" fontAlgn="auto">
              <a:lnSpc>
                <a:spcPct val="100000"/>
              </a:lnSpc>
              <a:spcBef>
                <a:spcPts val="100"/>
              </a:spcBef>
              <a:spcAft>
                <a:spcPts val="0"/>
              </a:spcAft>
              <a:buClrTx/>
              <a:buSzTx/>
              <a:buFontTx/>
              <a:buNone/>
              <a:tabLst/>
              <a:defRPr kumimoji="0" sz="700" b="1" i="0" u="none" strike="noStrike" kern="0" cap="none" spc="100" normalizeH="0" baseline="0">
                <a:ln>
                  <a:noFill/>
                </a:ln>
                <a:solidFill>
                  <a:srgbClr val="272727"/>
                </a:solidFill>
                <a:effectLst/>
                <a:uLnTx/>
                <a:uFillTx/>
                <a:latin typeface="Arial"/>
                <a:cs typeface="Trebuchet MS"/>
              </a:defRPr>
            </a:lvl1pPr>
          </a:lstStyle>
          <a:p>
            <a:r>
              <a:rPr lang="fr-MA" sz="525" dirty="0"/>
              <a:t>Définition unifiée de la donnée</a:t>
            </a:r>
            <a:endParaRPr sz="525" dirty="0"/>
          </a:p>
        </p:txBody>
      </p:sp>
      <p:sp>
        <p:nvSpPr>
          <p:cNvPr id="48" name="object 17">
            <a:extLst>
              <a:ext uri="{FF2B5EF4-FFF2-40B4-BE49-F238E27FC236}">
                <a16:creationId xmlns:a16="http://schemas.microsoft.com/office/drawing/2014/main" id="{C5EACCFA-D6D1-B1A4-158B-D667D350E1C2}"/>
              </a:ext>
            </a:extLst>
          </p:cNvPr>
          <p:cNvSpPr/>
          <p:nvPr/>
        </p:nvSpPr>
        <p:spPr>
          <a:xfrm>
            <a:off x="649065" y="3263565"/>
            <a:ext cx="3069154" cy="688649"/>
          </a:xfrm>
          <a:custGeom>
            <a:avLst/>
            <a:gdLst/>
            <a:ahLst/>
            <a:cxnLst/>
            <a:rect l="l" t="t" r="r" b="b"/>
            <a:pathLst>
              <a:path w="4601210" h="1008379">
                <a:moveTo>
                  <a:pt x="4432690" y="0"/>
                </a:moveTo>
                <a:lnTo>
                  <a:pt x="168013" y="0"/>
                </a:lnTo>
                <a:lnTo>
                  <a:pt x="123348" y="6001"/>
                </a:lnTo>
                <a:lnTo>
                  <a:pt x="83213" y="22938"/>
                </a:lnTo>
                <a:lnTo>
                  <a:pt x="49209" y="49209"/>
                </a:lnTo>
                <a:lnTo>
                  <a:pt x="22938" y="83213"/>
                </a:lnTo>
                <a:lnTo>
                  <a:pt x="6001" y="123348"/>
                </a:lnTo>
                <a:lnTo>
                  <a:pt x="0" y="168013"/>
                </a:lnTo>
                <a:lnTo>
                  <a:pt x="0" y="840058"/>
                </a:lnTo>
                <a:lnTo>
                  <a:pt x="6001" y="884722"/>
                </a:lnTo>
                <a:lnTo>
                  <a:pt x="22938" y="924857"/>
                </a:lnTo>
                <a:lnTo>
                  <a:pt x="49209" y="958862"/>
                </a:lnTo>
                <a:lnTo>
                  <a:pt x="83213" y="985133"/>
                </a:lnTo>
                <a:lnTo>
                  <a:pt x="123348" y="1002070"/>
                </a:lnTo>
                <a:lnTo>
                  <a:pt x="168013" y="1008072"/>
                </a:lnTo>
                <a:lnTo>
                  <a:pt x="4432690" y="1008072"/>
                </a:lnTo>
                <a:lnTo>
                  <a:pt x="4477355" y="1002070"/>
                </a:lnTo>
                <a:lnTo>
                  <a:pt x="4517490" y="985133"/>
                </a:lnTo>
                <a:lnTo>
                  <a:pt x="4551494" y="958862"/>
                </a:lnTo>
                <a:lnTo>
                  <a:pt x="4577765" y="924857"/>
                </a:lnTo>
                <a:lnTo>
                  <a:pt x="4594702" y="884722"/>
                </a:lnTo>
                <a:lnTo>
                  <a:pt x="4600704" y="840058"/>
                </a:lnTo>
                <a:lnTo>
                  <a:pt x="4600704" y="168013"/>
                </a:lnTo>
                <a:lnTo>
                  <a:pt x="4594702" y="123348"/>
                </a:lnTo>
                <a:lnTo>
                  <a:pt x="4577765" y="83213"/>
                </a:lnTo>
                <a:lnTo>
                  <a:pt x="4551494" y="49209"/>
                </a:lnTo>
                <a:lnTo>
                  <a:pt x="4517490" y="22938"/>
                </a:lnTo>
                <a:lnTo>
                  <a:pt x="4477355" y="6001"/>
                </a:lnTo>
                <a:lnTo>
                  <a:pt x="4432690" y="0"/>
                </a:lnTo>
                <a:close/>
              </a:path>
            </a:pathLst>
          </a:custGeom>
          <a:solidFill>
            <a:srgbClr val="CCAF0A">
              <a:lumMod val="20000"/>
              <a:lumOff val="80000"/>
              <a:alpha val="59999"/>
            </a:srgbClr>
          </a:solidFill>
        </p:spPr>
        <p:txBody>
          <a:bodyPr wrap="square" lIns="0" tIns="0" rIns="0" bIns="0" rtlCol="0"/>
          <a:lstStyle/>
          <a:p>
            <a:pPr defTabSz="685800">
              <a:buClrTx/>
              <a:defRPr/>
            </a:pPr>
            <a:endParaRPr sz="1050">
              <a:solidFill>
                <a:prstClr val="black"/>
              </a:solidFill>
            </a:endParaRPr>
          </a:p>
        </p:txBody>
      </p:sp>
      <p:sp>
        <p:nvSpPr>
          <p:cNvPr id="49" name="object 18">
            <a:extLst>
              <a:ext uri="{FF2B5EF4-FFF2-40B4-BE49-F238E27FC236}">
                <a16:creationId xmlns:a16="http://schemas.microsoft.com/office/drawing/2014/main" id="{50D24627-DE85-9B47-9248-986FE687FB07}"/>
              </a:ext>
            </a:extLst>
          </p:cNvPr>
          <p:cNvSpPr txBox="1"/>
          <p:nvPr/>
        </p:nvSpPr>
        <p:spPr>
          <a:xfrm>
            <a:off x="1813244" y="3310294"/>
            <a:ext cx="727772" cy="390492"/>
          </a:xfrm>
          <a:prstGeom prst="rect">
            <a:avLst/>
          </a:prstGeom>
        </p:spPr>
        <p:txBody>
          <a:bodyPr vert="horz" wrap="square" lIns="0" tIns="9525" rIns="0" bIns="0" rtlCol="0">
            <a:spAutoFit/>
          </a:bodyPr>
          <a:lstStyle/>
          <a:p>
            <a:pPr marL="9525" algn="ctr" defTabSz="685800">
              <a:spcBef>
                <a:spcPts val="75"/>
              </a:spcBef>
              <a:buClrTx/>
              <a:defRPr/>
            </a:pPr>
            <a:r>
              <a:rPr lang="fr-FR" sz="825" b="1" spc="124" dirty="0">
                <a:solidFill>
                  <a:prstClr val="black"/>
                </a:solidFill>
                <a:cs typeface="Trebuchet MS"/>
              </a:rPr>
              <a:t>Socle  </a:t>
            </a:r>
            <a:r>
              <a:rPr sz="825" b="1" spc="124" dirty="0">
                <a:solidFill>
                  <a:prstClr val="black"/>
                </a:solidFill>
                <a:cs typeface="Trebuchet MS"/>
              </a:rPr>
              <a:t>D</a:t>
            </a:r>
            <a:r>
              <a:rPr sz="825" b="1" spc="105" dirty="0">
                <a:solidFill>
                  <a:prstClr val="black"/>
                </a:solidFill>
                <a:cs typeface="Trebuchet MS"/>
              </a:rPr>
              <a:t>a</a:t>
            </a:r>
            <a:r>
              <a:rPr sz="825" b="1" spc="71" dirty="0">
                <a:solidFill>
                  <a:prstClr val="black"/>
                </a:solidFill>
                <a:cs typeface="Trebuchet MS"/>
              </a:rPr>
              <a:t>ta</a:t>
            </a:r>
            <a:r>
              <a:rPr lang="fr-MA" sz="825" b="1" spc="71" dirty="0">
                <a:solidFill>
                  <a:prstClr val="black"/>
                </a:solidFill>
                <a:cs typeface="Trebuchet MS"/>
              </a:rPr>
              <a:t> métier Modélisé</a:t>
            </a:r>
            <a:endParaRPr sz="825" dirty="0">
              <a:solidFill>
                <a:prstClr val="black"/>
              </a:solidFill>
              <a:cs typeface="Trebuchet MS"/>
            </a:endParaRPr>
          </a:p>
        </p:txBody>
      </p:sp>
      <p:sp>
        <p:nvSpPr>
          <p:cNvPr id="50" name="object 19">
            <a:extLst>
              <a:ext uri="{FF2B5EF4-FFF2-40B4-BE49-F238E27FC236}">
                <a16:creationId xmlns:a16="http://schemas.microsoft.com/office/drawing/2014/main" id="{4754F3A7-3241-200D-994D-D603B30E72F5}"/>
              </a:ext>
            </a:extLst>
          </p:cNvPr>
          <p:cNvSpPr txBox="1"/>
          <p:nvPr/>
        </p:nvSpPr>
        <p:spPr>
          <a:xfrm>
            <a:off x="2623324" y="3725361"/>
            <a:ext cx="791357" cy="171201"/>
          </a:xfrm>
          <a:prstGeom prst="rect">
            <a:avLst/>
          </a:prstGeom>
        </p:spPr>
        <p:txBody>
          <a:bodyPr vert="horz" wrap="square" lIns="0" tIns="9525" rIns="0" bIns="0" rtlCol="0">
            <a:spAutoFit/>
          </a:bodyPr>
          <a:lstStyle>
            <a:defPPr>
              <a:defRPr lang="fr-FR"/>
            </a:defPPr>
            <a:lvl1pPr marL="12700" marR="0" lvl="0" indent="0" algn="ctr" fontAlgn="auto">
              <a:lnSpc>
                <a:spcPct val="100000"/>
              </a:lnSpc>
              <a:spcBef>
                <a:spcPts val="100"/>
              </a:spcBef>
              <a:spcAft>
                <a:spcPts val="0"/>
              </a:spcAft>
              <a:buClrTx/>
              <a:buSzTx/>
              <a:buFontTx/>
              <a:buNone/>
              <a:tabLst/>
              <a:defRPr kumimoji="0" sz="700" b="1" i="0" u="none" strike="noStrike" kern="0" cap="none" spc="100" normalizeH="0" baseline="0">
                <a:ln>
                  <a:noFill/>
                </a:ln>
                <a:solidFill>
                  <a:srgbClr val="272727"/>
                </a:solidFill>
                <a:effectLst/>
                <a:uLnTx/>
                <a:uFillTx/>
                <a:latin typeface="Arial"/>
                <a:cs typeface="Trebuchet MS"/>
              </a:defRPr>
            </a:lvl1pPr>
          </a:lstStyle>
          <a:p>
            <a:r>
              <a:rPr sz="525" dirty="0"/>
              <a:t>Connaissance client</a:t>
            </a:r>
          </a:p>
        </p:txBody>
      </p:sp>
      <p:sp>
        <p:nvSpPr>
          <p:cNvPr id="52" name="object 21">
            <a:extLst>
              <a:ext uri="{FF2B5EF4-FFF2-40B4-BE49-F238E27FC236}">
                <a16:creationId xmlns:a16="http://schemas.microsoft.com/office/drawing/2014/main" id="{AD4EB203-100C-AF95-C00E-F764DB7F0D76}"/>
              </a:ext>
            </a:extLst>
          </p:cNvPr>
          <p:cNvSpPr txBox="1"/>
          <p:nvPr/>
        </p:nvSpPr>
        <p:spPr>
          <a:xfrm>
            <a:off x="806451" y="2914453"/>
            <a:ext cx="973977" cy="90409"/>
          </a:xfrm>
          <a:prstGeom prst="rect">
            <a:avLst/>
          </a:prstGeom>
        </p:spPr>
        <p:txBody>
          <a:bodyPr vert="horz" wrap="square" lIns="0" tIns="9525" rIns="0" bIns="0" rtlCol="0">
            <a:spAutoFit/>
          </a:bodyPr>
          <a:lstStyle/>
          <a:p>
            <a:pPr marL="9525" defTabSz="685800">
              <a:spcBef>
                <a:spcPts val="75"/>
              </a:spcBef>
              <a:buClrTx/>
              <a:defRPr/>
            </a:pPr>
            <a:r>
              <a:rPr sz="525" b="1" spc="105" dirty="0">
                <a:solidFill>
                  <a:srgbClr val="272727"/>
                </a:solidFill>
                <a:cs typeface="Trebuchet MS"/>
              </a:rPr>
              <a:t>C</a:t>
            </a:r>
            <a:r>
              <a:rPr sz="525" b="1" spc="94" dirty="0">
                <a:solidFill>
                  <a:srgbClr val="272727"/>
                </a:solidFill>
                <a:cs typeface="Trebuchet MS"/>
              </a:rPr>
              <a:t>a</a:t>
            </a:r>
            <a:r>
              <a:rPr sz="525" b="1" spc="64" dirty="0">
                <a:solidFill>
                  <a:srgbClr val="272727"/>
                </a:solidFill>
                <a:cs typeface="Trebuchet MS"/>
              </a:rPr>
              <a:t>p</a:t>
            </a:r>
            <a:r>
              <a:rPr sz="525" b="1" spc="98" dirty="0">
                <a:solidFill>
                  <a:srgbClr val="272727"/>
                </a:solidFill>
                <a:cs typeface="Trebuchet MS"/>
              </a:rPr>
              <a:t>a</a:t>
            </a:r>
            <a:r>
              <a:rPr sz="525" b="1" spc="56" dirty="0">
                <a:solidFill>
                  <a:srgbClr val="272727"/>
                </a:solidFill>
                <a:cs typeface="Trebuchet MS"/>
              </a:rPr>
              <a:t>c</a:t>
            </a:r>
            <a:r>
              <a:rPr sz="525" b="1" spc="-19" dirty="0">
                <a:solidFill>
                  <a:srgbClr val="272727"/>
                </a:solidFill>
                <a:cs typeface="Trebuchet MS"/>
              </a:rPr>
              <a:t>i</a:t>
            </a:r>
            <a:r>
              <a:rPr sz="525" b="1" spc="-8" dirty="0">
                <a:solidFill>
                  <a:srgbClr val="272727"/>
                </a:solidFill>
                <a:cs typeface="Trebuchet MS"/>
              </a:rPr>
              <a:t>t</a:t>
            </a:r>
            <a:r>
              <a:rPr sz="525" b="1" spc="26" dirty="0">
                <a:solidFill>
                  <a:srgbClr val="272727"/>
                </a:solidFill>
                <a:cs typeface="Trebuchet MS"/>
              </a:rPr>
              <a:t>é</a:t>
            </a:r>
            <a:r>
              <a:rPr sz="525" b="1" spc="-49" dirty="0">
                <a:solidFill>
                  <a:srgbClr val="272727"/>
                </a:solidFill>
                <a:cs typeface="Trebuchet MS"/>
              </a:rPr>
              <a:t> </a:t>
            </a:r>
            <a:r>
              <a:rPr sz="525" b="1" spc="19" dirty="0">
                <a:solidFill>
                  <a:srgbClr val="272727"/>
                </a:solidFill>
                <a:cs typeface="Trebuchet MS"/>
              </a:rPr>
              <a:t>e</a:t>
            </a:r>
            <a:r>
              <a:rPr sz="525" b="1" spc="-8" dirty="0">
                <a:solidFill>
                  <a:srgbClr val="272727"/>
                </a:solidFill>
                <a:cs typeface="Trebuchet MS"/>
              </a:rPr>
              <a:t>t</a:t>
            </a:r>
            <a:r>
              <a:rPr sz="525" b="1" spc="-45" dirty="0">
                <a:solidFill>
                  <a:srgbClr val="272727"/>
                </a:solidFill>
                <a:cs typeface="Trebuchet MS"/>
              </a:rPr>
              <a:t> </a:t>
            </a:r>
            <a:r>
              <a:rPr sz="525" b="1" spc="75" dirty="0">
                <a:solidFill>
                  <a:srgbClr val="272727"/>
                </a:solidFill>
              </a:rPr>
              <a:t>performance</a:t>
            </a:r>
          </a:p>
        </p:txBody>
      </p:sp>
      <p:sp>
        <p:nvSpPr>
          <p:cNvPr id="53" name="object 22">
            <a:extLst>
              <a:ext uri="{FF2B5EF4-FFF2-40B4-BE49-F238E27FC236}">
                <a16:creationId xmlns:a16="http://schemas.microsoft.com/office/drawing/2014/main" id="{C75B50E9-ECD4-5809-F62D-88C5F27A6D60}"/>
              </a:ext>
            </a:extLst>
          </p:cNvPr>
          <p:cNvSpPr txBox="1"/>
          <p:nvPr/>
        </p:nvSpPr>
        <p:spPr>
          <a:xfrm>
            <a:off x="2587504" y="2908209"/>
            <a:ext cx="862997" cy="90409"/>
          </a:xfrm>
          <a:prstGeom prst="rect">
            <a:avLst/>
          </a:prstGeom>
        </p:spPr>
        <p:txBody>
          <a:bodyPr vert="horz" wrap="square" lIns="0" tIns="9525" rIns="0" bIns="0" rtlCol="0">
            <a:spAutoFit/>
          </a:bodyPr>
          <a:lstStyle/>
          <a:p>
            <a:pPr marL="9525" defTabSz="685800">
              <a:spcBef>
                <a:spcPts val="75"/>
              </a:spcBef>
              <a:buClrTx/>
              <a:defRPr/>
            </a:pPr>
            <a:r>
              <a:rPr sz="525" b="1" spc="75" dirty="0">
                <a:solidFill>
                  <a:srgbClr val="272727"/>
                </a:solidFill>
                <a:cs typeface="Trebuchet MS"/>
              </a:rPr>
              <a:t>C</a:t>
            </a:r>
            <a:r>
              <a:rPr sz="525" b="1" spc="71" dirty="0">
                <a:solidFill>
                  <a:srgbClr val="272727"/>
                </a:solidFill>
                <a:cs typeface="Trebuchet MS"/>
              </a:rPr>
              <a:t>o</a:t>
            </a:r>
            <a:r>
              <a:rPr sz="525" b="1" spc="49" dirty="0">
                <a:solidFill>
                  <a:srgbClr val="272727"/>
                </a:solidFill>
                <a:cs typeface="Trebuchet MS"/>
              </a:rPr>
              <a:t>n</a:t>
            </a:r>
            <a:r>
              <a:rPr sz="525" b="1" spc="-19" dirty="0">
                <a:solidFill>
                  <a:srgbClr val="272727"/>
                </a:solidFill>
                <a:cs typeface="Trebuchet MS"/>
              </a:rPr>
              <a:t>f</a:t>
            </a:r>
            <a:r>
              <a:rPr sz="525" b="1" spc="45" dirty="0">
                <a:solidFill>
                  <a:srgbClr val="272727"/>
                </a:solidFill>
                <a:cs typeface="Trebuchet MS"/>
              </a:rPr>
              <a:t>o</a:t>
            </a:r>
            <a:r>
              <a:rPr sz="525" b="1" spc="-23" dirty="0">
                <a:solidFill>
                  <a:srgbClr val="272727"/>
                </a:solidFill>
                <a:cs typeface="Trebuchet MS"/>
              </a:rPr>
              <a:t>r</a:t>
            </a:r>
            <a:r>
              <a:rPr sz="525" b="1" spc="116" dirty="0">
                <a:solidFill>
                  <a:srgbClr val="272727"/>
                </a:solidFill>
                <a:cs typeface="Trebuchet MS"/>
              </a:rPr>
              <a:t>m</a:t>
            </a:r>
            <a:r>
              <a:rPr sz="525" b="1" spc="-19" dirty="0">
                <a:solidFill>
                  <a:srgbClr val="272727"/>
                </a:solidFill>
                <a:cs typeface="Trebuchet MS"/>
              </a:rPr>
              <a:t>i</a:t>
            </a:r>
            <a:r>
              <a:rPr sz="525" b="1" spc="-8" dirty="0">
                <a:solidFill>
                  <a:srgbClr val="272727"/>
                </a:solidFill>
                <a:cs typeface="Trebuchet MS"/>
              </a:rPr>
              <a:t>t</a:t>
            </a:r>
            <a:r>
              <a:rPr sz="525" b="1" spc="26" dirty="0">
                <a:solidFill>
                  <a:srgbClr val="272727"/>
                </a:solidFill>
                <a:cs typeface="Trebuchet MS"/>
              </a:rPr>
              <a:t>é</a:t>
            </a:r>
            <a:r>
              <a:rPr sz="525" b="1" spc="-49" dirty="0">
                <a:solidFill>
                  <a:srgbClr val="272727"/>
                </a:solidFill>
                <a:cs typeface="Trebuchet MS"/>
              </a:rPr>
              <a:t> </a:t>
            </a:r>
            <a:r>
              <a:rPr sz="525" b="1" spc="19" dirty="0">
                <a:solidFill>
                  <a:srgbClr val="272727"/>
                </a:solidFill>
                <a:cs typeface="Trebuchet MS"/>
              </a:rPr>
              <a:t>e</a:t>
            </a:r>
            <a:r>
              <a:rPr sz="525" b="1" spc="-8" dirty="0">
                <a:solidFill>
                  <a:srgbClr val="272727"/>
                </a:solidFill>
                <a:cs typeface="Trebuchet MS"/>
              </a:rPr>
              <a:t>t</a:t>
            </a:r>
            <a:r>
              <a:rPr sz="525" b="1" spc="-45" dirty="0">
                <a:solidFill>
                  <a:srgbClr val="272727"/>
                </a:solidFill>
                <a:cs typeface="Trebuchet MS"/>
              </a:rPr>
              <a:t> </a:t>
            </a:r>
            <a:r>
              <a:rPr sz="525" b="1" spc="75" dirty="0">
                <a:solidFill>
                  <a:srgbClr val="272727"/>
                </a:solidFill>
              </a:rPr>
              <a:t>sécurité</a:t>
            </a:r>
          </a:p>
        </p:txBody>
      </p:sp>
      <p:pic>
        <p:nvPicPr>
          <p:cNvPr id="54" name="object 30">
            <a:extLst>
              <a:ext uri="{FF2B5EF4-FFF2-40B4-BE49-F238E27FC236}">
                <a16:creationId xmlns:a16="http://schemas.microsoft.com/office/drawing/2014/main" id="{745A528B-C779-795D-ECDE-E158368D46E6}"/>
              </a:ext>
            </a:extLst>
          </p:cNvPr>
          <p:cNvPicPr/>
          <p:nvPr/>
        </p:nvPicPr>
        <p:blipFill>
          <a:blip r:embed="rId4" cstate="print"/>
          <a:stretch>
            <a:fillRect/>
          </a:stretch>
        </p:blipFill>
        <p:spPr>
          <a:xfrm>
            <a:off x="583169" y="1802146"/>
            <a:ext cx="33129" cy="2879566"/>
          </a:xfrm>
          <a:prstGeom prst="rect">
            <a:avLst/>
          </a:prstGeom>
        </p:spPr>
      </p:pic>
      <p:pic>
        <p:nvPicPr>
          <p:cNvPr id="55" name="object 31">
            <a:extLst>
              <a:ext uri="{FF2B5EF4-FFF2-40B4-BE49-F238E27FC236}">
                <a16:creationId xmlns:a16="http://schemas.microsoft.com/office/drawing/2014/main" id="{4E2FEAD2-24F2-DE7C-F0EE-0D491FB62CF6}"/>
              </a:ext>
            </a:extLst>
          </p:cNvPr>
          <p:cNvPicPr/>
          <p:nvPr/>
        </p:nvPicPr>
        <p:blipFill>
          <a:blip r:embed="rId5" cstate="print"/>
          <a:stretch>
            <a:fillRect/>
          </a:stretch>
        </p:blipFill>
        <p:spPr>
          <a:xfrm>
            <a:off x="508397" y="1802146"/>
            <a:ext cx="33129" cy="2879566"/>
          </a:xfrm>
          <a:prstGeom prst="rect">
            <a:avLst/>
          </a:prstGeom>
        </p:spPr>
      </p:pic>
      <p:pic>
        <p:nvPicPr>
          <p:cNvPr id="56" name="object 32">
            <a:extLst>
              <a:ext uri="{FF2B5EF4-FFF2-40B4-BE49-F238E27FC236}">
                <a16:creationId xmlns:a16="http://schemas.microsoft.com/office/drawing/2014/main" id="{CC58C414-0FC4-159F-3B5B-3BBD5468ACBE}"/>
              </a:ext>
            </a:extLst>
          </p:cNvPr>
          <p:cNvPicPr/>
          <p:nvPr/>
        </p:nvPicPr>
        <p:blipFill>
          <a:blip r:embed="rId5" cstate="print"/>
          <a:stretch>
            <a:fillRect/>
          </a:stretch>
        </p:blipFill>
        <p:spPr>
          <a:xfrm>
            <a:off x="433625" y="1802146"/>
            <a:ext cx="33129" cy="2879566"/>
          </a:xfrm>
          <a:prstGeom prst="rect">
            <a:avLst/>
          </a:prstGeom>
        </p:spPr>
      </p:pic>
      <p:grpSp>
        <p:nvGrpSpPr>
          <p:cNvPr id="57" name="object 33">
            <a:extLst>
              <a:ext uri="{FF2B5EF4-FFF2-40B4-BE49-F238E27FC236}">
                <a16:creationId xmlns:a16="http://schemas.microsoft.com/office/drawing/2014/main" id="{1028261E-57EE-DB86-849A-E8E71987DC98}"/>
              </a:ext>
            </a:extLst>
          </p:cNvPr>
          <p:cNvGrpSpPr/>
          <p:nvPr/>
        </p:nvGrpSpPr>
        <p:grpSpPr>
          <a:xfrm>
            <a:off x="1178816" y="2623252"/>
            <a:ext cx="1946581" cy="261350"/>
            <a:chOff x="1355796" y="3277933"/>
            <a:chExt cx="2984934" cy="382692"/>
          </a:xfrm>
        </p:grpSpPr>
        <p:pic>
          <p:nvPicPr>
            <p:cNvPr id="69" name="object 34">
              <a:extLst>
                <a:ext uri="{FF2B5EF4-FFF2-40B4-BE49-F238E27FC236}">
                  <a16:creationId xmlns:a16="http://schemas.microsoft.com/office/drawing/2014/main" id="{A6A4F6BC-39E2-9F2B-23FF-5DC43ED2EC4B}"/>
                </a:ext>
              </a:extLst>
            </p:cNvPr>
            <p:cNvPicPr/>
            <p:nvPr/>
          </p:nvPicPr>
          <p:blipFill>
            <a:blip r:embed="rId6" cstate="print">
              <a:biLevel thresh="75000"/>
            </a:blip>
            <a:stretch>
              <a:fillRect/>
            </a:stretch>
          </p:blipFill>
          <p:spPr>
            <a:xfrm>
              <a:off x="1355796" y="3278645"/>
              <a:ext cx="381980" cy="381980"/>
            </a:xfrm>
            <a:prstGeom prst="rect">
              <a:avLst/>
            </a:prstGeom>
          </p:spPr>
        </p:pic>
        <p:pic>
          <p:nvPicPr>
            <p:cNvPr id="70" name="object 35">
              <a:extLst>
                <a:ext uri="{FF2B5EF4-FFF2-40B4-BE49-F238E27FC236}">
                  <a16:creationId xmlns:a16="http://schemas.microsoft.com/office/drawing/2014/main" id="{6C63137C-0070-C2A2-2851-14C89C4B04B6}"/>
                </a:ext>
              </a:extLst>
            </p:cNvPr>
            <p:cNvPicPr/>
            <p:nvPr/>
          </p:nvPicPr>
          <p:blipFill>
            <a:blip r:embed="rId7" cstate="print">
              <a:biLevel thresh="75000"/>
            </a:blip>
            <a:stretch>
              <a:fillRect/>
            </a:stretch>
          </p:blipFill>
          <p:spPr>
            <a:xfrm>
              <a:off x="3958751" y="3277933"/>
              <a:ext cx="381979" cy="381979"/>
            </a:xfrm>
            <a:prstGeom prst="rect">
              <a:avLst/>
            </a:prstGeom>
          </p:spPr>
        </p:pic>
      </p:grpSp>
      <p:grpSp>
        <p:nvGrpSpPr>
          <p:cNvPr id="58" name="object 36">
            <a:extLst>
              <a:ext uri="{FF2B5EF4-FFF2-40B4-BE49-F238E27FC236}">
                <a16:creationId xmlns:a16="http://schemas.microsoft.com/office/drawing/2014/main" id="{6DCB0F7B-35D8-C32D-7DD0-929768F9AB33}"/>
              </a:ext>
            </a:extLst>
          </p:cNvPr>
          <p:cNvGrpSpPr/>
          <p:nvPr/>
        </p:nvGrpSpPr>
        <p:grpSpPr>
          <a:xfrm>
            <a:off x="1199156" y="1772033"/>
            <a:ext cx="1999773" cy="255975"/>
            <a:chOff x="1386987" y="2031506"/>
            <a:chExt cx="3066499" cy="374822"/>
          </a:xfrm>
        </p:grpSpPr>
        <p:pic>
          <p:nvPicPr>
            <p:cNvPr id="67" name="object 37">
              <a:extLst>
                <a:ext uri="{FF2B5EF4-FFF2-40B4-BE49-F238E27FC236}">
                  <a16:creationId xmlns:a16="http://schemas.microsoft.com/office/drawing/2014/main" id="{7BFFAF9D-DC41-E1D1-4D21-CB2346188003}"/>
                </a:ext>
              </a:extLst>
            </p:cNvPr>
            <p:cNvPicPr/>
            <p:nvPr/>
          </p:nvPicPr>
          <p:blipFill>
            <a:blip r:embed="rId8" cstate="print">
              <a:biLevel thresh="75000"/>
            </a:blip>
            <a:stretch>
              <a:fillRect/>
            </a:stretch>
          </p:blipFill>
          <p:spPr>
            <a:xfrm>
              <a:off x="1386987" y="2063309"/>
              <a:ext cx="343019" cy="343019"/>
            </a:xfrm>
            <a:prstGeom prst="rect">
              <a:avLst/>
            </a:prstGeom>
          </p:spPr>
        </p:pic>
        <p:pic>
          <p:nvPicPr>
            <p:cNvPr id="68" name="object 38">
              <a:extLst>
                <a:ext uri="{FF2B5EF4-FFF2-40B4-BE49-F238E27FC236}">
                  <a16:creationId xmlns:a16="http://schemas.microsoft.com/office/drawing/2014/main" id="{B8181659-CF60-3579-A0E4-E05775B9263A}"/>
                </a:ext>
              </a:extLst>
            </p:cNvPr>
            <p:cNvPicPr/>
            <p:nvPr/>
          </p:nvPicPr>
          <p:blipFill>
            <a:blip r:embed="rId9" cstate="print">
              <a:biLevel thresh="75000"/>
            </a:blip>
            <a:stretch>
              <a:fillRect/>
            </a:stretch>
          </p:blipFill>
          <p:spPr>
            <a:xfrm>
              <a:off x="4081007" y="2031506"/>
              <a:ext cx="372479" cy="372479"/>
            </a:xfrm>
            <a:prstGeom prst="rect">
              <a:avLst/>
            </a:prstGeom>
          </p:spPr>
        </p:pic>
      </p:grpSp>
      <p:grpSp>
        <p:nvGrpSpPr>
          <p:cNvPr id="59" name="object 39">
            <a:extLst>
              <a:ext uri="{FF2B5EF4-FFF2-40B4-BE49-F238E27FC236}">
                <a16:creationId xmlns:a16="http://schemas.microsoft.com/office/drawing/2014/main" id="{37FB3F7D-5F64-2A8A-60BC-41572151C3B1}"/>
              </a:ext>
            </a:extLst>
          </p:cNvPr>
          <p:cNvGrpSpPr/>
          <p:nvPr/>
        </p:nvGrpSpPr>
        <p:grpSpPr>
          <a:xfrm>
            <a:off x="1212228" y="3408850"/>
            <a:ext cx="1919639" cy="257463"/>
            <a:chOff x="1407031" y="4428276"/>
            <a:chExt cx="2943620" cy="377000"/>
          </a:xfrm>
        </p:grpSpPr>
        <p:pic>
          <p:nvPicPr>
            <p:cNvPr id="65" name="object 40">
              <a:extLst>
                <a:ext uri="{FF2B5EF4-FFF2-40B4-BE49-F238E27FC236}">
                  <a16:creationId xmlns:a16="http://schemas.microsoft.com/office/drawing/2014/main" id="{2C568A3F-18DF-DBFE-6462-753644704D82}"/>
                </a:ext>
              </a:extLst>
            </p:cNvPr>
            <p:cNvPicPr/>
            <p:nvPr/>
          </p:nvPicPr>
          <p:blipFill>
            <a:blip r:embed="rId10" cstate="print">
              <a:biLevel thresh="75000"/>
            </a:blip>
            <a:stretch>
              <a:fillRect/>
            </a:stretch>
          </p:blipFill>
          <p:spPr>
            <a:xfrm>
              <a:off x="1407031" y="4466249"/>
              <a:ext cx="301054" cy="301054"/>
            </a:xfrm>
            <a:prstGeom prst="rect">
              <a:avLst/>
            </a:prstGeom>
          </p:spPr>
        </p:pic>
        <p:pic>
          <p:nvPicPr>
            <p:cNvPr id="66" name="object 41">
              <a:extLst>
                <a:ext uri="{FF2B5EF4-FFF2-40B4-BE49-F238E27FC236}">
                  <a16:creationId xmlns:a16="http://schemas.microsoft.com/office/drawing/2014/main" id="{2A36863F-B6E4-F514-3075-2E5394ACCF69}"/>
                </a:ext>
              </a:extLst>
            </p:cNvPr>
            <p:cNvPicPr/>
            <p:nvPr/>
          </p:nvPicPr>
          <p:blipFill>
            <a:blip r:embed="rId11" cstate="print">
              <a:biLevel thresh="75000"/>
            </a:blip>
            <a:stretch>
              <a:fillRect/>
            </a:stretch>
          </p:blipFill>
          <p:spPr>
            <a:xfrm>
              <a:off x="3973652" y="4428276"/>
              <a:ext cx="376999" cy="377000"/>
            </a:xfrm>
            <a:prstGeom prst="rect">
              <a:avLst/>
            </a:prstGeom>
          </p:spPr>
        </p:pic>
      </p:grpSp>
      <p:pic>
        <p:nvPicPr>
          <p:cNvPr id="63" name="object 43">
            <a:extLst>
              <a:ext uri="{FF2B5EF4-FFF2-40B4-BE49-F238E27FC236}">
                <a16:creationId xmlns:a16="http://schemas.microsoft.com/office/drawing/2014/main" id="{F67C32FA-204E-18B9-7FB8-F2B1BDE18831}"/>
              </a:ext>
            </a:extLst>
          </p:cNvPr>
          <p:cNvPicPr/>
          <p:nvPr/>
        </p:nvPicPr>
        <p:blipFill>
          <a:blip r:embed="rId12" cstate="print">
            <a:biLevel thresh="75000"/>
          </a:blip>
          <a:stretch>
            <a:fillRect/>
          </a:stretch>
        </p:blipFill>
        <p:spPr>
          <a:xfrm>
            <a:off x="2867214" y="4153986"/>
            <a:ext cx="303578" cy="317912"/>
          </a:xfrm>
          <a:prstGeom prst="rect">
            <a:avLst/>
          </a:prstGeom>
        </p:spPr>
      </p:pic>
      <p:sp>
        <p:nvSpPr>
          <p:cNvPr id="61" name="object 29">
            <a:extLst>
              <a:ext uri="{FF2B5EF4-FFF2-40B4-BE49-F238E27FC236}">
                <a16:creationId xmlns:a16="http://schemas.microsoft.com/office/drawing/2014/main" id="{AE76F342-D0BC-D653-DAC3-D079C94AD2E4}"/>
              </a:ext>
            </a:extLst>
          </p:cNvPr>
          <p:cNvSpPr txBox="1"/>
          <p:nvPr/>
        </p:nvSpPr>
        <p:spPr>
          <a:xfrm>
            <a:off x="353171" y="2429117"/>
            <a:ext cx="269304" cy="1627927"/>
          </a:xfrm>
          <a:prstGeom prst="rect">
            <a:avLst/>
          </a:prstGeom>
        </p:spPr>
        <p:txBody>
          <a:bodyPr vert="vert270" wrap="square" lIns="0" tIns="20954" rIns="0" bIns="0" rtlCol="0">
            <a:spAutoFit/>
          </a:bodyPr>
          <a:lstStyle/>
          <a:p>
            <a:pPr marL="9049" marR="3810" indent="953" algn="ctr" defTabSz="685800">
              <a:lnSpc>
                <a:spcPts val="675"/>
              </a:lnSpc>
              <a:spcBef>
                <a:spcPts val="164"/>
              </a:spcBef>
              <a:buClrTx/>
              <a:defRPr/>
            </a:pPr>
            <a:r>
              <a:rPr sz="450" b="1" spc="26" dirty="0">
                <a:solidFill>
                  <a:prstClr val="black"/>
                </a:solidFill>
                <a:cs typeface="Trebuchet MS"/>
              </a:rPr>
              <a:t>TRANSFORMATION </a:t>
            </a:r>
            <a:r>
              <a:rPr sz="450" b="1" spc="11" dirty="0">
                <a:solidFill>
                  <a:prstClr val="black"/>
                </a:solidFill>
                <a:cs typeface="Trebuchet MS"/>
              </a:rPr>
              <a:t>DE </a:t>
            </a:r>
            <a:r>
              <a:rPr sz="450" b="1" spc="-4" dirty="0">
                <a:solidFill>
                  <a:prstClr val="black"/>
                </a:solidFill>
                <a:cs typeface="Trebuchet MS"/>
              </a:rPr>
              <a:t>L’EXPÉRIENCE </a:t>
            </a:r>
            <a:r>
              <a:rPr sz="450" b="1" dirty="0">
                <a:solidFill>
                  <a:prstClr val="black"/>
                </a:solidFill>
                <a:cs typeface="Trebuchet MS"/>
              </a:rPr>
              <a:t> T</a:t>
            </a:r>
            <a:r>
              <a:rPr sz="450" b="1" spc="-4" dirty="0">
                <a:solidFill>
                  <a:prstClr val="black"/>
                </a:solidFill>
                <a:cs typeface="Trebuchet MS"/>
              </a:rPr>
              <a:t>R</a:t>
            </a:r>
            <a:r>
              <a:rPr sz="450" b="1" dirty="0">
                <a:solidFill>
                  <a:prstClr val="black"/>
                </a:solidFill>
                <a:cs typeface="Trebuchet MS"/>
              </a:rPr>
              <a:t>A</a:t>
            </a:r>
            <a:r>
              <a:rPr sz="450" b="1" spc="-4" dirty="0">
                <a:solidFill>
                  <a:prstClr val="black"/>
                </a:solidFill>
                <a:cs typeface="Trebuchet MS"/>
              </a:rPr>
              <a:t>N</a:t>
            </a:r>
            <a:r>
              <a:rPr sz="450" b="1" dirty="0">
                <a:solidFill>
                  <a:prstClr val="black"/>
                </a:solidFill>
                <a:cs typeface="Trebuchet MS"/>
              </a:rPr>
              <a:t>SF</a:t>
            </a:r>
            <a:r>
              <a:rPr sz="450" b="1" spc="-4" dirty="0">
                <a:solidFill>
                  <a:prstClr val="black"/>
                </a:solidFill>
                <a:cs typeface="Trebuchet MS"/>
              </a:rPr>
              <a:t>OR</a:t>
            </a:r>
            <a:r>
              <a:rPr sz="450" b="1" spc="4" dirty="0">
                <a:solidFill>
                  <a:prstClr val="black"/>
                </a:solidFill>
                <a:cs typeface="Trebuchet MS"/>
              </a:rPr>
              <a:t>M</a:t>
            </a:r>
            <a:r>
              <a:rPr sz="450" b="1" dirty="0">
                <a:solidFill>
                  <a:prstClr val="black"/>
                </a:solidFill>
                <a:cs typeface="Trebuchet MS"/>
              </a:rPr>
              <a:t>ATI</a:t>
            </a:r>
            <a:r>
              <a:rPr sz="450" b="1" spc="-4" dirty="0">
                <a:solidFill>
                  <a:prstClr val="black"/>
                </a:solidFill>
                <a:cs typeface="Trebuchet MS"/>
              </a:rPr>
              <a:t>O</a:t>
            </a:r>
            <a:r>
              <a:rPr sz="450" b="1" dirty="0">
                <a:solidFill>
                  <a:prstClr val="black"/>
                </a:solidFill>
                <a:cs typeface="Trebuchet MS"/>
              </a:rPr>
              <a:t>N</a:t>
            </a:r>
            <a:r>
              <a:rPr sz="450" b="1" spc="-41" dirty="0">
                <a:solidFill>
                  <a:prstClr val="black"/>
                </a:solidFill>
                <a:cs typeface="Trebuchet MS"/>
              </a:rPr>
              <a:t> </a:t>
            </a:r>
            <a:r>
              <a:rPr sz="450" b="1" dirty="0">
                <a:solidFill>
                  <a:prstClr val="black"/>
                </a:solidFill>
                <a:cs typeface="Trebuchet MS"/>
              </a:rPr>
              <a:t>T</a:t>
            </a:r>
            <a:r>
              <a:rPr sz="450" b="1" spc="-4" dirty="0">
                <a:solidFill>
                  <a:prstClr val="black"/>
                </a:solidFill>
                <a:cs typeface="Trebuchet MS"/>
              </a:rPr>
              <a:t>EC</a:t>
            </a:r>
            <a:r>
              <a:rPr sz="450" b="1" dirty="0">
                <a:solidFill>
                  <a:prstClr val="black"/>
                </a:solidFill>
                <a:cs typeface="Trebuchet MS"/>
              </a:rPr>
              <a:t>H</a:t>
            </a:r>
            <a:r>
              <a:rPr sz="450" b="1" spc="-4" dirty="0">
                <a:solidFill>
                  <a:prstClr val="black"/>
                </a:solidFill>
                <a:cs typeface="Trebuchet MS"/>
              </a:rPr>
              <a:t>NOLOG</a:t>
            </a:r>
            <a:r>
              <a:rPr sz="450" b="1" dirty="0">
                <a:solidFill>
                  <a:prstClr val="black"/>
                </a:solidFill>
                <a:cs typeface="Trebuchet MS"/>
              </a:rPr>
              <a:t>I</a:t>
            </a:r>
            <a:r>
              <a:rPr sz="450" b="1" spc="-4" dirty="0">
                <a:solidFill>
                  <a:prstClr val="black"/>
                </a:solidFill>
                <a:cs typeface="Trebuchet MS"/>
              </a:rPr>
              <a:t>Q</a:t>
            </a:r>
            <a:r>
              <a:rPr sz="450" b="1" dirty="0">
                <a:solidFill>
                  <a:prstClr val="black"/>
                </a:solidFill>
                <a:cs typeface="Trebuchet MS"/>
              </a:rPr>
              <a:t>UE  T</a:t>
            </a:r>
            <a:r>
              <a:rPr sz="450" b="1" spc="-4" dirty="0">
                <a:solidFill>
                  <a:prstClr val="black"/>
                </a:solidFill>
                <a:cs typeface="Trebuchet MS"/>
              </a:rPr>
              <a:t>R</a:t>
            </a:r>
            <a:r>
              <a:rPr sz="450" b="1" dirty="0">
                <a:solidFill>
                  <a:prstClr val="black"/>
                </a:solidFill>
                <a:cs typeface="Trebuchet MS"/>
              </a:rPr>
              <a:t>A</a:t>
            </a:r>
            <a:r>
              <a:rPr sz="450" b="1" spc="-4" dirty="0">
                <a:solidFill>
                  <a:prstClr val="black"/>
                </a:solidFill>
                <a:cs typeface="Trebuchet MS"/>
              </a:rPr>
              <a:t>N</a:t>
            </a:r>
            <a:r>
              <a:rPr sz="450" b="1" dirty="0">
                <a:solidFill>
                  <a:prstClr val="black"/>
                </a:solidFill>
                <a:cs typeface="Trebuchet MS"/>
              </a:rPr>
              <a:t>SF</a:t>
            </a:r>
            <a:r>
              <a:rPr sz="450" b="1" spc="-4" dirty="0">
                <a:solidFill>
                  <a:prstClr val="black"/>
                </a:solidFill>
                <a:cs typeface="Trebuchet MS"/>
              </a:rPr>
              <a:t>OR</a:t>
            </a:r>
            <a:r>
              <a:rPr sz="450" b="1" spc="4" dirty="0">
                <a:solidFill>
                  <a:prstClr val="black"/>
                </a:solidFill>
                <a:cs typeface="Trebuchet MS"/>
              </a:rPr>
              <a:t>M</a:t>
            </a:r>
            <a:r>
              <a:rPr sz="450" b="1" dirty="0">
                <a:solidFill>
                  <a:prstClr val="black"/>
                </a:solidFill>
                <a:cs typeface="Trebuchet MS"/>
              </a:rPr>
              <a:t>ATI</a:t>
            </a:r>
            <a:r>
              <a:rPr sz="450" b="1" spc="-4" dirty="0">
                <a:solidFill>
                  <a:prstClr val="black"/>
                </a:solidFill>
                <a:cs typeface="Trebuchet MS"/>
              </a:rPr>
              <a:t>O</a:t>
            </a:r>
            <a:r>
              <a:rPr sz="450" b="1" dirty="0">
                <a:solidFill>
                  <a:prstClr val="black"/>
                </a:solidFill>
                <a:cs typeface="Trebuchet MS"/>
              </a:rPr>
              <a:t>N</a:t>
            </a:r>
            <a:r>
              <a:rPr sz="450" b="1" spc="-41" dirty="0">
                <a:solidFill>
                  <a:prstClr val="black"/>
                </a:solidFill>
                <a:cs typeface="Trebuchet MS"/>
              </a:rPr>
              <a:t> </a:t>
            </a:r>
            <a:r>
              <a:rPr sz="450" b="1" dirty="0">
                <a:solidFill>
                  <a:prstClr val="black"/>
                </a:solidFill>
                <a:cs typeface="Trebuchet MS"/>
              </a:rPr>
              <a:t>DE</a:t>
            </a:r>
            <a:r>
              <a:rPr sz="450" b="1" spc="-41" dirty="0">
                <a:solidFill>
                  <a:prstClr val="black"/>
                </a:solidFill>
                <a:cs typeface="Trebuchet MS"/>
              </a:rPr>
              <a:t> </a:t>
            </a:r>
            <a:r>
              <a:rPr sz="450" b="1" spc="-4" dirty="0">
                <a:solidFill>
                  <a:prstClr val="black"/>
                </a:solidFill>
                <a:cs typeface="Trebuchet MS"/>
              </a:rPr>
              <a:t>L</a:t>
            </a:r>
            <a:r>
              <a:rPr sz="450" b="1" dirty="0">
                <a:solidFill>
                  <a:prstClr val="black"/>
                </a:solidFill>
                <a:cs typeface="Trebuchet MS"/>
              </a:rPr>
              <a:t>’</a:t>
            </a:r>
            <a:r>
              <a:rPr sz="450" b="1" spc="-4" dirty="0">
                <a:solidFill>
                  <a:prstClr val="black"/>
                </a:solidFill>
                <a:cs typeface="Trebuchet MS"/>
              </a:rPr>
              <a:t>ORG</a:t>
            </a:r>
            <a:r>
              <a:rPr sz="450" b="1" dirty="0">
                <a:solidFill>
                  <a:prstClr val="black"/>
                </a:solidFill>
                <a:cs typeface="Trebuchet MS"/>
              </a:rPr>
              <a:t>A</a:t>
            </a:r>
            <a:r>
              <a:rPr sz="450" b="1" spc="-4" dirty="0">
                <a:solidFill>
                  <a:prstClr val="black"/>
                </a:solidFill>
                <a:cs typeface="Trebuchet MS"/>
              </a:rPr>
              <a:t>N</a:t>
            </a:r>
            <a:r>
              <a:rPr sz="450" b="1" dirty="0">
                <a:solidFill>
                  <a:prstClr val="black"/>
                </a:solidFill>
                <a:cs typeface="Trebuchet MS"/>
              </a:rPr>
              <a:t>ISATI</a:t>
            </a:r>
            <a:r>
              <a:rPr sz="450" b="1" spc="-4" dirty="0">
                <a:solidFill>
                  <a:prstClr val="black"/>
                </a:solidFill>
                <a:cs typeface="Trebuchet MS"/>
              </a:rPr>
              <a:t>O</a:t>
            </a:r>
            <a:r>
              <a:rPr sz="450" b="1" dirty="0">
                <a:solidFill>
                  <a:prstClr val="black"/>
                </a:solidFill>
                <a:cs typeface="Trebuchet MS"/>
              </a:rPr>
              <a:t>N</a:t>
            </a:r>
            <a:endParaRPr sz="450" dirty="0">
              <a:solidFill>
                <a:prstClr val="black"/>
              </a:solidFill>
              <a:cs typeface="Trebuchet MS"/>
            </a:endParaRPr>
          </a:p>
        </p:txBody>
      </p:sp>
      <p:sp>
        <p:nvSpPr>
          <p:cNvPr id="62" name="object 22">
            <a:extLst>
              <a:ext uri="{FF2B5EF4-FFF2-40B4-BE49-F238E27FC236}">
                <a16:creationId xmlns:a16="http://schemas.microsoft.com/office/drawing/2014/main" id="{4E8766EE-D04E-66F1-0672-2A5EA0000464}"/>
              </a:ext>
            </a:extLst>
          </p:cNvPr>
          <p:cNvSpPr txBox="1"/>
          <p:nvPr/>
        </p:nvSpPr>
        <p:spPr>
          <a:xfrm>
            <a:off x="876097" y="2094117"/>
            <a:ext cx="862997" cy="171201"/>
          </a:xfrm>
          <a:prstGeom prst="rect">
            <a:avLst/>
          </a:prstGeom>
        </p:spPr>
        <p:txBody>
          <a:bodyPr vert="horz" wrap="square" lIns="0" tIns="9525" rIns="0" bIns="0" rtlCol="0">
            <a:spAutoFit/>
          </a:bodyPr>
          <a:lstStyle/>
          <a:p>
            <a:pPr marL="9525" algn="ctr" defTabSz="685800">
              <a:spcBef>
                <a:spcPts val="75"/>
              </a:spcBef>
              <a:buClrTx/>
              <a:defRPr/>
            </a:pPr>
            <a:r>
              <a:rPr lang="fr-FR" sz="525" b="1" spc="75" dirty="0">
                <a:solidFill>
                  <a:srgbClr val="272727"/>
                </a:solidFill>
                <a:cs typeface="Trebuchet MS"/>
              </a:rPr>
              <a:t>XP utilisateurs &amp; </a:t>
            </a:r>
            <a:r>
              <a:rPr lang="fr-FR" sz="525" b="1" spc="75" dirty="0">
                <a:solidFill>
                  <a:srgbClr val="272727"/>
                </a:solidFill>
              </a:rPr>
              <a:t>Parcours</a:t>
            </a:r>
            <a:endParaRPr sz="525" b="1" spc="75" dirty="0">
              <a:solidFill>
                <a:srgbClr val="272727"/>
              </a:solidFill>
            </a:endParaRPr>
          </a:p>
        </p:txBody>
      </p:sp>
      <p:grpSp>
        <p:nvGrpSpPr>
          <p:cNvPr id="5" name="Groupe 4">
            <a:extLst>
              <a:ext uri="{FF2B5EF4-FFF2-40B4-BE49-F238E27FC236}">
                <a16:creationId xmlns:a16="http://schemas.microsoft.com/office/drawing/2014/main" id="{AC0AB076-B0D9-4694-545A-36A2C29ADA93}"/>
              </a:ext>
            </a:extLst>
          </p:cNvPr>
          <p:cNvGrpSpPr/>
          <p:nvPr/>
        </p:nvGrpSpPr>
        <p:grpSpPr>
          <a:xfrm>
            <a:off x="4569394" y="1404850"/>
            <a:ext cx="4066210" cy="3356930"/>
            <a:chOff x="505837" y="1872576"/>
            <a:chExt cx="5421613" cy="4475906"/>
          </a:xfrm>
        </p:grpSpPr>
        <p:sp>
          <p:nvSpPr>
            <p:cNvPr id="6" name="Rectangle 5">
              <a:extLst>
                <a:ext uri="{FF2B5EF4-FFF2-40B4-BE49-F238E27FC236}">
                  <a16:creationId xmlns:a16="http://schemas.microsoft.com/office/drawing/2014/main" id="{7309775F-2978-9BF8-FEE8-0423C820C4D4}"/>
                </a:ext>
              </a:extLst>
            </p:cNvPr>
            <p:cNvSpPr/>
            <p:nvPr/>
          </p:nvSpPr>
          <p:spPr>
            <a:xfrm>
              <a:off x="505837" y="1872576"/>
              <a:ext cx="5421613" cy="4475906"/>
            </a:xfrm>
            <a:prstGeom prst="rect">
              <a:avLst/>
            </a:prstGeom>
            <a:solidFill>
              <a:srgbClr val="FFCA08">
                <a:lumMod val="20000"/>
                <a:lumOff val="80000"/>
                <a:alpha val="58000"/>
              </a:srgbClr>
            </a:solidFill>
            <a:ln w="9525" cap="flat" cmpd="sng" algn="ctr">
              <a:noFill/>
              <a:prstDash val="solid"/>
            </a:ln>
            <a:effectLst/>
          </p:spPr>
          <p:txBody>
            <a:bodyPr tIns="67500" bIns="67500" rtlCol="0" anchor="ctr" anchorCtr="0"/>
            <a:lstStyle/>
            <a:p>
              <a:pPr algn="ctr" defTabSz="685800">
                <a:buClrTx/>
                <a:defRPr/>
              </a:pPr>
              <a:endParaRPr lang="fr-FR" sz="1050" dirty="0">
                <a:latin typeface="Arial" pitchFamily="34" charset="0"/>
                <a:cs typeface="Arial" pitchFamily="34" charset="0"/>
              </a:endParaRPr>
            </a:p>
          </p:txBody>
        </p:sp>
        <p:sp>
          <p:nvSpPr>
            <p:cNvPr id="7" name="Rectangle 16">
              <a:extLst>
                <a:ext uri="{FF2B5EF4-FFF2-40B4-BE49-F238E27FC236}">
                  <a16:creationId xmlns:a16="http://schemas.microsoft.com/office/drawing/2014/main" id="{C7EDD8ED-722D-173B-B827-649FC0AAD3C0}"/>
                </a:ext>
              </a:extLst>
            </p:cNvPr>
            <p:cNvSpPr>
              <a:spLocks noChangeArrowheads="1"/>
            </p:cNvSpPr>
            <p:nvPr/>
          </p:nvSpPr>
          <p:spPr bwMode="gray">
            <a:xfrm>
              <a:off x="797824" y="2036475"/>
              <a:ext cx="4945606" cy="4170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defRPr>
              </a:lvl1pPr>
              <a:lvl2pPr marL="144463" indent="-142875" defTabSz="895350">
                <a:buSzPct val="120000"/>
                <a:buChar char="•"/>
                <a:defRPr sz="1600">
                  <a:solidFill>
                    <a:schemeClr val="tx1"/>
                  </a:solidFill>
                  <a:latin typeface="Arial" panose="020B0604020202020204" pitchFamily="34" charset="0"/>
                </a:defRPr>
              </a:lvl2pPr>
              <a:lvl3pPr marL="295275" indent="-149225" defTabSz="895350">
                <a:buChar char="–"/>
                <a:defRPr sz="1600">
                  <a:solidFill>
                    <a:schemeClr val="tx1"/>
                  </a:solidFill>
                  <a:latin typeface="Arial" panose="020B0604020202020204" pitchFamily="34" charset="0"/>
                </a:defRPr>
              </a:lvl3pPr>
              <a:lvl4pPr marL="431800" indent="-134938" defTabSz="895350">
                <a:buSzPct val="89000"/>
                <a:buChar char="•"/>
                <a:defRPr sz="1600">
                  <a:solidFill>
                    <a:schemeClr val="tx1"/>
                  </a:solidFill>
                  <a:latin typeface="Arial" panose="020B0604020202020204" pitchFamily="34" charset="0"/>
                </a:defRPr>
              </a:lvl4pPr>
              <a:lvl5pPr marL="582613" indent="-149225" defTabSz="895350">
                <a:buSzPct val="75000"/>
                <a:buChar char="–"/>
                <a:defRPr sz="1600">
                  <a:solidFill>
                    <a:schemeClr val="tx1"/>
                  </a:solidFill>
                  <a:latin typeface="Arial" panose="020B0604020202020204" pitchFamily="34" charset="0"/>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defRPr>
              </a:lvl9pPr>
            </a:lstStyle>
            <a:p>
              <a:r>
                <a:rPr lang="fr-FR" sz="1050" b="1" u="sng" dirty="0">
                  <a:latin typeface="Calibri" panose="020F0502020204030204" pitchFamily="34" charset="0"/>
                  <a:ea typeface="Calibri" panose="020F0502020204030204" pitchFamily="34" charset="0"/>
                  <a:cs typeface="Calibri" panose="020F0502020204030204" pitchFamily="34" charset="0"/>
                </a:rPr>
                <a:t>Un socle Data centralisé et unifié</a:t>
              </a:r>
            </a:p>
            <a:p>
              <a:pPr marL="214313" indent="-214313">
                <a:buFont typeface="Arial" panose="020B0604020202020204" pitchFamily="34" charset="0"/>
                <a:buChar char="•"/>
              </a:pPr>
              <a:r>
                <a:rPr lang="fr-FR" sz="975" b="1" dirty="0">
                  <a:latin typeface="Calibri" panose="020F0502020204030204" pitchFamily="34" charset="0"/>
                  <a:ea typeface="Calibri" panose="020F0502020204030204" pitchFamily="34" charset="0"/>
                  <a:cs typeface="Calibri" panose="020F0502020204030204" pitchFamily="34" charset="0"/>
                </a:rPr>
                <a:t>Consolidation de toutes les données métiers</a:t>
              </a:r>
              <a:r>
                <a:rPr lang="fr-FR" sz="975" dirty="0">
                  <a:latin typeface="Calibri" panose="020F0502020204030204" pitchFamily="34" charset="0"/>
                  <a:ea typeface="Calibri" panose="020F0502020204030204" pitchFamily="34" charset="0"/>
                  <a:cs typeface="Calibri" panose="020F0502020204030204" pitchFamily="34" charset="0"/>
                </a:rPr>
                <a:t> dans un environnement centralisé et structuré.</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Uniformisation des référentiels et structuration des </a:t>
              </a:r>
              <a:r>
                <a:rPr lang="fr-FR" sz="975" b="1" dirty="0">
                  <a:latin typeface="Calibri" panose="020F0502020204030204" pitchFamily="34" charset="0"/>
                  <a:ea typeface="Calibri" panose="020F0502020204030204" pitchFamily="34" charset="0"/>
                  <a:cs typeface="Calibri" panose="020F0502020204030204" pitchFamily="34" charset="0"/>
                </a:rPr>
                <a:t>Golden Sources</a:t>
              </a:r>
              <a:r>
                <a:rPr lang="fr-FR" sz="975" dirty="0">
                  <a:latin typeface="Calibri" panose="020F0502020204030204" pitchFamily="34" charset="0"/>
                  <a:ea typeface="Calibri" panose="020F0502020204030204" pitchFamily="34" charset="0"/>
                  <a:cs typeface="Calibri" panose="020F0502020204030204" pitchFamily="34" charset="0"/>
                </a:rPr>
                <a:t> pour assurer </a:t>
              </a:r>
              <a:r>
                <a:rPr lang="fr-FR" sz="975" b="1" dirty="0">
                  <a:latin typeface="Calibri" panose="020F0502020204030204" pitchFamily="34" charset="0"/>
                  <a:ea typeface="Calibri" panose="020F0502020204030204" pitchFamily="34" charset="0"/>
                  <a:cs typeface="Calibri" panose="020F0502020204030204" pitchFamily="34" charset="0"/>
                </a:rPr>
                <a:t>fiabilité et cohérence</a:t>
              </a:r>
              <a:r>
                <a:rPr lang="fr-FR" sz="975"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75" b="1" dirty="0">
                  <a:latin typeface="Calibri" panose="020F0502020204030204" pitchFamily="34" charset="0"/>
                  <a:ea typeface="Calibri" panose="020F0502020204030204" pitchFamily="34" charset="0"/>
                  <a:cs typeface="Calibri" panose="020F0502020204030204" pitchFamily="34" charset="0"/>
                </a:rPr>
                <a:t>Référentiel unique des données pour servir l’ensemble des métiers, des applicatifs et des usages</a:t>
              </a:r>
              <a:endParaRPr lang="fr-FR" sz="975" dirty="0">
                <a:latin typeface="Calibri" panose="020F0502020204030204" pitchFamily="34" charset="0"/>
                <a:ea typeface="Calibri" panose="020F0502020204030204" pitchFamily="34" charset="0"/>
                <a:cs typeface="Calibri" panose="020F0502020204030204" pitchFamily="34" charset="0"/>
              </a:endParaRPr>
            </a:p>
            <a:p>
              <a:endParaRPr lang="fr-FR" sz="300" dirty="0">
                <a:latin typeface="Calibri" panose="020F0502020204030204" pitchFamily="34" charset="0"/>
                <a:ea typeface="Calibri" panose="020F0502020204030204" pitchFamily="34" charset="0"/>
                <a:cs typeface="Calibri" panose="020F0502020204030204" pitchFamily="34" charset="0"/>
              </a:endParaRPr>
            </a:p>
            <a:p>
              <a:r>
                <a:rPr lang="fr-FR" sz="1050" b="1" u="sng" dirty="0">
                  <a:latin typeface="Calibri" panose="020F0502020204030204" pitchFamily="34" charset="0"/>
                  <a:ea typeface="Calibri" panose="020F0502020204030204" pitchFamily="34" charset="0"/>
                  <a:cs typeface="Calibri" panose="020F0502020204030204" pitchFamily="34" charset="0"/>
                </a:rPr>
                <a:t>Une gouvernance Data rigoureuse et outillée</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Structuration d’une </a:t>
              </a:r>
              <a:r>
                <a:rPr lang="fr-FR" sz="975" b="1" dirty="0">
                  <a:latin typeface="Calibri" panose="020F0502020204030204" pitchFamily="34" charset="0"/>
                  <a:ea typeface="Calibri" panose="020F0502020204030204" pitchFamily="34" charset="0"/>
                  <a:cs typeface="Calibri" panose="020F0502020204030204" pitchFamily="34" charset="0"/>
                </a:rPr>
                <a:t>organisation Data Office</a:t>
              </a:r>
              <a:r>
                <a:rPr lang="fr-FR" sz="975" dirty="0">
                  <a:latin typeface="Calibri" panose="020F0502020204030204" pitchFamily="34" charset="0"/>
                  <a:ea typeface="Calibri" panose="020F0502020204030204" pitchFamily="34" charset="0"/>
                  <a:cs typeface="Calibri" panose="020F0502020204030204" pitchFamily="34" charset="0"/>
                </a:rPr>
                <a:t> avec des rôles clairs (CDO, Data </a:t>
              </a:r>
              <a:r>
                <a:rPr lang="fr-FR" sz="975" dirty="0" err="1">
                  <a:latin typeface="Calibri" panose="020F0502020204030204" pitchFamily="34" charset="0"/>
                  <a:ea typeface="Calibri" panose="020F0502020204030204" pitchFamily="34" charset="0"/>
                  <a:cs typeface="Calibri" panose="020F0502020204030204" pitchFamily="34" charset="0"/>
                </a:rPr>
                <a:t>Owners</a:t>
              </a:r>
              <a:r>
                <a:rPr lang="fr-FR" sz="975" dirty="0">
                  <a:latin typeface="Calibri" panose="020F0502020204030204" pitchFamily="34" charset="0"/>
                  <a:ea typeface="Calibri" panose="020F0502020204030204" pitchFamily="34" charset="0"/>
                  <a:cs typeface="Calibri" panose="020F0502020204030204" pitchFamily="34" charset="0"/>
                </a:rPr>
                <a:t>, Data Stewards, Data </a:t>
              </a:r>
              <a:r>
                <a:rPr lang="fr-FR" sz="975" dirty="0" err="1">
                  <a:latin typeface="Calibri" panose="020F0502020204030204" pitchFamily="34" charset="0"/>
                  <a:ea typeface="Calibri" panose="020F0502020204030204" pitchFamily="34" charset="0"/>
                  <a:cs typeface="Calibri" panose="020F0502020204030204" pitchFamily="34" charset="0"/>
                </a:rPr>
                <a:t>Custodians</a:t>
              </a:r>
              <a:r>
                <a:rPr lang="fr-FR" sz="975"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Mise en place de </a:t>
              </a:r>
              <a:r>
                <a:rPr lang="fr-FR" sz="975" b="1" dirty="0">
                  <a:latin typeface="Calibri" panose="020F0502020204030204" pitchFamily="34" charset="0"/>
                  <a:ea typeface="Calibri" panose="020F0502020204030204" pitchFamily="34" charset="0"/>
                  <a:cs typeface="Calibri" panose="020F0502020204030204" pitchFamily="34" charset="0"/>
                </a:rPr>
                <a:t>standards, de politiques et d’outils</a:t>
              </a:r>
              <a:r>
                <a:rPr lang="fr-FR" sz="975" dirty="0">
                  <a:latin typeface="Calibri" panose="020F0502020204030204" pitchFamily="34" charset="0"/>
                  <a:ea typeface="Calibri" panose="020F0502020204030204" pitchFamily="34" charset="0"/>
                  <a:cs typeface="Calibri" panose="020F0502020204030204" pitchFamily="34" charset="0"/>
                </a:rPr>
                <a:t> : Dictionnaire de données, Data </a:t>
              </a:r>
              <a:r>
                <a:rPr lang="fr-FR" sz="975" dirty="0" err="1">
                  <a:latin typeface="Calibri" panose="020F0502020204030204" pitchFamily="34" charset="0"/>
                  <a:ea typeface="Calibri" panose="020F0502020204030204" pitchFamily="34" charset="0"/>
                  <a:cs typeface="Calibri" panose="020F0502020204030204" pitchFamily="34" charset="0"/>
                </a:rPr>
                <a:t>Lineage</a:t>
              </a:r>
              <a:r>
                <a:rPr lang="fr-FR" sz="975" dirty="0">
                  <a:latin typeface="Calibri" panose="020F0502020204030204" pitchFamily="34" charset="0"/>
                  <a:ea typeface="Calibri" panose="020F0502020204030204" pitchFamily="34" charset="0"/>
                  <a:cs typeface="Calibri" panose="020F0502020204030204" pitchFamily="34" charset="0"/>
                </a:rPr>
                <a:t>, qualité des données.</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Alignement avec les </a:t>
              </a:r>
              <a:r>
                <a:rPr lang="fr-FR" sz="975" b="1" dirty="0">
                  <a:latin typeface="Calibri" panose="020F0502020204030204" pitchFamily="34" charset="0"/>
                  <a:ea typeface="Calibri" panose="020F0502020204030204" pitchFamily="34" charset="0"/>
                  <a:cs typeface="Calibri" panose="020F0502020204030204" pitchFamily="34" charset="0"/>
                </a:rPr>
                <a:t>régulations et contraintes métiers</a:t>
              </a:r>
              <a:r>
                <a:rPr lang="fr-FR" sz="975" dirty="0">
                  <a:latin typeface="Calibri" panose="020F0502020204030204" pitchFamily="34" charset="0"/>
                  <a:ea typeface="Calibri" panose="020F0502020204030204" pitchFamily="34" charset="0"/>
                  <a:cs typeface="Calibri" panose="020F0502020204030204" pitchFamily="34" charset="0"/>
                </a:rPr>
                <a:t> (conformité CNDP, régulations financières)</a:t>
              </a:r>
            </a:p>
            <a:p>
              <a:endParaRPr lang="fr-FR" sz="300" dirty="0">
                <a:latin typeface="Calibri" panose="020F0502020204030204" pitchFamily="34" charset="0"/>
                <a:ea typeface="Calibri" panose="020F0502020204030204" pitchFamily="34" charset="0"/>
                <a:cs typeface="Calibri" panose="020F0502020204030204" pitchFamily="34" charset="0"/>
              </a:endParaRPr>
            </a:p>
            <a:p>
              <a:r>
                <a:rPr lang="fr-FR" sz="1050" b="1" u="sng" dirty="0">
                  <a:latin typeface="Calibri" panose="020F0502020204030204" pitchFamily="34" charset="0"/>
                  <a:ea typeface="Calibri" panose="020F0502020204030204" pitchFamily="34" charset="0"/>
                  <a:cs typeface="Calibri" panose="020F0502020204030204" pitchFamily="34" charset="0"/>
                </a:rPr>
                <a:t>Une exploitation optimisée pour tous les métiers</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Accès sécurisé et structuré via des </a:t>
              </a:r>
              <a:r>
                <a:rPr lang="fr-FR" sz="975" b="1" dirty="0">
                  <a:latin typeface="Calibri" panose="020F0502020204030204" pitchFamily="34" charset="0"/>
                  <a:ea typeface="Calibri" panose="020F0502020204030204" pitchFamily="34" charset="0"/>
                  <a:cs typeface="Calibri" panose="020F0502020204030204" pitchFamily="34" charset="0"/>
                </a:rPr>
                <a:t>Data </a:t>
              </a:r>
              <a:r>
                <a:rPr lang="fr-FR" sz="975" b="1" dirty="0" err="1">
                  <a:latin typeface="Calibri" panose="020F0502020204030204" pitchFamily="34" charset="0"/>
                  <a:ea typeface="Calibri" panose="020F0502020204030204" pitchFamily="34" charset="0"/>
                  <a:cs typeface="Calibri" panose="020F0502020204030204" pitchFamily="34" charset="0"/>
                </a:rPr>
                <a:t>Marts</a:t>
              </a:r>
              <a:r>
                <a:rPr lang="fr-FR" sz="975" dirty="0">
                  <a:latin typeface="Calibri" panose="020F0502020204030204" pitchFamily="34" charset="0"/>
                  <a:ea typeface="Calibri" panose="020F0502020204030204" pitchFamily="34" charset="0"/>
                  <a:cs typeface="Calibri" panose="020F0502020204030204" pitchFamily="34" charset="0"/>
                </a:rPr>
                <a:t> adaptés aux besoins spécifiques de chacun des métiers</a:t>
              </a:r>
            </a:p>
            <a:p>
              <a:pPr marL="214313" indent="-214313">
                <a:buFont typeface="Arial" panose="020B0604020202020204" pitchFamily="34" charset="0"/>
                <a:buChar char="•"/>
              </a:pPr>
              <a:r>
                <a:rPr lang="fr-FR" sz="975" b="1" dirty="0">
                  <a:latin typeface="Calibri" panose="020F0502020204030204" pitchFamily="34" charset="0"/>
                  <a:ea typeface="Calibri" panose="020F0502020204030204" pitchFamily="34" charset="0"/>
                  <a:cs typeface="Calibri" panose="020F0502020204030204" pitchFamily="34" charset="0"/>
                </a:rPr>
                <a:t>Fiabilisation des indicateurs de pilotage</a:t>
              </a:r>
              <a:r>
                <a:rPr lang="fr-FR" sz="975" dirty="0">
                  <a:latin typeface="Calibri" panose="020F0502020204030204" pitchFamily="34" charset="0"/>
                  <a:ea typeface="Calibri" panose="020F0502020204030204" pitchFamily="34" charset="0"/>
                  <a:cs typeface="Calibri" panose="020F0502020204030204" pitchFamily="34" charset="0"/>
                </a:rPr>
                <a:t> à l’échelle stratégique, commerciale et opérationnelle à travers la </a:t>
              </a:r>
              <a:r>
                <a:rPr lang="fr-FR" sz="975" b="1" dirty="0">
                  <a:latin typeface="Calibri" panose="020F0502020204030204" pitchFamily="34" charset="0"/>
                  <a:ea typeface="Calibri" panose="020F0502020204030204" pitchFamily="34" charset="0"/>
                  <a:cs typeface="Calibri" panose="020F0502020204030204" pitchFamily="34" charset="0"/>
                </a:rPr>
                <a:t>nouvelle chaine BI</a:t>
              </a:r>
            </a:p>
            <a:p>
              <a:pPr marL="214313" indent="-214313">
                <a:buFont typeface="Arial" panose="020B0604020202020204" pitchFamily="34" charset="0"/>
                <a:buChar char="•"/>
              </a:pPr>
              <a:r>
                <a:rPr lang="fr-FR" sz="975" dirty="0">
                  <a:latin typeface="Calibri" panose="020F0502020204030204" pitchFamily="34" charset="0"/>
                  <a:ea typeface="Calibri" panose="020F0502020204030204" pitchFamily="34" charset="0"/>
                  <a:cs typeface="Calibri" panose="020F0502020204030204" pitchFamily="34" charset="0"/>
                </a:rPr>
                <a:t>Création d’une </a:t>
              </a:r>
              <a:r>
                <a:rPr lang="fr-FR" sz="975" b="1" dirty="0">
                  <a:latin typeface="Calibri" panose="020F0502020204030204" pitchFamily="34" charset="0"/>
                  <a:ea typeface="Calibri" panose="020F0502020204030204" pitchFamily="34" charset="0"/>
                  <a:cs typeface="Calibri" panose="020F0502020204030204" pitchFamily="34" charset="0"/>
                </a:rPr>
                <a:t>base solide pour les cas d’usage IA &amp; Analytics</a:t>
              </a:r>
              <a:endParaRPr lang="fr-FR" sz="975" dirty="0">
                <a:latin typeface="Calibri" panose="020F0502020204030204" pitchFamily="34" charset="0"/>
                <a:ea typeface="Calibri" panose="020F0502020204030204" pitchFamily="34" charset="0"/>
                <a:cs typeface="Calibri" panose="020F0502020204030204" pitchFamily="34" charset="0"/>
              </a:endParaRPr>
            </a:p>
          </p:txBody>
        </p:sp>
      </p:grpSp>
      <p:pic>
        <p:nvPicPr>
          <p:cNvPr id="8" name="Image 7">
            <a:extLst>
              <a:ext uri="{FF2B5EF4-FFF2-40B4-BE49-F238E27FC236}">
                <a16:creationId xmlns:a16="http://schemas.microsoft.com/office/drawing/2014/main" id="{D6B925D1-8237-E3B6-F41C-03D076220D27}"/>
              </a:ext>
            </a:extLst>
          </p:cNvPr>
          <p:cNvPicPr>
            <a:picLocks noChangeAspect="1"/>
          </p:cNvPicPr>
          <p:nvPr/>
        </p:nvPicPr>
        <p:blipFill>
          <a:blip r:embed="rId13">
            <a:clrChange>
              <a:clrFrom>
                <a:srgbClr val="FFFFFF"/>
              </a:clrFrom>
              <a:clrTo>
                <a:srgbClr val="FFFFFF">
                  <a:alpha val="0"/>
                </a:srgbClr>
              </a:clrTo>
            </a:clrChange>
            <a:grayscl/>
          </a:blip>
          <a:stretch>
            <a:fillRect/>
          </a:stretch>
        </p:blipFill>
        <p:spPr>
          <a:xfrm>
            <a:off x="1121644" y="4169558"/>
            <a:ext cx="242126" cy="242126"/>
          </a:xfrm>
          <a:prstGeom prst="rect">
            <a:avLst/>
          </a:prstGeom>
        </p:spPr>
      </p:pic>
      <p:sp>
        <p:nvSpPr>
          <p:cNvPr id="10" name="ZoneTexte 9">
            <a:extLst>
              <a:ext uri="{FF2B5EF4-FFF2-40B4-BE49-F238E27FC236}">
                <a16:creationId xmlns:a16="http://schemas.microsoft.com/office/drawing/2014/main" id="{51F9541D-F78C-F15B-DE94-722620FDFF42}"/>
              </a:ext>
            </a:extLst>
          </p:cNvPr>
          <p:cNvSpPr txBox="1"/>
          <p:nvPr/>
        </p:nvSpPr>
        <p:spPr>
          <a:xfrm>
            <a:off x="446417" y="748780"/>
            <a:ext cx="8392006" cy="415498"/>
          </a:xfrm>
          <a:prstGeom prst="rect">
            <a:avLst/>
          </a:prstGeom>
          <a:solidFill>
            <a:schemeClr val="bg1">
              <a:lumMod val="95000"/>
            </a:schemeClr>
          </a:solidFill>
        </p:spPr>
        <p:txBody>
          <a:bodyPr wrap="square">
            <a:spAutoFit/>
          </a:bodyPr>
          <a:lstStyle/>
          <a:p>
            <a:pPr defTabSz="914378">
              <a:buClrTx/>
              <a:defRPr/>
            </a:pPr>
            <a:r>
              <a:rPr lang="fr-FR" sz="1050" dirty="0"/>
              <a:t>Une stratégie data autour d’un </a:t>
            </a:r>
            <a:r>
              <a:rPr lang="fr-FR" sz="1050" b="1" dirty="0"/>
              <a:t>socle Data robuste</a:t>
            </a:r>
            <a:r>
              <a:rPr lang="fr-FR" sz="1050" dirty="0"/>
              <a:t> garantissant une </a:t>
            </a:r>
            <a:r>
              <a:rPr lang="fr-FR" sz="1050" b="1" dirty="0"/>
              <a:t>source unique de vérité</a:t>
            </a:r>
            <a:r>
              <a:rPr lang="fr-FR" sz="1050" dirty="0"/>
              <a:t>, une gouvernance rigoureuse et une exploitation optimisée des données pour l’ensemble des usages</a:t>
            </a:r>
            <a:endParaRPr lang="fr-FR" sz="13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2" name="object 15">
            <a:extLst>
              <a:ext uri="{FF2B5EF4-FFF2-40B4-BE49-F238E27FC236}">
                <a16:creationId xmlns:a16="http://schemas.microsoft.com/office/drawing/2014/main" id="{1453C81B-CF35-7877-23B4-59CC4437D78A}"/>
              </a:ext>
            </a:extLst>
          </p:cNvPr>
          <p:cNvSpPr txBox="1"/>
          <p:nvPr/>
        </p:nvSpPr>
        <p:spPr>
          <a:xfrm>
            <a:off x="937300" y="3682291"/>
            <a:ext cx="735866" cy="251992"/>
          </a:xfrm>
          <a:prstGeom prst="rect">
            <a:avLst/>
          </a:prstGeom>
        </p:spPr>
        <p:txBody>
          <a:bodyPr vert="horz" wrap="square" lIns="0" tIns="9525" rIns="0" bIns="0" rtlCol="0">
            <a:spAutoFit/>
          </a:bodyPr>
          <a:lstStyle/>
          <a:p>
            <a:pPr marL="9525" algn="ctr" defTabSz="685800">
              <a:spcBef>
                <a:spcPts val="75"/>
              </a:spcBef>
              <a:buClrTx/>
              <a:defRPr/>
            </a:pPr>
            <a:r>
              <a:rPr lang="fr-MA" sz="525" b="1" spc="75" dirty="0">
                <a:solidFill>
                  <a:srgbClr val="272727"/>
                </a:solidFill>
                <a:cs typeface="Trebuchet MS"/>
              </a:rPr>
              <a:t>Modélisation Business de l’Entreprise</a:t>
            </a:r>
            <a:endParaRPr sz="525" dirty="0">
              <a:solidFill>
                <a:prstClr val="black"/>
              </a:solidFill>
              <a:cs typeface="Trebuchet MS"/>
            </a:endParaRPr>
          </a:p>
        </p:txBody>
      </p:sp>
      <p:sp>
        <p:nvSpPr>
          <p:cNvPr id="51" name="Rectangle 50">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1540535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D3959-E00F-D980-D32B-F3A3B64E361F}"/>
            </a:ext>
          </a:extLst>
        </p:cNvPr>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9922075D-72D0-8AA6-9253-FEBD539266DC}"/>
              </a:ext>
            </a:extLst>
          </p:cNvPr>
          <p:cNvSpPr txBox="1">
            <a:spLocks/>
          </p:cNvSpPr>
          <p:nvPr/>
        </p:nvSpPr>
        <p:spPr bwMode="auto">
          <a:xfrm>
            <a:off x="610530" y="108268"/>
            <a:ext cx="8187860" cy="601694"/>
          </a:xfrm>
          <a:prstGeom prst="rect">
            <a:avLst/>
          </a:prstGeom>
          <a:noFill/>
          <a:ln w="9525">
            <a:noFill/>
            <a:miter lim="800000"/>
            <a:headEnd/>
            <a:tailEnd/>
          </a:ln>
        </p:spPr>
        <p:txBody>
          <a:bodyPr vert="horz" wrap="square" lIns="0" tIns="29205" rIns="0" bIns="29205" numCol="1" anchor="t" anchorCtr="0" compatLnSpc="1">
            <a:prstTxWarp prst="textNoShape">
              <a:avLst/>
            </a:prstTxWarp>
          </a:bodyPr>
          <a:lstStyle>
            <a:lvl1pPr marL="0" indent="0" algn="l" rtl="0" eaLnBrk="1" fontAlgn="base" hangingPunct="1">
              <a:spcBef>
                <a:spcPts val="0"/>
              </a:spcBef>
              <a:spcAft>
                <a:spcPct val="0"/>
              </a:spcAft>
              <a:buFont typeface="Arial" charset="0"/>
              <a:buNone/>
              <a:defRPr lang="en-US" sz="2200" b="1" kern="1200" cap="all" spc="-150" baseline="0">
                <a:solidFill>
                  <a:schemeClr val="tx1"/>
                </a:solidFill>
                <a:latin typeface="+mj-lt"/>
                <a:ea typeface="+mn-ea"/>
                <a:cs typeface="+mn-cs"/>
              </a:defRPr>
            </a:lvl1pPr>
            <a:lvl2pPr marL="299257" indent="-200107" algn="l" rtl="0" eaLnBrk="1" fontAlgn="base" hangingPunct="1">
              <a:spcBef>
                <a:spcPts val="0"/>
              </a:spcBef>
              <a:spcAft>
                <a:spcPct val="0"/>
              </a:spcAft>
              <a:buClr>
                <a:schemeClr val="tx2"/>
              </a:buClr>
              <a:buFont typeface="Wingdings" pitchFamily="2" charset="2"/>
              <a:buChar char="§"/>
              <a:defRPr lang="en-US" sz="1600" kern="1200" dirty="0">
                <a:solidFill>
                  <a:schemeClr val="tx1"/>
                </a:solidFill>
                <a:latin typeface="+mn-lt"/>
                <a:ea typeface="+mn-ea"/>
                <a:cs typeface="+mn-cs"/>
              </a:defRPr>
            </a:lvl2pPr>
            <a:lvl3pPr marL="611135" indent="-198302" algn="l" rtl="0" eaLnBrk="1" fontAlgn="base" hangingPunct="1">
              <a:spcBef>
                <a:spcPts val="0"/>
              </a:spcBef>
              <a:spcAft>
                <a:spcPct val="0"/>
              </a:spcAft>
              <a:buClr>
                <a:schemeClr val="tx2"/>
              </a:buClr>
              <a:buFont typeface="Arial" pitchFamily="34" charset="0"/>
              <a:buChar char="‒"/>
              <a:defRPr lang="en-US" sz="1600" kern="1200" dirty="0">
                <a:solidFill>
                  <a:schemeClr val="tx1"/>
                </a:solidFill>
                <a:latin typeface="+mn-lt"/>
                <a:ea typeface="+mn-ea"/>
                <a:cs typeface="+mn-cs"/>
              </a:defRPr>
            </a:lvl3pPr>
            <a:lvl4pPr marL="910389" indent="-198302" algn="l" rtl="0" eaLnBrk="1" fontAlgn="base" hangingPunct="1">
              <a:spcBef>
                <a:spcPts val="0"/>
              </a:spcBef>
              <a:spcAft>
                <a:spcPct val="0"/>
              </a:spcAft>
              <a:buClr>
                <a:schemeClr val="tx2"/>
              </a:buClr>
              <a:buSzPct val="80000"/>
              <a:buFont typeface="Arial" pitchFamily="34" charset="0"/>
              <a:buChar char="•"/>
              <a:defRPr lang="en-US" sz="1600" kern="1200" dirty="0">
                <a:solidFill>
                  <a:schemeClr val="tx1"/>
                </a:solidFill>
                <a:latin typeface="+mn-lt"/>
                <a:ea typeface="+mn-ea"/>
                <a:cs typeface="+mn-cs"/>
              </a:defRPr>
            </a:lvl4pPr>
            <a:lvl5pPr marL="1427779" indent="-302862" algn="l" rtl="0" eaLnBrk="1" fontAlgn="base" hangingPunct="1">
              <a:spcBef>
                <a:spcPts val="0"/>
              </a:spcBef>
              <a:spcAft>
                <a:spcPct val="0"/>
              </a:spcAft>
              <a:buClr>
                <a:schemeClr val="tx2"/>
              </a:buClr>
              <a:buFont typeface="Arial" pitchFamily="34" charset="0"/>
              <a:buChar char="·"/>
              <a:defRPr lang="fr-FR" sz="1600" kern="1200" dirty="0">
                <a:solidFill>
                  <a:schemeClr val="tx1"/>
                </a:solidFill>
                <a:latin typeface="+mn-lt"/>
                <a:ea typeface="+mn-ea"/>
                <a:cs typeface="+mn-cs"/>
              </a:defRPr>
            </a:lvl5pPr>
            <a:lvl6pPr marL="2855559"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4753"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3945"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3139" indent="-259594" algn="l" defTabSz="1038386"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685800">
              <a:buClrTx/>
              <a:defRPr/>
            </a:pPr>
            <a:r>
              <a:rPr lang="fr-FR" sz="1650" spc="-113" dirty="0">
                <a:solidFill>
                  <a:sysClr val="windowText" lastClr="000000"/>
                </a:solidFill>
                <a:latin typeface="Arial" panose="020B0604020202020204" pitchFamily="34" charset="0"/>
                <a:cs typeface="Arial" panose="020B0604020202020204" pitchFamily="34" charset="0"/>
              </a:rPr>
              <a:t>STREAM B – Plateforme </a:t>
            </a:r>
            <a:r>
              <a:rPr lang="fr-FR" sz="1650" spc="-113" dirty="0" smtClean="0">
                <a:solidFill>
                  <a:sysClr val="windowText" lastClr="000000"/>
                </a:solidFill>
                <a:latin typeface="Arial" panose="020B0604020202020204" pitchFamily="34" charset="0"/>
                <a:cs typeface="Arial" panose="020B0604020202020204" pitchFamily="34" charset="0"/>
              </a:rPr>
              <a:t>technologique</a:t>
            </a:r>
            <a:endParaRPr lang="fr-FR" sz="1650" spc="-113" dirty="0">
              <a:solidFill>
                <a:sysClr val="windowText" lastClr="000000"/>
              </a:solidFill>
              <a:latin typeface="Arial" panose="020B0604020202020204" pitchFamily="34" charset="0"/>
              <a:cs typeface="Arial" panose="020B0604020202020204" pitchFamily="34" charset="0"/>
            </a:endParaRPr>
          </a:p>
          <a:p>
            <a:pPr defTabSz="685800">
              <a:buClrTx/>
              <a:defRPr/>
            </a:pPr>
            <a:r>
              <a:rPr lang="fr-FR" sz="1500" b="0" spc="-113" dirty="0">
                <a:solidFill>
                  <a:sysClr val="windowText" lastClr="000000"/>
                </a:solidFill>
                <a:latin typeface="Arial" panose="020B0604020202020204" pitchFamily="34" charset="0"/>
                <a:cs typeface="Arial" panose="020B0604020202020204" pitchFamily="34" charset="0"/>
              </a:rPr>
              <a:t>Construire une Data Plateforme de nouvelle génération à moindre coûts</a:t>
            </a:r>
          </a:p>
        </p:txBody>
      </p:sp>
      <p:sp>
        <p:nvSpPr>
          <p:cNvPr id="2" name="ZoneTexte 1">
            <a:extLst>
              <a:ext uri="{FF2B5EF4-FFF2-40B4-BE49-F238E27FC236}">
                <a16:creationId xmlns:a16="http://schemas.microsoft.com/office/drawing/2014/main" id="{4701BB7C-DC00-E609-0399-6F166C815281}"/>
              </a:ext>
            </a:extLst>
          </p:cNvPr>
          <p:cNvSpPr txBox="1"/>
          <p:nvPr/>
        </p:nvSpPr>
        <p:spPr>
          <a:xfrm>
            <a:off x="446417" y="709962"/>
            <a:ext cx="8392006" cy="415498"/>
          </a:xfrm>
          <a:prstGeom prst="rect">
            <a:avLst/>
          </a:prstGeom>
          <a:solidFill>
            <a:schemeClr val="bg1">
              <a:lumMod val="95000"/>
            </a:schemeClr>
          </a:solidFill>
        </p:spPr>
        <p:txBody>
          <a:bodyPr wrap="square">
            <a:spAutoFit/>
          </a:bodyPr>
          <a:lstStyle/>
          <a:p>
            <a:pPr defTabSz="914378">
              <a:buClrTx/>
              <a:defRPr/>
            </a:pPr>
            <a:r>
              <a:rPr lang="fr-FR" sz="1050" dirty="0">
                <a:latin typeface="Calibri" panose="020F0502020204030204" pitchFamily="34" charset="0"/>
                <a:ea typeface="Calibri" panose="020F0502020204030204" pitchFamily="34" charset="0"/>
                <a:cs typeface="Calibri" panose="020F0502020204030204" pitchFamily="34" charset="0"/>
              </a:rPr>
              <a:t>Nous avons opté pour une </a:t>
            </a:r>
            <a:r>
              <a:rPr lang="fr-FR" sz="1050" b="1" dirty="0">
                <a:latin typeface="Calibri" panose="020F0502020204030204" pitchFamily="34" charset="0"/>
                <a:ea typeface="Calibri" panose="020F0502020204030204" pitchFamily="34" charset="0"/>
                <a:cs typeface="Calibri" panose="020F0502020204030204" pitchFamily="34" charset="0"/>
              </a:rPr>
              <a:t>architecture plateforme hybride combinant On-</a:t>
            </a:r>
            <a:r>
              <a:rPr lang="fr-FR" sz="1050" b="1" dirty="0" err="1">
                <a:latin typeface="Calibri" panose="020F0502020204030204" pitchFamily="34" charset="0"/>
                <a:ea typeface="Calibri" panose="020F0502020204030204" pitchFamily="34" charset="0"/>
                <a:cs typeface="Calibri" panose="020F0502020204030204" pitchFamily="34" charset="0"/>
              </a:rPr>
              <a:t>Premises</a:t>
            </a:r>
            <a:r>
              <a:rPr lang="fr-FR" sz="1050" b="1" dirty="0">
                <a:latin typeface="Calibri" panose="020F0502020204030204" pitchFamily="34" charset="0"/>
                <a:ea typeface="Calibri" panose="020F0502020204030204" pitchFamily="34" charset="0"/>
                <a:cs typeface="Calibri" panose="020F0502020204030204" pitchFamily="34" charset="0"/>
              </a:rPr>
              <a:t> et Cloud</a:t>
            </a:r>
            <a:r>
              <a:rPr lang="fr-FR" sz="1050" dirty="0">
                <a:latin typeface="Calibri" panose="020F0502020204030204" pitchFamily="34" charset="0"/>
                <a:ea typeface="Calibri" panose="020F0502020204030204" pitchFamily="34" charset="0"/>
                <a:cs typeface="Calibri" panose="020F0502020204030204" pitchFamily="34" charset="0"/>
              </a:rPr>
              <a:t>, optimisée pour </a:t>
            </a:r>
            <a:r>
              <a:rPr lang="fr-FR" sz="1050" b="1" dirty="0">
                <a:latin typeface="Calibri" panose="020F0502020204030204" pitchFamily="34" charset="0"/>
                <a:ea typeface="Calibri" panose="020F0502020204030204" pitchFamily="34" charset="0"/>
                <a:cs typeface="Calibri" panose="020F0502020204030204" pitchFamily="34" charset="0"/>
              </a:rPr>
              <a:t>l’analytique, l’IA et l’évolutivité</a:t>
            </a:r>
            <a:r>
              <a:rPr lang="fr-FR" sz="1050" dirty="0">
                <a:latin typeface="Calibri" panose="020F0502020204030204" pitchFamily="34" charset="0"/>
                <a:ea typeface="Calibri" panose="020F0502020204030204" pitchFamily="34" charset="0"/>
                <a:cs typeface="Calibri" panose="020F0502020204030204" pitchFamily="34" charset="0"/>
              </a:rPr>
              <a:t>, tout en </a:t>
            </a:r>
            <a:r>
              <a:rPr lang="fr-FR" sz="1050" b="1" dirty="0">
                <a:latin typeface="Calibri" panose="020F0502020204030204" pitchFamily="34" charset="0"/>
                <a:ea typeface="Calibri" panose="020F0502020204030204" pitchFamily="34" charset="0"/>
                <a:cs typeface="Calibri" panose="020F0502020204030204" pitchFamily="34" charset="0"/>
              </a:rPr>
              <a:t>réduisant les coûts</a:t>
            </a:r>
            <a:r>
              <a:rPr lang="fr-FR" sz="1050" dirty="0">
                <a:latin typeface="Calibri" panose="020F0502020204030204" pitchFamily="34" charset="0"/>
                <a:ea typeface="Calibri" panose="020F0502020204030204" pitchFamily="34" charset="0"/>
                <a:cs typeface="Calibri" panose="020F0502020204030204" pitchFamily="34" charset="0"/>
              </a:rPr>
              <a:t> et en </a:t>
            </a:r>
            <a:r>
              <a:rPr lang="fr-FR" sz="1050" b="1" dirty="0">
                <a:latin typeface="Calibri" panose="020F0502020204030204" pitchFamily="34" charset="0"/>
                <a:ea typeface="Calibri" panose="020F0502020204030204" pitchFamily="34" charset="0"/>
                <a:cs typeface="Calibri" panose="020F0502020204030204" pitchFamily="34" charset="0"/>
              </a:rPr>
              <a:t>maximisant la flexibilité</a:t>
            </a:r>
            <a:r>
              <a:rPr lang="fr-FR" sz="1050" dirty="0">
                <a:latin typeface="Calibri" panose="020F0502020204030204" pitchFamily="34" charset="0"/>
                <a:ea typeface="Calibri" panose="020F0502020204030204" pitchFamily="34" charset="0"/>
                <a:cs typeface="Calibri" panose="020F0502020204030204" pitchFamily="34" charset="0"/>
              </a:rPr>
              <a:t>.</a:t>
            </a:r>
            <a:endParaRPr lang="fr-FR" sz="13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grpSp>
        <p:nvGrpSpPr>
          <p:cNvPr id="5" name="Groupe 4">
            <a:extLst>
              <a:ext uri="{FF2B5EF4-FFF2-40B4-BE49-F238E27FC236}">
                <a16:creationId xmlns:a16="http://schemas.microsoft.com/office/drawing/2014/main" id="{7ACEE0B3-8FE1-C596-9EBB-BEBD343805DF}"/>
              </a:ext>
            </a:extLst>
          </p:cNvPr>
          <p:cNvGrpSpPr/>
          <p:nvPr/>
        </p:nvGrpSpPr>
        <p:grpSpPr>
          <a:xfrm>
            <a:off x="446417" y="1243108"/>
            <a:ext cx="3429000" cy="3608856"/>
            <a:chOff x="505837" y="1872575"/>
            <a:chExt cx="4640259" cy="4811808"/>
          </a:xfrm>
        </p:grpSpPr>
        <p:sp>
          <p:nvSpPr>
            <p:cNvPr id="6" name="Rectangle 5">
              <a:extLst>
                <a:ext uri="{FF2B5EF4-FFF2-40B4-BE49-F238E27FC236}">
                  <a16:creationId xmlns:a16="http://schemas.microsoft.com/office/drawing/2014/main" id="{CFFFA679-028E-5EDE-5A69-6187BE9DC386}"/>
                </a:ext>
              </a:extLst>
            </p:cNvPr>
            <p:cNvSpPr/>
            <p:nvPr/>
          </p:nvSpPr>
          <p:spPr>
            <a:xfrm>
              <a:off x="505837" y="1872575"/>
              <a:ext cx="4640259" cy="4811808"/>
            </a:xfrm>
            <a:prstGeom prst="rect">
              <a:avLst/>
            </a:prstGeom>
            <a:solidFill>
              <a:srgbClr val="FFCA08">
                <a:lumMod val="20000"/>
                <a:lumOff val="80000"/>
                <a:alpha val="58000"/>
              </a:srgbClr>
            </a:solidFill>
            <a:ln w="9525" cap="flat" cmpd="sng" algn="ctr">
              <a:noFill/>
              <a:prstDash val="solid"/>
            </a:ln>
            <a:effectLst/>
          </p:spPr>
          <p:txBody>
            <a:bodyPr tIns="67500" bIns="67500" rtlCol="0" anchor="ctr" anchorCtr="0"/>
            <a:lstStyle/>
            <a:p>
              <a:pPr algn="ctr" defTabSz="685800">
                <a:buClrTx/>
                <a:defRPr/>
              </a:pPr>
              <a:endParaRPr lang="fr-FR" sz="1050" dirty="0">
                <a:latin typeface="Arial" pitchFamily="34" charset="0"/>
                <a:cs typeface="Arial" pitchFamily="34" charset="0"/>
              </a:endParaRPr>
            </a:p>
          </p:txBody>
        </p:sp>
        <p:sp>
          <p:nvSpPr>
            <p:cNvPr id="7" name="Rectangle 16">
              <a:extLst>
                <a:ext uri="{FF2B5EF4-FFF2-40B4-BE49-F238E27FC236}">
                  <a16:creationId xmlns:a16="http://schemas.microsoft.com/office/drawing/2014/main" id="{45F24BC9-A0A5-7BAC-463F-BE692331B2D1}"/>
                </a:ext>
              </a:extLst>
            </p:cNvPr>
            <p:cNvSpPr>
              <a:spLocks noChangeArrowheads="1"/>
            </p:cNvSpPr>
            <p:nvPr/>
          </p:nvSpPr>
          <p:spPr bwMode="gray">
            <a:xfrm>
              <a:off x="710717" y="1976091"/>
              <a:ext cx="4271768" cy="4633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defRPr>
              </a:lvl1pPr>
              <a:lvl2pPr marL="144463" indent="-142875" defTabSz="895350">
                <a:buSzPct val="120000"/>
                <a:buChar char="•"/>
                <a:defRPr sz="1600">
                  <a:solidFill>
                    <a:schemeClr val="tx1"/>
                  </a:solidFill>
                  <a:latin typeface="Arial" panose="020B0604020202020204" pitchFamily="34" charset="0"/>
                </a:defRPr>
              </a:lvl2pPr>
              <a:lvl3pPr marL="295275" indent="-149225" defTabSz="895350">
                <a:buChar char="–"/>
                <a:defRPr sz="1600">
                  <a:solidFill>
                    <a:schemeClr val="tx1"/>
                  </a:solidFill>
                  <a:latin typeface="Arial" panose="020B0604020202020204" pitchFamily="34" charset="0"/>
                </a:defRPr>
              </a:lvl3pPr>
              <a:lvl4pPr marL="431800" indent="-134938" defTabSz="895350">
                <a:buSzPct val="89000"/>
                <a:buChar char="•"/>
                <a:defRPr sz="1600">
                  <a:solidFill>
                    <a:schemeClr val="tx1"/>
                  </a:solidFill>
                  <a:latin typeface="Arial" panose="020B0604020202020204" pitchFamily="34" charset="0"/>
                </a:defRPr>
              </a:lvl4pPr>
              <a:lvl5pPr marL="582613" indent="-149225" defTabSz="895350">
                <a:buSzPct val="75000"/>
                <a:buChar char="–"/>
                <a:defRPr sz="1600">
                  <a:solidFill>
                    <a:schemeClr val="tx1"/>
                  </a:solidFill>
                  <a:latin typeface="Arial" panose="020B0604020202020204" pitchFamily="34" charset="0"/>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defRPr>
              </a:lvl9pPr>
            </a:lstStyle>
            <a:p>
              <a:r>
                <a:rPr lang="fr-FR" sz="1050" b="1" u="sng" dirty="0">
                  <a:latin typeface="Calibri" panose="020F0502020204030204" pitchFamily="34" charset="0"/>
                  <a:ea typeface="Calibri" panose="020F0502020204030204" pitchFamily="34" charset="0"/>
                  <a:cs typeface="Calibri" panose="020F0502020204030204" pitchFamily="34" charset="0"/>
                </a:rPr>
                <a:t>Déployer un socle Data moderne et évolutif</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Mise en place d’un Data </a:t>
              </a:r>
              <a:r>
                <a:rPr lang="fr-FR" sz="938" b="1" dirty="0" err="1">
                  <a:latin typeface="Calibri" panose="020F0502020204030204" pitchFamily="34" charset="0"/>
                  <a:ea typeface="Calibri" panose="020F0502020204030204" pitchFamily="34" charset="0"/>
                  <a:cs typeface="Calibri" panose="020F0502020204030204" pitchFamily="34" charset="0"/>
                </a:rPr>
                <a:t>Lakehouse</a:t>
              </a:r>
              <a:r>
                <a:rPr lang="fr-FR" sz="938" dirty="0">
                  <a:latin typeface="Calibri" panose="020F0502020204030204" pitchFamily="34" charset="0"/>
                  <a:ea typeface="Calibri" panose="020F0502020204030204" pitchFamily="34" charset="0"/>
                  <a:cs typeface="Calibri" panose="020F0502020204030204" pitchFamily="34" charset="0"/>
                </a:rPr>
                <a:t>, combinant la souplesse d’un </a:t>
              </a:r>
              <a:r>
                <a:rPr lang="fr-FR" sz="938" b="1" dirty="0">
                  <a:latin typeface="Calibri" panose="020F0502020204030204" pitchFamily="34" charset="0"/>
                  <a:ea typeface="Calibri" panose="020F0502020204030204" pitchFamily="34" charset="0"/>
                  <a:cs typeface="Calibri" panose="020F0502020204030204" pitchFamily="34" charset="0"/>
                </a:rPr>
                <a:t>Data Lake</a:t>
              </a:r>
              <a:r>
                <a:rPr lang="fr-FR" sz="938" dirty="0">
                  <a:latin typeface="Calibri" panose="020F0502020204030204" pitchFamily="34" charset="0"/>
                  <a:ea typeface="Calibri" panose="020F0502020204030204" pitchFamily="34" charset="0"/>
                  <a:cs typeface="Calibri" panose="020F0502020204030204" pitchFamily="34" charset="0"/>
                </a:rPr>
                <a:t> et la structure d’un </a:t>
              </a:r>
              <a:r>
                <a:rPr lang="fr-FR" sz="938" b="1" dirty="0">
                  <a:latin typeface="Calibri" panose="020F0502020204030204" pitchFamily="34" charset="0"/>
                  <a:ea typeface="Calibri" panose="020F0502020204030204" pitchFamily="34" charset="0"/>
                  <a:cs typeface="Calibri" panose="020F0502020204030204" pitchFamily="34" charset="0"/>
                </a:rPr>
                <a:t>Data Warehouse</a:t>
              </a:r>
              <a:r>
                <a:rPr lang="fr-FR" sz="938"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38" dirty="0">
                  <a:latin typeface="Calibri" panose="020F0502020204030204" pitchFamily="34" charset="0"/>
                  <a:ea typeface="Calibri" panose="020F0502020204030204" pitchFamily="34" charset="0"/>
                  <a:cs typeface="Calibri" panose="020F0502020204030204" pitchFamily="34" charset="0"/>
                </a:rPr>
                <a:t>Adoption d’une </a:t>
              </a:r>
              <a:r>
                <a:rPr lang="fr-FR" sz="938" b="1" dirty="0">
                  <a:latin typeface="Calibri" panose="020F0502020204030204" pitchFamily="34" charset="0"/>
                  <a:ea typeface="Calibri" panose="020F0502020204030204" pitchFamily="34" charset="0"/>
                  <a:cs typeface="Calibri" panose="020F0502020204030204" pitchFamily="34" charset="0"/>
                </a:rPr>
                <a:t>architecture </a:t>
              </a:r>
              <a:r>
                <a:rPr lang="fr-FR" sz="938" b="1" dirty="0" err="1">
                  <a:latin typeface="Calibri" panose="020F0502020204030204" pitchFamily="34" charset="0"/>
                  <a:ea typeface="Calibri" panose="020F0502020204030204" pitchFamily="34" charset="0"/>
                  <a:cs typeface="Calibri" panose="020F0502020204030204" pitchFamily="34" charset="0"/>
                </a:rPr>
                <a:t>modeerne</a:t>
              </a:r>
              <a:r>
                <a:rPr lang="fr-FR" sz="938" b="1" dirty="0">
                  <a:latin typeface="Calibri" panose="020F0502020204030204" pitchFamily="34" charset="0"/>
                  <a:ea typeface="Calibri" panose="020F0502020204030204" pitchFamily="34" charset="0"/>
                  <a:cs typeface="Calibri" panose="020F0502020204030204" pitchFamily="34" charset="0"/>
                </a:rPr>
                <a:t>, modulaire et ouverte</a:t>
              </a:r>
              <a:r>
                <a:rPr lang="fr-FR" sz="938" dirty="0">
                  <a:latin typeface="Calibri" panose="020F0502020204030204" pitchFamily="34" charset="0"/>
                  <a:ea typeface="Calibri" panose="020F0502020204030204" pitchFamily="34" charset="0"/>
                  <a:cs typeface="Calibri" panose="020F0502020204030204" pitchFamily="34" charset="0"/>
                </a:rPr>
                <a:t>, facilitant l’intégration de nouveaux usages.</a:t>
              </a:r>
            </a:p>
            <a:p>
              <a:pPr marL="214313" indent="-214313">
                <a:buFont typeface="Arial" panose="020B0604020202020204" pitchFamily="34" charset="0"/>
                <a:buChar char="•"/>
              </a:pPr>
              <a:r>
                <a:rPr lang="fr-FR" sz="938" dirty="0">
                  <a:latin typeface="Calibri" panose="020F0502020204030204" pitchFamily="34" charset="0"/>
                  <a:ea typeface="Calibri" panose="020F0502020204030204" pitchFamily="34" charset="0"/>
                  <a:cs typeface="Calibri" panose="020F0502020204030204" pitchFamily="34" charset="0"/>
                </a:rPr>
                <a:t>Séparation des couches de </a:t>
              </a:r>
              <a:r>
                <a:rPr lang="fr-FR" sz="938" b="1" dirty="0">
                  <a:latin typeface="Calibri" panose="020F0502020204030204" pitchFamily="34" charset="0"/>
                  <a:ea typeface="Calibri" panose="020F0502020204030204" pitchFamily="34" charset="0"/>
                  <a:cs typeface="Calibri" panose="020F0502020204030204" pitchFamily="34" charset="0"/>
                </a:rPr>
                <a:t>stockage, calcul et exploitation</a:t>
              </a:r>
              <a:r>
                <a:rPr lang="fr-FR" sz="938" dirty="0">
                  <a:latin typeface="Calibri" panose="020F0502020204030204" pitchFamily="34" charset="0"/>
                  <a:ea typeface="Calibri" panose="020F0502020204030204" pitchFamily="34" charset="0"/>
                  <a:cs typeface="Calibri" panose="020F0502020204030204" pitchFamily="34" charset="0"/>
                </a:rPr>
                <a:t> pour maximiser la scalabilité</a:t>
              </a:r>
            </a:p>
            <a:p>
              <a:pPr marL="214313" indent="-214313">
                <a:buFont typeface="Arial" panose="020B0604020202020204" pitchFamily="34" charset="0"/>
                <a:buChar char="•"/>
              </a:pPr>
              <a:endParaRPr lang="fr-FR" sz="300" dirty="0">
                <a:latin typeface="Calibri" panose="020F0502020204030204" pitchFamily="34" charset="0"/>
                <a:ea typeface="Calibri" panose="020F0502020204030204" pitchFamily="34" charset="0"/>
                <a:cs typeface="Calibri" panose="020F0502020204030204" pitchFamily="34" charset="0"/>
              </a:endParaRPr>
            </a:p>
            <a:p>
              <a:r>
                <a:rPr lang="fr-FR" sz="1050" b="1" u="sng" dirty="0">
                  <a:latin typeface="Calibri" panose="020F0502020204030204" pitchFamily="34" charset="0"/>
                  <a:ea typeface="Calibri" panose="020F0502020204030204" pitchFamily="34" charset="0"/>
                  <a:cs typeface="Calibri" panose="020F0502020204030204" pitchFamily="34" charset="0"/>
                </a:rPr>
                <a:t>Adopter une architecture hybride “Cloud </a:t>
              </a:r>
              <a:r>
                <a:rPr lang="fr-FR" sz="1050" b="1" u="sng" dirty="0" err="1">
                  <a:latin typeface="Calibri" panose="020F0502020204030204" pitchFamily="34" charset="0"/>
                  <a:ea typeface="Calibri" panose="020F0502020204030204" pitchFamily="34" charset="0"/>
                  <a:cs typeface="Calibri" panose="020F0502020204030204" pitchFamily="34" charset="0"/>
                </a:rPr>
                <a:t>Ready</a:t>
              </a:r>
              <a:r>
                <a:rPr lang="fr-FR" sz="1050" b="1" u="sng"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Stockage et BI on-</a:t>
              </a:r>
              <a:r>
                <a:rPr lang="fr-FR" sz="938" b="1" dirty="0" err="1">
                  <a:latin typeface="Calibri" panose="020F0502020204030204" pitchFamily="34" charset="0"/>
                  <a:ea typeface="Calibri" panose="020F0502020204030204" pitchFamily="34" charset="0"/>
                  <a:cs typeface="Calibri" panose="020F0502020204030204" pitchFamily="34" charset="0"/>
                </a:rPr>
                <a:t>premises</a:t>
              </a:r>
              <a:r>
                <a:rPr lang="fr-FR" sz="938" dirty="0">
                  <a:latin typeface="Calibri" panose="020F0502020204030204" pitchFamily="34" charset="0"/>
                  <a:ea typeface="Calibri" panose="020F0502020204030204" pitchFamily="34" charset="0"/>
                  <a:cs typeface="Calibri" panose="020F0502020204030204" pitchFamily="34" charset="0"/>
                </a:rPr>
                <a:t> pour garantir </a:t>
              </a:r>
              <a:r>
                <a:rPr lang="fr-FR" sz="938" b="1" dirty="0">
                  <a:latin typeface="Calibri" panose="020F0502020204030204" pitchFamily="34" charset="0"/>
                  <a:ea typeface="Calibri" panose="020F0502020204030204" pitchFamily="34" charset="0"/>
                  <a:cs typeface="Calibri" panose="020F0502020204030204" pitchFamily="34" charset="0"/>
                </a:rPr>
                <a:t>contrôle et conformité des données critiques</a:t>
              </a:r>
              <a:r>
                <a:rPr lang="fr-FR" sz="938"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Déploiement d’une Chaine </a:t>
              </a:r>
              <a:r>
                <a:rPr lang="fr-FR" sz="938" b="1" dirty="0" err="1">
                  <a:latin typeface="Calibri" panose="020F0502020204030204" pitchFamily="34" charset="0"/>
                  <a:ea typeface="Calibri" panose="020F0502020204030204" pitchFamily="34" charset="0"/>
                  <a:cs typeface="Calibri" panose="020F0502020204030204" pitchFamily="34" charset="0"/>
                </a:rPr>
                <a:t>MLOps</a:t>
              </a:r>
              <a:r>
                <a:rPr lang="fr-FR" sz="938" b="1" dirty="0">
                  <a:latin typeface="Calibri" panose="020F0502020204030204" pitchFamily="34" charset="0"/>
                  <a:ea typeface="Calibri" panose="020F0502020204030204" pitchFamily="34" charset="0"/>
                  <a:cs typeface="Calibri" panose="020F0502020204030204" pitchFamily="34" charset="0"/>
                </a:rPr>
                <a:t> Cloud</a:t>
              </a:r>
              <a:r>
                <a:rPr lang="fr-FR" sz="938" dirty="0">
                  <a:latin typeface="Calibri" panose="020F0502020204030204" pitchFamily="34" charset="0"/>
                  <a:ea typeface="Calibri" panose="020F0502020204030204" pitchFamily="34" charset="0"/>
                  <a:cs typeface="Calibri" panose="020F0502020204030204" pitchFamily="34" charset="0"/>
                </a:rPr>
                <a:t> pour </a:t>
              </a:r>
              <a:r>
                <a:rPr lang="fr-FR" sz="938" b="1" dirty="0">
                  <a:latin typeface="Calibri" panose="020F0502020204030204" pitchFamily="34" charset="0"/>
                  <a:ea typeface="Calibri" panose="020F0502020204030204" pitchFamily="34" charset="0"/>
                  <a:cs typeface="Calibri" panose="020F0502020204030204" pitchFamily="34" charset="0"/>
                </a:rPr>
                <a:t>scalabilité des traitements IA &amp; Machine Learning</a:t>
              </a:r>
              <a:r>
                <a:rPr lang="fr-FR" sz="938"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fr-FR" sz="938" dirty="0">
                  <a:latin typeface="Calibri" panose="020F0502020204030204" pitchFamily="34" charset="0"/>
                  <a:ea typeface="Calibri" panose="020F0502020204030204" pitchFamily="34" charset="0"/>
                  <a:cs typeface="Calibri" panose="020F0502020204030204" pitchFamily="34" charset="0"/>
                </a:rPr>
                <a:t>Intégration des </a:t>
              </a:r>
              <a:r>
                <a:rPr lang="fr-FR" sz="938" b="1" dirty="0">
                  <a:latin typeface="Calibri" panose="020F0502020204030204" pitchFamily="34" charset="0"/>
                  <a:ea typeface="Calibri" panose="020F0502020204030204" pitchFamily="34" charset="0"/>
                  <a:cs typeface="Calibri" panose="020F0502020204030204" pitchFamily="34" charset="0"/>
                </a:rPr>
                <a:t>technologies Open Source et Cloud </a:t>
              </a:r>
              <a:r>
                <a:rPr lang="fr-FR" sz="938" b="1" dirty="0" err="1">
                  <a:latin typeface="Calibri" panose="020F0502020204030204" pitchFamily="34" charset="0"/>
                  <a:ea typeface="Calibri" panose="020F0502020204030204" pitchFamily="34" charset="0"/>
                  <a:cs typeface="Calibri" panose="020F0502020204030204" pitchFamily="34" charset="0"/>
                </a:rPr>
                <a:t>Ready</a:t>
              </a:r>
              <a:r>
                <a:rPr lang="fr-FR" sz="938" dirty="0">
                  <a:latin typeface="Calibri" panose="020F0502020204030204" pitchFamily="34" charset="0"/>
                  <a:ea typeface="Calibri" panose="020F0502020204030204" pitchFamily="34" charset="0"/>
                  <a:cs typeface="Calibri" panose="020F0502020204030204" pitchFamily="34" charset="0"/>
                </a:rPr>
                <a:t>, minimisant la dépendance aux fournisseurs</a:t>
              </a:r>
            </a:p>
            <a:p>
              <a:pPr marL="214313" indent="-214313">
                <a:buFont typeface="Arial" panose="020B0604020202020204" pitchFamily="34" charset="0"/>
                <a:buChar char="•"/>
              </a:pPr>
              <a:endParaRPr lang="fr-FR" sz="375" dirty="0">
                <a:latin typeface="Calibri" panose="020F0502020204030204" pitchFamily="34" charset="0"/>
                <a:ea typeface="Calibri" panose="020F0502020204030204" pitchFamily="34" charset="0"/>
                <a:cs typeface="Calibri" panose="020F0502020204030204" pitchFamily="34" charset="0"/>
              </a:endParaRPr>
            </a:p>
            <a:p>
              <a:r>
                <a:rPr lang="fr-FR" sz="1050" b="1" u="sng" dirty="0">
                  <a:latin typeface="Calibri" panose="020F0502020204030204" pitchFamily="34" charset="0"/>
                  <a:ea typeface="Calibri" panose="020F0502020204030204" pitchFamily="34" charset="0"/>
                  <a:cs typeface="Calibri" panose="020F0502020204030204" pitchFamily="34" charset="0"/>
                </a:rPr>
                <a:t>Optimiser les coûts et la performance</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Élimination des coûts d’infrastructure inutiles</a:t>
              </a:r>
              <a:r>
                <a:rPr lang="fr-FR" sz="938" dirty="0">
                  <a:latin typeface="Calibri" panose="020F0502020204030204" pitchFamily="34" charset="0"/>
                  <a:ea typeface="Calibri" panose="020F0502020204030204" pitchFamily="34" charset="0"/>
                  <a:cs typeface="Calibri" panose="020F0502020204030204" pitchFamily="34" charset="0"/>
                </a:rPr>
                <a:t> avec un modèle </a:t>
              </a:r>
              <a:r>
                <a:rPr lang="fr-FR" sz="938" b="1" dirty="0">
                  <a:latin typeface="Calibri" panose="020F0502020204030204" pitchFamily="34" charset="0"/>
                  <a:ea typeface="Calibri" panose="020F0502020204030204" pitchFamily="34" charset="0"/>
                  <a:cs typeface="Calibri" panose="020F0502020204030204" pitchFamily="34" charset="0"/>
                </a:rPr>
                <a:t>“</a:t>
              </a:r>
              <a:r>
                <a:rPr lang="fr-FR" sz="938" b="1" dirty="0" err="1">
                  <a:latin typeface="Calibri" panose="020F0502020204030204" pitchFamily="34" charset="0"/>
                  <a:ea typeface="Calibri" panose="020F0502020204030204" pitchFamily="34" charset="0"/>
                  <a:cs typeface="Calibri" panose="020F0502020204030204" pitchFamily="34" charset="0"/>
                </a:rPr>
                <a:t>Pay</a:t>
              </a:r>
              <a:r>
                <a:rPr lang="fr-FR" sz="938" b="1" dirty="0">
                  <a:latin typeface="Calibri" panose="020F0502020204030204" pitchFamily="34" charset="0"/>
                  <a:ea typeface="Calibri" panose="020F0502020204030204" pitchFamily="34" charset="0"/>
                  <a:cs typeface="Calibri" panose="020F0502020204030204" pitchFamily="34" charset="0"/>
                </a:rPr>
                <a:t>-as-</a:t>
              </a:r>
              <a:r>
                <a:rPr lang="fr-FR" sz="938" b="1" dirty="0" err="1">
                  <a:latin typeface="Calibri" panose="020F0502020204030204" pitchFamily="34" charset="0"/>
                  <a:ea typeface="Calibri" panose="020F0502020204030204" pitchFamily="34" charset="0"/>
                  <a:cs typeface="Calibri" panose="020F0502020204030204" pitchFamily="34" charset="0"/>
                </a:rPr>
                <a:t>you</a:t>
              </a:r>
              <a:r>
                <a:rPr lang="fr-FR" sz="938" b="1" dirty="0">
                  <a:latin typeface="Calibri" panose="020F0502020204030204" pitchFamily="34" charset="0"/>
                  <a:ea typeface="Calibri" panose="020F0502020204030204" pitchFamily="34" charset="0"/>
                  <a:cs typeface="Calibri" panose="020F0502020204030204" pitchFamily="34" charset="0"/>
                </a:rPr>
                <a:t>-go”</a:t>
              </a:r>
              <a:r>
                <a:rPr lang="fr-FR" sz="938" dirty="0">
                  <a:latin typeface="Calibri" panose="020F0502020204030204" pitchFamily="34" charset="0"/>
                  <a:ea typeface="Calibri" panose="020F0502020204030204" pitchFamily="34" charset="0"/>
                  <a:cs typeface="Calibri" panose="020F0502020204030204" pitchFamily="34" charset="0"/>
                </a:rPr>
                <a:t> sur le Cloud.</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Scalabilité des ressources</a:t>
              </a:r>
              <a:r>
                <a:rPr lang="fr-FR" sz="938" dirty="0">
                  <a:latin typeface="Calibri" panose="020F0502020204030204" pitchFamily="34" charset="0"/>
                  <a:ea typeface="Calibri" panose="020F0502020204030204" pitchFamily="34" charset="0"/>
                  <a:cs typeface="Calibri" panose="020F0502020204030204" pitchFamily="34" charset="0"/>
                </a:rPr>
                <a:t> : exploitation du Cloud pour les traitements lourds ML &amp; IA, on-</a:t>
              </a:r>
              <a:r>
                <a:rPr lang="fr-FR" sz="938" dirty="0" err="1">
                  <a:latin typeface="Calibri" panose="020F0502020204030204" pitchFamily="34" charset="0"/>
                  <a:ea typeface="Calibri" panose="020F0502020204030204" pitchFamily="34" charset="0"/>
                  <a:cs typeface="Calibri" panose="020F0502020204030204" pitchFamily="34" charset="0"/>
                </a:rPr>
                <a:t>premises</a:t>
              </a:r>
              <a:r>
                <a:rPr lang="fr-FR" sz="938" dirty="0">
                  <a:latin typeface="Calibri" panose="020F0502020204030204" pitchFamily="34" charset="0"/>
                  <a:ea typeface="Calibri" panose="020F0502020204030204" pitchFamily="34" charset="0"/>
                  <a:cs typeface="Calibri" panose="020F0502020204030204" pitchFamily="34" charset="0"/>
                </a:rPr>
                <a:t> pour la BI.</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Architecture prête pour la transition</a:t>
              </a:r>
              <a:r>
                <a:rPr lang="fr-FR" sz="938" dirty="0">
                  <a:latin typeface="Calibri" panose="020F0502020204030204" pitchFamily="34" charset="0"/>
                  <a:ea typeface="Calibri" panose="020F0502020204030204" pitchFamily="34" charset="0"/>
                  <a:cs typeface="Calibri" panose="020F0502020204030204" pitchFamily="34" charset="0"/>
                </a:rPr>
                <a:t> vers plus de Cloud lorsque l’offre Maroc sera mature</a:t>
              </a:r>
            </a:p>
            <a:p>
              <a:pPr marL="214313" indent="-214313">
                <a:buFont typeface="Arial" panose="020B0604020202020204" pitchFamily="34" charset="0"/>
                <a:buChar char="•"/>
              </a:pPr>
              <a:r>
                <a:rPr lang="fr-FR" sz="938" b="1" dirty="0">
                  <a:latin typeface="Calibri" panose="020F0502020204030204" pitchFamily="34" charset="0"/>
                  <a:ea typeface="Calibri" panose="020F0502020204030204" pitchFamily="34" charset="0"/>
                  <a:cs typeface="Calibri" panose="020F0502020204030204" pitchFamily="34" charset="0"/>
                </a:rPr>
                <a:t>Architecture 100% convergente </a:t>
              </a:r>
              <a:r>
                <a:rPr lang="fr-FR" sz="938" dirty="0">
                  <a:latin typeface="Calibri" panose="020F0502020204030204" pitchFamily="34" charset="0"/>
                  <a:ea typeface="Calibri" panose="020F0502020204030204" pitchFamily="34" charset="0"/>
                  <a:cs typeface="Calibri" panose="020F0502020204030204" pitchFamily="34" charset="0"/>
                </a:rPr>
                <a:t>(intégrable / </a:t>
              </a:r>
              <a:r>
                <a:rPr lang="fr-FR" sz="938" dirty="0" err="1">
                  <a:latin typeface="Calibri" panose="020F0502020204030204" pitchFamily="34" charset="0"/>
                  <a:ea typeface="Calibri" panose="020F0502020204030204" pitchFamily="34" charset="0"/>
                  <a:cs typeface="Calibri" panose="020F0502020204030204" pitchFamily="34" charset="0"/>
                </a:rPr>
                <a:t>migrable</a:t>
              </a:r>
              <a:r>
                <a:rPr lang="fr-FR" sz="938" dirty="0">
                  <a:latin typeface="Calibri" panose="020F0502020204030204" pitchFamily="34" charset="0"/>
                  <a:ea typeface="Calibri" panose="020F0502020204030204" pitchFamily="34" charset="0"/>
                  <a:cs typeface="Calibri" panose="020F0502020204030204" pitchFamily="34" charset="0"/>
                </a:rPr>
                <a:t>) avec la vision de la future </a:t>
              </a:r>
              <a:r>
                <a:rPr lang="fr-FR" sz="938" b="1" dirty="0">
                  <a:latin typeface="Calibri" panose="020F0502020204030204" pitchFamily="34" charset="0"/>
                  <a:ea typeface="Calibri" panose="020F0502020204030204" pitchFamily="34" charset="0"/>
                  <a:cs typeface="Calibri" panose="020F0502020204030204" pitchFamily="34" charset="0"/>
                </a:rPr>
                <a:t>data plateforme de la banque</a:t>
              </a:r>
            </a:p>
          </p:txBody>
        </p:sp>
      </p:grpSp>
      <p:pic>
        <p:nvPicPr>
          <p:cNvPr id="74" name="Image 73">
            <a:extLst>
              <a:ext uri="{FF2B5EF4-FFF2-40B4-BE49-F238E27FC236}">
                <a16:creationId xmlns:a16="http://schemas.microsoft.com/office/drawing/2014/main" id="{FAF6D220-9BFC-7590-A933-3CBB4E357551}"/>
              </a:ext>
            </a:extLst>
          </p:cNvPr>
          <p:cNvPicPr>
            <a:picLocks noChangeAspect="1"/>
          </p:cNvPicPr>
          <p:nvPr/>
        </p:nvPicPr>
        <p:blipFill>
          <a:blip r:embed="rId4"/>
          <a:stretch>
            <a:fillRect/>
          </a:stretch>
        </p:blipFill>
        <p:spPr>
          <a:xfrm>
            <a:off x="4101862" y="1779993"/>
            <a:ext cx="4744529" cy="2748050"/>
          </a:xfrm>
          <a:prstGeom prst="rect">
            <a:avLst/>
          </a:prstGeom>
        </p:spPr>
      </p:pic>
      <p:pic>
        <p:nvPicPr>
          <p:cNvPr id="75" name="Image 74">
            <a:extLst>
              <a:ext uri="{FF2B5EF4-FFF2-40B4-BE49-F238E27FC236}">
                <a16:creationId xmlns:a16="http://schemas.microsoft.com/office/drawing/2014/main" id="{1D9C85D0-1B4F-1CC3-0961-00CCC108EB3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969881" y="1298109"/>
            <a:ext cx="841880" cy="481884"/>
          </a:xfrm>
          <a:prstGeom prst="rect">
            <a:avLst/>
          </a:prstGeom>
        </p:spPr>
      </p:pic>
      <p:sp>
        <p:nvSpPr>
          <p:cNvPr id="10" name="Rectangle 9">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2191058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44AF-27DD-22AB-C6E7-74B4F2B5901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C470C01-4F3E-9E6E-7E6D-E74000867939}"/>
              </a:ext>
            </a:extLst>
          </p:cNvPr>
          <p:cNvSpPr/>
          <p:nvPr/>
        </p:nvSpPr>
        <p:spPr>
          <a:xfrm>
            <a:off x="550528" y="100933"/>
            <a:ext cx="7546032" cy="553998"/>
          </a:xfrm>
          <a:prstGeom prst="rect">
            <a:avLst/>
          </a:prstGeom>
        </p:spPr>
        <p:txBody>
          <a:bodyPr wrap="square" lIns="0" tIns="0" rIns="0" bIns="0">
            <a:spAutoFit/>
          </a:bodyPr>
          <a:lstStyle/>
          <a:p>
            <a:pPr defTabSz="685800">
              <a:buClrTx/>
              <a:defRPr/>
            </a:pPr>
            <a:r>
              <a:rPr lang="fr-FR" sz="1800" b="1" kern="1200" cap="all" spc="-113" dirty="0">
                <a:solidFill>
                  <a:prstClr val="black"/>
                </a:solidFill>
                <a:latin typeface="Tahoma" panose="020B0604030504040204" pitchFamily="34" charset="0"/>
                <a:ea typeface="Tahoma" panose="020B0604030504040204" pitchFamily="34" charset="0"/>
                <a:cs typeface="Tahoma" panose="020B0604030504040204" pitchFamily="34" charset="0"/>
              </a:rPr>
              <a:t>Stream C – Gouvernance et Organisation</a:t>
            </a:r>
          </a:p>
          <a:p>
            <a:pPr defTabSz="685800">
              <a:buClrTx/>
              <a:defRPr/>
            </a:pPr>
            <a:r>
              <a:rPr lang="fr-FR" sz="1800" kern="1200" cap="all" spc="-113" dirty="0">
                <a:solidFill>
                  <a:prstClr val="black"/>
                </a:solidFill>
                <a:latin typeface="Tahoma" panose="020B0604030504040204" pitchFamily="34" charset="0"/>
                <a:ea typeface="Tahoma" panose="020B0604030504040204" pitchFamily="34" charset="0"/>
                <a:cs typeface="Tahoma" panose="020B0604030504040204" pitchFamily="34" charset="0"/>
              </a:rPr>
              <a:t>Organisation DATA Standard</a:t>
            </a:r>
          </a:p>
        </p:txBody>
      </p:sp>
      <p:pic>
        <p:nvPicPr>
          <p:cNvPr id="3" name="Image 93" descr="logo SEVEN-01.png">
            <a:extLst>
              <a:ext uri="{FF2B5EF4-FFF2-40B4-BE49-F238E27FC236}">
                <a16:creationId xmlns:a16="http://schemas.microsoft.com/office/drawing/2014/main" id="{C7907247-BDBF-5D85-79DF-EBF275B35DB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87016" y="59356"/>
            <a:ext cx="634951" cy="651544"/>
          </a:xfrm>
          <a:prstGeom prst="rect">
            <a:avLst/>
          </a:prstGeom>
          <a:effectLst>
            <a:outerShdw blurRad="101600" dist="25400" dir="4380000" algn="tl" rotWithShape="0">
              <a:schemeClr val="tx1">
                <a:lumMod val="65000"/>
                <a:lumOff val="35000"/>
                <a:alpha val="44000"/>
              </a:schemeClr>
            </a:outerShdw>
          </a:effectLst>
        </p:spPr>
      </p:pic>
      <p:sp>
        <p:nvSpPr>
          <p:cNvPr id="7" name="Rectangle 6">
            <a:extLst>
              <a:ext uri="{FF2B5EF4-FFF2-40B4-BE49-F238E27FC236}">
                <a16:creationId xmlns:a16="http://schemas.microsoft.com/office/drawing/2014/main" id="{B939FF7F-A6D2-6D25-351B-6B608AFFB6E8}"/>
              </a:ext>
            </a:extLst>
          </p:cNvPr>
          <p:cNvSpPr/>
          <p:nvPr/>
        </p:nvSpPr>
        <p:spPr>
          <a:xfrm>
            <a:off x="157891" y="830866"/>
            <a:ext cx="8725008" cy="3829116"/>
          </a:xfrm>
          <a:prstGeom prst="rect">
            <a:avLst/>
          </a:prstGeom>
          <a:solidFill>
            <a:schemeClr val="bg1"/>
          </a:solidFill>
          <a:ln w="19050"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defTabSz="914378">
              <a:defRPr/>
            </a:pPr>
            <a:r>
              <a:rPr lang="fr-FR" sz="1200" b="1" dirty="0">
                <a:solidFill>
                  <a:prstClr val="black"/>
                </a:solidFill>
                <a:latin typeface="Trebuchet MS"/>
              </a:rPr>
              <a:t>Zoom sur une organisation standard DATA </a:t>
            </a:r>
          </a:p>
        </p:txBody>
      </p:sp>
      <p:sp>
        <p:nvSpPr>
          <p:cNvPr id="13" name="Rectangle 12">
            <a:extLst>
              <a:ext uri="{FF2B5EF4-FFF2-40B4-BE49-F238E27FC236}">
                <a16:creationId xmlns:a16="http://schemas.microsoft.com/office/drawing/2014/main" id="{30343425-2A5C-9404-A620-23B40ADA00CC}"/>
              </a:ext>
            </a:extLst>
          </p:cNvPr>
          <p:cNvSpPr/>
          <p:nvPr/>
        </p:nvSpPr>
        <p:spPr>
          <a:xfrm>
            <a:off x="4495085" y="2407374"/>
            <a:ext cx="1774525" cy="349596"/>
          </a:xfrm>
          <a:prstGeom prst="rect">
            <a:avLst/>
          </a:prstGeom>
          <a:solidFill>
            <a:schemeClr val="bg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14378">
              <a:defRPr/>
            </a:pPr>
            <a:r>
              <a:rPr lang="fr-FR" sz="700" i="1" dirty="0" err="1">
                <a:solidFill>
                  <a:prstClr val="black"/>
                </a:solidFill>
                <a:latin typeface="Trebuchet MS"/>
              </a:rPr>
              <a:t>Squads</a:t>
            </a:r>
            <a:r>
              <a:rPr lang="fr-FR" sz="700" i="1" dirty="0">
                <a:solidFill>
                  <a:prstClr val="black"/>
                </a:solidFill>
                <a:latin typeface="Trebuchet MS"/>
              </a:rPr>
              <a:t> Data -&gt; produit Data</a:t>
            </a:r>
          </a:p>
        </p:txBody>
      </p:sp>
      <p:sp>
        <p:nvSpPr>
          <p:cNvPr id="19" name="Rectangle 18">
            <a:extLst>
              <a:ext uri="{FF2B5EF4-FFF2-40B4-BE49-F238E27FC236}">
                <a16:creationId xmlns:a16="http://schemas.microsoft.com/office/drawing/2014/main" id="{5A384002-EBEF-169A-8E5C-C022FF5D035B}"/>
              </a:ext>
            </a:extLst>
          </p:cNvPr>
          <p:cNvSpPr/>
          <p:nvPr/>
        </p:nvSpPr>
        <p:spPr>
          <a:xfrm>
            <a:off x="4419578" y="2593782"/>
            <a:ext cx="1952623" cy="468739"/>
          </a:xfrm>
          <a:prstGeom prst="rect">
            <a:avLst/>
          </a:prstGeom>
          <a:solidFill>
            <a:schemeClr val="bg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endParaRPr lang="fr-FR" sz="1200" dirty="0">
              <a:solidFill>
                <a:srgbClr val="FFFFFF"/>
              </a:solidFill>
              <a:latin typeface="Trebuchet MS"/>
            </a:endParaRPr>
          </a:p>
        </p:txBody>
      </p:sp>
      <p:sp>
        <p:nvSpPr>
          <p:cNvPr id="20" name="Rectangle 19">
            <a:extLst>
              <a:ext uri="{FF2B5EF4-FFF2-40B4-BE49-F238E27FC236}">
                <a16:creationId xmlns:a16="http://schemas.microsoft.com/office/drawing/2014/main" id="{5EBD5D97-0507-661C-8CC1-246E36693FF1}"/>
              </a:ext>
            </a:extLst>
          </p:cNvPr>
          <p:cNvSpPr/>
          <p:nvPr/>
        </p:nvSpPr>
        <p:spPr>
          <a:xfrm>
            <a:off x="2434591" y="1956888"/>
            <a:ext cx="4226915" cy="1262934"/>
          </a:xfrm>
          <a:prstGeom prst="rect">
            <a:avLst/>
          </a:prstGeom>
          <a:noFill/>
          <a:ln w="9525"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endParaRPr lang="fr-FR" sz="1200" dirty="0">
              <a:solidFill>
                <a:srgbClr val="FFFFFF"/>
              </a:solidFill>
              <a:latin typeface="Trebuchet MS"/>
            </a:endParaRPr>
          </a:p>
        </p:txBody>
      </p:sp>
      <p:sp>
        <p:nvSpPr>
          <p:cNvPr id="21" name="Rectangle 20">
            <a:extLst>
              <a:ext uri="{FF2B5EF4-FFF2-40B4-BE49-F238E27FC236}">
                <a16:creationId xmlns:a16="http://schemas.microsoft.com/office/drawing/2014/main" id="{468DBD0A-7A23-62BC-A6BD-138427E50CE9}"/>
              </a:ext>
            </a:extLst>
          </p:cNvPr>
          <p:cNvSpPr/>
          <p:nvPr/>
        </p:nvSpPr>
        <p:spPr>
          <a:xfrm>
            <a:off x="5129152" y="2642926"/>
            <a:ext cx="543600" cy="347348"/>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Data </a:t>
            </a:r>
            <a:r>
              <a:rPr lang="fr-FR" sz="800" dirty="0" err="1">
                <a:solidFill>
                  <a:prstClr val="white"/>
                </a:solidFill>
                <a:latin typeface="Trebuchet MS"/>
              </a:rPr>
              <a:t>Engineer</a:t>
            </a:r>
            <a:endParaRPr lang="fr-FR" sz="800" dirty="0">
              <a:solidFill>
                <a:prstClr val="white"/>
              </a:solidFill>
              <a:latin typeface="Trebuchet MS"/>
            </a:endParaRPr>
          </a:p>
        </p:txBody>
      </p:sp>
      <p:sp>
        <p:nvSpPr>
          <p:cNvPr id="22" name="Rectangle 21">
            <a:extLst>
              <a:ext uri="{FF2B5EF4-FFF2-40B4-BE49-F238E27FC236}">
                <a16:creationId xmlns:a16="http://schemas.microsoft.com/office/drawing/2014/main" id="{A8C2A1A7-320C-A732-892E-44EB2ACAE9D5}"/>
              </a:ext>
            </a:extLst>
          </p:cNvPr>
          <p:cNvSpPr/>
          <p:nvPr/>
        </p:nvSpPr>
        <p:spPr>
          <a:xfrm>
            <a:off x="4462167" y="2649654"/>
            <a:ext cx="543600" cy="347348"/>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Data </a:t>
            </a:r>
            <a:r>
              <a:rPr lang="fr-FR" sz="800" dirty="0" err="1">
                <a:solidFill>
                  <a:prstClr val="black"/>
                </a:solidFill>
                <a:latin typeface="Trebuchet MS"/>
              </a:rPr>
              <a:t>Scientist</a:t>
            </a:r>
            <a:endParaRPr lang="fr-FR" sz="800" dirty="0">
              <a:solidFill>
                <a:prstClr val="black"/>
              </a:solidFill>
              <a:latin typeface="Trebuchet MS"/>
            </a:endParaRPr>
          </a:p>
        </p:txBody>
      </p:sp>
      <p:sp>
        <p:nvSpPr>
          <p:cNvPr id="23" name="Rectangle 22">
            <a:extLst>
              <a:ext uri="{FF2B5EF4-FFF2-40B4-BE49-F238E27FC236}">
                <a16:creationId xmlns:a16="http://schemas.microsoft.com/office/drawing/2014/main" id="{45199885-BBD9-1962-208A-6B6399504D77}"/>
              </a:ext>
            </a:extLst>
          </p:cNvPr>
          <p:cNvSpPr/>
          <p:nvPr/>
        </p:nvSpPr>
        <p:spPr>
          <a:xfrm>
            <a:off x="3851920" y="2017035"/>
            <a:ext cx="1296144" cy="312274"/>
          </a:xfrm>
          <a:prstGeom prst="rect">
            <a:avLst/>
          </a:prstGeom>
          <a:solidFill>
            <a:schemeClr val="bg2"/>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b="1" dirty="0">
                <a:solidFill>
                  <a:prstClr val="black"/>
                </a:solidFill>
                <a:latin typeface="Trebuchet MS"/>
              </a:rPr>
              <a:t>Chief Data </a:t>
            </a:r>
            <a:r>
              <a:rPr lang="fr-FR" sz="800" b="1" dirty="0" err="1">
                <a:solidFill>
                  <a:prstClr val="black"/>
                </a:solidFill>
                <a:latin typeface="Trebuchet MS"/>
              </a:rPr>
              <a:t>Officer</a:t>
            </a:r>
            <a:endParaRPr lang="fr-FR" sz="800" b="1" dirty="0">
              <a:solidFill>
                <a:prstClr val="black"/>
              </a:solidFill>
              <a:latin typeface="Trebuchet MS"/>
            </a:endParaRPr>
          </a:p>
        </p:txBody>
      </p:sp>
      <p:sp>
        <p:nvSpPr>
          <p:cNvPr id="24" name="Rectangle 23">
            <a:extLst>
              <a:ext uri="{FF2B5EF4-FFF2-40B4-BE49-F238E27FC236}">
                <a16:creationId xmlns:a16="http://schemas.microsoft.com/office/drawing/2014/main" id="{256935CF-D275-8CCA-6196-102DCDA83CF7}"/>
              </a:ext>
            </a:extLst>
          </p:cNvPr>
          <p:cNvSpPr/>
          <p:nvPr/>
        </p:nvSpPr>
        <p:spPr>
          <a:xfrm>
            <a:off x="2699793" y="2593782"/>
            <a:ext cx="1327889" cy="321241"/>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black"/>
                </a:solidFill>
                <a:latin typeface="Trebuchet MS"/>
              </a:rPr>
              <a:t>Data </a:t>
            </a:r>
            <a:r>
              <a:rPr lang="fr-FR" sz="800" dirty="0" err="1">
                <a:solidFill>
                  <a:prstClr val="black"/>
                </a:solidFill>
                <a:latin typeface="Trebuchet MS"/>
              </a:rPr>
              <a:t>Gov</a:t>
            </a:r>
            <a:r>
              <a:rPr lang="fr-FR" sz="800" dirty="0">
                <a:solidFill>
                  <a:prstClr val="black"/>
                </a:solidFill>
                <a:latin typeface="Trebuchet MS"/>
              </a:rPr>
              <a:t> &amp; </a:t>
            </a:r>
            <a:r>
              <a:rPr lang="fr-FR" sz="800" dirty="0" err="1">
                <a:solidFill>
                  <a:prstClr val="black"/>
                </a:solidFill>
                <a:latin typeface="Trebuchet MS"/>
              </a:rPr>
              <a:t>Quality</a:t>
            </a:r>
            <a:r>
              <a:rPr lang="fr-FR" sz="800" dirty="0">
                <a:solidFill>
                  <a:prstClr val="black"/>
                </a:solidFill>
                <a:latin typeface="Trebuchet MS"/>
              </a:rPr>
              <a:t> Manager</a:t>
            </a:r>
          </a:p>
        </p:txBody>
      </p:sp>
      <p:sp>
        <p:nvSpPr>
          <p:cNvPr id="25" name="Rectangle 24">
            <a:extLst>
              <a:ext uri="{FF2B5EF4-FFF2-40B4-BE49-F238E27FC236}">
                <a16:creationId xmlns:a16="http://schemas.microsoft.com/office/drawing/2014/main" id="{F04307E6-0E47-5F44-A8F4-5ABFC436CF82}"/>
              </a:ext>
            </a:extLst>
          </p:cNvPr>
          <p:cNvSpPr/>
          <p:nvPr/>
        </p:nvSpPr>
        <p:spPr>
          <a:xfrm>
            <a:off x="485647" y="4803998"/>
            <a:ext cx="918001" cy="230535"/>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Rôles Business</a:t>
            </a:r>
          </a:p>
        </p:txBody>
      </p:sp>
      <p:sp>
        <p:nvSpPr>
          <p:cNvPr id="26" name="Rectangle 25">
            <a:extLst>
              <a:ext uri="{FF2B5EF4-FFF2-40B4-BE49-F238E27FC236}">
                <a16:creationId xmlns:a16="http://schemas.microsoft.com/office/drawing/2014/main" id="{FF1BB14F-AF2C-C46F-CC17-D91FE4970A6F}"/>
              </a:ext>
            </a:extLst>
          </p:cNvPr>
          <p:cNvSpPr/>
          <p:nvPr/>
        </p:nvSpPr>
        <p:spPr>
          <a:xfrm>
            <a:off x="1544054" y="4803998"/>
            <a:ext cx="918001" cy="230535"/>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Rôles Tech</a:t>
            </a:r>
          </a:p>
        </p:txBody>
      </p:sp>
      <p:sp>
        <p:nvSpPr>
          <p:cNvPr id="27" name="Rectangle 26">
            <a:extLst>
              <a:ext uri="{FF2B5EF4-FFF2-40B4-BE49-F238E27FC236}">
                <a16:creationId xmlns:a16="http://schemas.microsoft.com/office/drawing/2014/main" id="{EBF486C6-6B1E-15C1-772A-9C221884D4A1}"/>
              </a:ext>
            </a:extLst>
          </p:cNvPr>
          <p:cNvSpPr/>
          <p:nvPr/>
        </p:nvSpPr>
        <p:spPr>
          <a:xfrm>
            <a:off x="5796137" y="2634778"/>
            <a:ext cx="544169" cy="347348"/>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white"/>
                </a:solidFill>
                <a:latin typeface="Trebuchet MS"/>
              </a:rPr>
              <a:t>BI Dev</a:t>
            </a:r>
          </a:p>
        </p:txBody>
      </p:sp>
      <p:sp>
        <p:nvSpPr>
          <p:cNvPr id="28" name="Rectangle 27">
            <a:extLst>
              <a:ext uri="{FF2B5EF4-FFF2-40B4-BE49-F238E27FC236}">
                <a16:creationId xmlns:a16="http://schemas.microsoft.com/office/drawing/2014/main" id="{D18CD0EA-F10A-9AC7-3DAD-9A8E4825B7D4}"/>
              </a:ext>
            </a:extLst>
          </p:cNvPr>
          <p:cNvSpPr/>
          <p:nvPr/>
        </p:nvSpPr>
        <p:spPr>
          <a:xfrm>
            <a:off x="2606265" y="4803997"/>
            <a:ext cx="918001" cy="230535"/>
          </a:xfrm>
          <a:prstGeom prst="rect">
            <a:avLst/>
          </a:prstGeom>
          <a:no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black"/>
                </a:solidFill>
                <a:latin typeface="Trebuchet MS"/>
              </a:rPr>
              <a:t>Rôles Data Office</a:t>
            </a:r>
          </a:p>
        </p:txBody>
      </p:sp>
      <p:sp>
        <p:nvSpPr>
          <p:cNvPr id="29" name="Rectangle 28">
            <a:extLst>
              <a:ext uri="{FF2B5EF4-FFF2-40B4-BE49-F238E27FC236}">
                <a16:creationId xmlns:a16="http://schemas.microsoft.com/office/drawing/2014/main" id="{B56C74CF-941E-78D2-0E9C-A1F99457034A}"/>
              </a:ext>
            </a:extLst>
          </p:cNvPr>
          <p:cNvSpPr/>
          <p:nvPr/>
        </p:nvSpPr>
        <p:spPr>
          <a:xfrm>
            <a:off x="6883374" y="3407240"/>
            <a:ext cx="1674000" cy="321241"/>
          </a:xfrm>
          <a:prstGeom prst="rect">
            <a:avLst/>
          </a:prstGeom>
          <a:solidFill>
            <a:schemeClr val="accent4">
              <a:lumMod val="60000"/>
              <a:lumOff val="40000"/>
            </a:schemeClr>
          </a:solidFill>
          <a:ln w="9525" cap="rnd" cmpd="sng" algn="ctr">
            <a:solidFill>
              <a:schemeClr val="tx1">
                <a:lumMod val="65000"/>
                <a:lumOff val="35000"/>
              </a:schemeClr>
            </a:solidFill>
            <a:prstDash val="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Architecte</a:t>
            </a:r>
          </a:p>
        </p:txBody>
      </p:sp>
      <p:sp>
        <p:nvSpPr>
          <p:cNvPr id="30" name="ZoneTexte 29">
            <a:extLst>
              <a:ext uri="{FF2B5EF4-FFF2-40B4-BE49-F238E27FC236}">
                <a16:creationId xmlns:a16="http://schemas.microsoft.com/office/drawing/2014/main" id="{2908DE99-AE63-6EE4-73CE-A784479C06CC}"/>
              </a:ext>
            </a:extLst>
          </p:cNvPr>
          <p:cNvSpPr txBox="1"/>
          <p:nvPr/>
        </p:nvSpPr>
        <p:spPr>
          <a:xfrm>
            <a:off x="2555777" y="1840637"/>
            <a:ext cx="890383" cy="176391"/>
          </a:xfrm>
          <a:prstGeom prst="rect">
            <a:avLst/>
          </a:prstGeom>
          <a:solidFill>
            <a:srgbClr val="FFCA08"/>
          </a:solidFill>
          <a:ln w="95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1050" dirty="0">
                <a:solidFill>
                  <a:prstClr val="black"/>
                </a:solidFill>
                <a:latin typeface="Trebuchet MS"/>
              </a:rPr>
              <a:t>Equipe DO</a:t>
            </a:r>
          </a:p>
        </p:txBody>
      </p:sp>
      <p:sp>
        <p:nvSpPr>
          <p:cNvPr id="31" name="Rectangle 30">
            <a:extLst>
              <a:ext uri="{FF2B5EF4-FFF2-40B4-BE49-F238E27FC236}">
                <a16:creationId xmlns:a16="http://schemas.microsoft.com/office/drawing/2014/main" id="{B7E57E59-AD08-B995-6306-51ACC7C6C314}"/>
              </a:ext>
            </a:extLst>
          </p:cNvPr>
          <p:cNvSpPr/>
          <p:nvPr/>
        </p:nvSpPr>
        <p:spPr>
          <a:xfrm>
            <a:off x="3590918" y="3406230"/>
            <a:ext cx="1807200" cy="321241"/>
          </a:xfrm>
          <a:prstGeom prst="rect">
            <a:avLst/>
          </a:prstGeom>
          <a:solidFill>
            <a:schemeClr val="accent1">
              <a:lumMod val="40000"/>
              <a:lumOff val="60000"/>
            </a:schemeClr>
          </a:solidFill>
          <a:ln w="9525" cap="rnd" cmpd="sng" algn="ctr">
            <a:solidFill>
              <a:schemeClr val="tx1">
                <a:lumMod val="65000"/>
                <a:lumOff val="35000"/>
              </a:schemeClr>
            </a:solidFill>
            <a:prstDash val="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black"/>
                </a:solidFill>
                <a:latin typeface="Trebuchet MS"/>
              </a:rPr>
              <a:t>Project Manager</a:t>
            </a:r>
          </a:p>
        </p:txBody>
      </p:sp>
      <p:sp>
        <p:nvSpPr>
          <p:cNvPr id="32" name="TextBox 3">
            <a:extLst>
              <a:ext uri="{FF2B5EF4-FFF2-40B4-BE49-F238E27FC236}">
                <a16:creationId xmlns:a16="http://schemas.microsoft.com/office/drawing/2014/main" id="{765E409B-505D-0A8E-E62E-9D2CB6FFAAFD}"/>
              </a:ext>
            </a:extLst>
          </p:cNvPr>
          <p:cNvSpPr txBox="1"/>
          <p:nvPr/>
        </p:nvSpPr>
        <p:spPr>
          <a:xfrm>
            <a:off x="3434444" y="1113485"/>
            <a:ext cx="2120148" cy="67977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Chief Data </a:t>
            </a:r>
            <a:r>
              <a:rPr lang="fr-FR" sz="900" b="1" i="1" dirty="0" err="1">
                <a:solidFill>
                  <a:srgbClr val="F8CD38"/>
                </a:solidFill>
                <a:latin typeface="Arial" panose="020B0604020202020204" pitchFamily="34" charset="0"/>
                <a:cs typeface="Arial" panose="020B0604020202020204" pitchFamily="34" charset="0"/>
              </a:rPr>
              <a:t>Officer</a:t>
            </a:r>
            <a:endParaRPr lang="fr-FR" sz="900" b="1" i="1" dirty="0">
              <a:solidFill>
                <a:srgbClr val="F8CD38"/>
              </a:solidFill>
              <a:latin typeface="Arial" panose="020B0604020202020204" pitchFamily="34" charset="0"/>
              <a:cs typeface="Arial" panose="020B0604020202020204" pitchFamily="34" charset="0"/>
            </a:endParaRPr>
          </a:p>
          <a:p>
            <a:pPr algn="ctr" defTabSz="914378"/>
            <a:r>
              <a:rPr lang="fr-FR" sz="700" dirty="0">
                <a:solidFill>
                  <a:srgbClr val="575757"/>
                </a:solidFill>
                <a:latin typeface="Arial" panose="020B0604020202020204" pitchFamily="34" charset="0"/>
                <a:cs typeface="Arial" panose="020B0604020202020204" pitchFamily="34" charset="0"/>
              </a:rPr>
              <a:t>Favorise </a:t>
            </a:r>
            <a:r>
              <a:rPr lang="fr-FR" sz="700" b="1" dirty="0">
                <a:solidFill>
                  <a:srgbClr val="575757"/>
                </a:solidFill>
                <a:latin typeface="Arial" panose="020B0604020202020204" pitchFamily="34" charset="0"/>
                <a:cs typeface="Arial" panose="020B0604020202020204" pitchFamily="34" charset="0"/>
              </a:rPr>
              <a:t>l’acculturation</a:t>
            </a:r>
            <a:r>
              <a:rPr lang="fr-FR" sz="700" dirty="0">
                <a:solidFill>
                  <a:srgbClr val="575757"/>
                </a:solidFill>
                <a:latin typeface="Arial" panose="020B0604020202020204" pitchFamily="34" charset="0"/>
                <a:cs typeface="Arial" panose="020B0604020202020204" pitchFamily="34" charset="0"/>
              </a:rPr>
              <a:t> Data et établit une </a:t>
            </a:r>
            <a:r>
              <a:rPr lang="fr-FR" sz="700" b="1" dirty="0">
                <a:solidFill>
                  <a:srgbClr val="575757"/>
                </a:solidFill>
                <a:latin typeface="Arial" panose="020B0604020202020204" pitchFamily="34" charset="0"/>
                <a:cs typeface="Arial" panose="020B0604020202020204" pitchFamily="34" charset="0"/>
              </a:rPr>
              <a:t>stratégie data alignée sur la stratégie de l’organisation. </a:t>
            </a:r>
            <a:r>
              <a:rPr lang="fr-FR" sz="700" dirty="0">
                <a:solidFill>
                  <a:srgbClr val="575757"/>
                </a:solidFill>
                <a:latin typeface="Arial" panose="020B0604020202020204" pitchFamily="34" charset="0"/>
                <a:cs typeface="Arial" panose="020B0604020202020204" pitchFamily="34" charset="0"/>
              </a:rPr>
              <a:t>Priorise </a:t>
            </a:r>
            <a:r>
              <a:rPr lang="fr-FR" sz="700" b="1" dirty="0">
                <a:solidFill>
                  <a:srgbClr val="575757"/>
                </a:solidFill>
                <a:latin typeface="Arial" panose="020B0604020202020204" pitchFamily="34" charset="0"/>
                <a:cs typeface="Arial" panose="020B0604020202020204" pitchFamily="34" charset="0"/>
              </a:rPr>
              <a:t>les projets Data </a:t>
            </a:r>
            <a:r>
              <a:rPr lang="fr-FR" sz="700" dirty="0">
                <a:solidFill>
                  <a:srgbClr val="575757"/>
                </a:solidFill>
                <a:latin typeface="Arial" panose="020B0604020202020204" pitchFamily="34" charset="0"/>
                <a:cs typeface="Arial" panose="020B0604020202020204" pitchFamily="34" charset="0"/>
              </a:rPr>
              <a:t>et pilote le </a:t>
            </a:r>
            <a:r>
              <a:rPr lang="fr-FR" sz="700" b="1" dirty="0">
                <a:solidFill>
                  <a:srgbClr val="575757"/>
                </a:solidFill>
                <a:latin typeface="Arial" panose="020B0604020202020204" pitchFamily="34" charset="0"/>
                <a:cs typeface="Arial" panose="020B0604020202020204" pitchFamily="34" charset="0"/>
              </a:rPr>
              <a:t>développement des capabilités. </a:t>
            </a:r>
          </a:p>
        </p:txBody>
      </p:sp>
      <p:sp>
        <p:nvSpPr>
          <p:cNvPr id="33" name="TextBox 70">
            <a:extLst>
              <a:ext uri="{FF2B5EF4-FFF2-40B4-BE49-F238E27FC236}">
                <a16:creationId xmlns:a16="http://schemas.microsoft.com/office/drawing/2014/main" id="{5CD3B4C8-D285-301C-C991-FC4634073653}"/>
              </a:ext>
            </a:extLst>
          </p:cNvPr>
          <p:cNvSpPr txBox="1"/>
          <p:nvPr/>
        </p:nvSpPr>
        <p:spPr>
          <a:xfrm>
            <a:off x="314442" y="1606849"/>
            <a:ext cx="1949680" cy="82035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Data </a:t>
            </a:r>
            <a:r>
              <a:rPr lang="fr-FR" sz="900" b="1" i="1" dirty="0" err="1">
                <a:solidFill>
                  <a:srgbClr val="F8CD38"/>
                </a:solidFill>
                <a:latin typeface="Arial" panose="020B0604020202020204" pitchFamily="34" charset="0"/>
                <a:cs typeface="Arial" panose="020B0604020202020204" pitchFamily="34" charset="0"/>
              </a:rPr>
              <a:t>Gov</a:t>
            </a:r>
            <a:r>
              <a:rPr lang="fr-FR" sz="900" b="1" i="1" dirty="0">
                <a:solidFill>
                  <a:srgbClr val="F8CD38"/>
                </a:solidFill>
                <a:latin typeface="Arial" panose="020B0604020202020204" pitchFamily="34" charset="0"/>
                <a:cs typeface="Arial" panose="020B0604020202020204" pitchFamily="34" charset="0"/>
              </a:rPr>
              <a:t> &amp; </a:t>
            </a:r>
            <a:r>
              <a:rPr lang="fr-FR" sz="900" b="1" i="1" dirty="0" err="1">
                <a:solidFill>
                  <a:srgbClr val="F8CD38"/>
                </a:solidFill>
                <a:latin typeface="Arial" panose="020B0604020202020204" pitchFamily="34" charset="0"/>
                <a:cs typeface="Arial" panose="020B0604020202020204" pitchFamily="34" charset="0"/>
              </a:rPr>
              <a:t>Quality</a:t>
            </a:r>
            <a:r>
              <a:rPr lang="fr-FR" sz="900" b="1" i="1" dirty="0">
                <a:solidFill>
                  <a:srgbClr val="F8CD38"/>
                </a:solidFill>
                <a:latin typeface="Arial" panose="020B0604020202020204" pitchFamily="34" charset="0"/>
                <a:cs typeface="Arial" panose="020B0604020202020204" pitchFamily="34" charset="0"/>
              </a:rPr>
              <a:t> Manager</a:t>
            </a:r>
          </a:p>
          <a:p>
            <a:pPr algn="ctr" defTabSz="914378"/>
            <a:r>
              <a:rPr lang="fr-FR" sz="700" dirty="0">
                <a:solidFill>
                  <a:srgbClr val="575757"/>
                </a:solidFill>
                <a:latin typeface="Arial" panose="020B0604020202020204" pitchFamily="34" charset="0"/>
                <a:cs typeface="Arial" panose="020B0604020202020204" pitchFamily="34" charset="0"/>
              </a:rPr>
              <a:t>Elabore des </a:t>
            </a:r>
            <a:r>
              <a:rPr lang="fr-FR" sz="700" b="1" dirty="0">
                <a:solidFill>
                  <a:srgbClr val="575757"/>
                </a:solidFill>
                <a:latin typeface="Arial" panose="020B0604020202020204" pitchFamily="34" charset="0"/>
                <a:cs typeface="Arial" panose="020B0604020202020204" pitchFamily="34" charset="0"/>
              </a:rPr>
              <a:t>stratégies de structuration des données</a:t>
            </a:r>
            <a:r>
              <a:rPr lang="fr-FR" sz="700" dirty="0">
                <a:solidFill>
                  <a:srgbClr val="575757"/>
                </a:solidFill>
                <a:latin typeface="Arial" panose="020B0604020202020204" pitchFamily="34" charset="0"/>
                <a:cs typeface="Arial" panose="020B0604020202020204" pitchFamily="34" charset="0"/>
              </a:rPr>
              <a:t>, suit l’utilisation de la donnée au sein de la CAT et assure la bonne application de la gouvernance de données définies.</a:t>
            </a:r>
          </a:p>
        </p:txBody>
      </p:sp>
      <p:sp>
        <p:nvSpPr>
          <p:cNvPr id="34" name="TextBox 69">
            <a:extLst>
              <a:ext uri="{FF2B5EF4-FFF2-40B4-BE49-F238E27FC236}">
                <a16:creationId xmlns:a16="http://schemas.microsoft.com/office/drawing/2014/main" id="{C3992193-DD8D-1D11-CBB4-26F5B4F52B81}"/>
              </a:ext>
            </a:extLst>
          </p:cNvPr>
          <p:cNvSpPr txBox="1"/>
          <p:nvPr/>
        </p:nvSpPr>
        <p:spPr>
          <a:xfrm>
            <a:off x="6804248" y="1602078"/>
            <a:ext cx="1832253" cy="8550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Data </a:t>
            </a:r>
            <a:r>
              <a:rPr lang="fr-FR" sz="900" b="1" i="1" dirty="0" err="1">
                <a:solidFill>
                  <a:srgbClr val="F8CD38"/>
                </a:solidFill>
                <a:latin typeface="Arial" panose="020B0604020202020204" pitchFamily="34" charset="0"/>
                <a:cs typeface="Arial" panose="020B0604020202020204" pitchFamily="34" charset="0"/>
              </a:rPr>
              <a:t>Engineer</a:t>
            </a:r>
            <a:endParaRPr lang="fr-FR" sz="900" b="1" i="1" dirty="0">
              <a:solidFill>
                <a:srgbClr val="F8CD38"/>
              </a:solidFill>
              <a:latin typeface="Arial" panose="020B0604020202020204" pitchFamily="34" charset="0"/>
              <a:cs typeface="Arial" panose="020B0604020202020204" pitchFamily="34" charset="0"/>
            </a:endParaRPr>
          </a:p>
          <a:p>
            <a:pPr algn="ctr" defTabSz="914378"/>
            <a:r>
              <a:rPr lang="fr-FR" sz="700" b="1" dirty="0">
                <a:solidFill>
                  <a:srgbClr val="575757"/>
                </a:solidFill>
                <a:latin typeface="Arial" panose="020B0604020202020204" pitchFamily="34" charset="0"/>
                <a:cs typeface="Arial" panose="020B0604020202020204" pitchFamily="34" charset="0"/>
              </a:rPr>
              <a:t>Conçoit, construit et maintient les infrastructures et les pipelines</a:t>
            </a:r>
            <a:r>
              <a:rPr lang="fr-FR" sz="700" dirty="0">
                <a:solidFill>
                  <a:srgbClr val="575757"/>
                </a:solidFill>
                <a:latin typeface="Arial" panose="020B0604020202020204" pitchFamily="34" charset="0"/>
                <a:cs typeface="Arial" panose="020B0604020202020204" pitchFamily="34" charset="0"/>
              </a:rPr>
              <a:t> de données pour collecter, transformer et stocker efficacement les données.</a:t>
            </a:r>
          </a:p>
        </p:txBody>
      </p:sp>
      <p:sp>
        <p:nvSpPr>
          <p:cNvPr id="35" name="TextBox 69">
            <a:extLst>
              <a:ext uri="{FF2B5EF4-FFF2-40B4-BE49-F238E27FC236}">
                <a16:creationId xmlns:a16="http://schemas.microsoft.com/office/drawing/2014/main" id="{8AAB2F99-17F7-92A2-EF43-480A7017C1F9}"/>
              </a:ext>
            </a:extLst>
          </p:cNvPr>
          <p:cNvSpPr txBox="1"/>
          <p:nvPr/>
        </p:nvSpPr>
        <p:spPr>
          <a:xfrm>
            <a:off x="395780" y="2457166"/>
            <a:ext cx="1787005" cy="82035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Data </a:t>
            </a:r>
            <a:r>
              <a:rPr lang="fr-FR" sz="900" b="1" i="1" dirty="0" err="1">
                <a:solidFill>
                  <a:srgbClr val="F8CD38"/>
                </a:solidFill>
                <a:latin typeface="Arial" panose="020B0604020202020204" pitchFamily="34" charset="0"/>
                <a:cs typeface="Arial" panose="020B0604020202020204" pitchFamily="34" charset="0"/>
              </a:rPr>
              <a:t>Scientist</a:t>
            </a:r>
            <a:endParaRPr lang="fr-FR" sz="900" b="1" i="1" dirty="0">
              <a:solidFill>
                <a:srgbClr val="F8CD38"/>
              </a:solidFill>
              <a:latin typeface="Arial" panose="020B0604020202020204" pitchFamily="34" charset="0"/>
              <a:cs typeface="Arial" panose="020B0604020202020204" pitchFamily="34" charset="0"/>
            </a:endParaRPr>
          </a:p>
          <a:p>
            <a:pPr algn="ctr" defTabSz="914378"/>
            <a:r>
              <a:rPr lang="fr-FR" sz="700" dirty="0">
                <a:solidFill>
                  <a:srgbClr val="575757"/>
                </a:solidFill>
                <a:latin typeface="Arial" panose="020B0604020202020204" pitchFamily="34" charset="0"/>
                <a:cs typeface="Arial" panose="020B0604020202020204" pitchFamily="34" charset="0"/>
              </a:rPr>
              <a:t>Analyse les données, développe des </a:t>
            </a:r>
            <a:r>
              <a:rPr lang="fr-FR" sz="700" b="1" dirty="0">
                <a:solidFill>
                  <a:srgbClr val="575757"/>
                </a:solidFill>
                <a:latin typeface="Arial" panose="020B0604020202020204" pitchFamily="34" charset="0"/>
                <a:cs typeface="Arial" panose="020B0604020202020204" pitchFamily="34" charset="0"/>
              </a:rPr>
              <a:t>modèles prédictifs ou descriptifs </a:t>
            </a:r>
            <a:r>
              <a:rPr lang="fr-FR" sz="700" dirty="0">
                <a:solidFill>
                  <a:srgbClr val="575757"/>
                </a:solidFill>
                <a:latin typeface="Arial" panose="020B0604020202020204" pitchFamily="34" charset="0"/>
                <a:cs typeface="Arial" panose="020B0604020202020204" pitchFamily="34" charset="0"/>
              </a:rPr>
              <a:t>et utilise des </a:t>
            </a:r>
            <a:r>
              <a:rPr lang="fr-FR" sz="700" b="1" dirty="0">
                <a:solidFill>
                  <a:srgbClr val="575757"/>
                </a:solidFill>
                <a:latin typeface="Arial" panose="020B0604020202020204" pitchFamily="34" charset="0"/>
                <a:cs typeface="Arial" panose="020B0604020202020204" pitchFamily="34" charset="0"/>
              </a:rPr>
              <a:t>algorithmes avancés </a:t>
            </a:r>
            <a:r>
              <a:rPr lang="fr-FR" sz="700" dirty="0">
                <a:solidFill>
                  <a:srgbClr val="575757"/>
                </a:solidFill>
                <a:latin typeface="Arial" panose="020B0604020202020204" pitchFamily="34" charset="0"/>
                <a:cs typeface="Arial" panose="020B0604020202020204" pitchFamily="34" charset="0"/>
              </a:rPr>
              <a:t>pour en extraire la valeur.</a:t>
            </a:r>
            <a:endParaRPr lang="fr-FR" sz="700" b="1" dirty="0">
              <a:solidFill>
                <a:srgbClr val="575757"/>
              </a:solidFill>
              <a:latin typeface="Arial" panose="020B0604020202020204" pitchFamily="34" charset="0"/>
              <a:cs typeface="Arial" panose="020B0604020202020204" pitchFamily="34" charset="0"/>
            </a:endParaRPr>
          </a:p>
        </p:txBody>
      </p:sp>
      <p:sp>
        <p:nvSpPr>
          <p:cNvPr id="36" name="TextBox 69">
            <a:extLst>
              <a:ext uri="{FF2B5EF4-FFF2-40B4-BE49-F238E27FC236}">
                <a16:creationId xmlns:a16="http://schemas.microsoft.com/office/drawing/2014/main" id="{90EC5774-2BC3-58B5-345F-5657F734ABED}"/>
              </a:ext>
            </a:extLst>
          </p:cNvPr>
          <p:cNvSpPr txBox="1"/>
          <p:nvPr/>
        </p:nvSpPr>
        <p:spPr>
          <a:xfrm>
            <a:off x="6804248" y="2422437"/>
            <a:ext cx="1832253" cy="8550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BI </a:t>
            </a:r>
            <a:r>
              <a:rPr lang="fr-FR" sz="900" b="1" i="1" dirty="0" err="1">
                <a:solidFill>
                  <a:srgbClr val="F8CD38"/>
                </a:solidFill>
                <a:latin typeface="Arial" panose="020B0604020202020204" pitchFamily="34" charset="0"/>
                <a:cs typeface="Arial" panose="020B0604020202020204" pitchFamily="34" charset="0"/>
              </a:rPr>
              <a:t>Developer</a:t>
            </a:r>
            <a:endParaRPr lang="fr-FR" sz="900" b="1" i="1" dirty="0">
              <a:solidFill>
                <a:srgbClr val="F8CD38"/>
              </a:solidFill>
              <a:latin typeface="Arial" panose="020B0604020202020204" pitchFamily="34" charset="0"/>
              <a:cs typeface="Arial" panose="020B0604020202020204" pitchFamily="34" charset="0"/>
            </a:endParaRPr>
          </a:p>
          <a:p>
            <a:pPr algn="ctr" defTabSz="914378"/>
            <a:r>
              <a:rPr lang="fr-FR" sz="700" b="1" dirty="0">
                <a:solidFill>
                  <a:srgbClr val="575757"/>
                </a:solidFill>
                <a:latin typeface="Arial" panose="020B0604020202020204" pitchFamily="34" charset="0"/>
                <a:cs typeface="Arial" panose="020B0604020202020204" pitchFamily="34" charset="0"/>
              </a:rPr>
              <a:t>Crée et maintient des tableaux de bord et rapports analytiques </a:t>
            </a:r>
            <a:r>
              <a:rPr lang="fr-FR" sz="700" dirty="0">
                <a:solidFill>
                  <a:srgbClr val="575757"/>
                </a:solidFill>
                <a:latin typeface="Arial" panose="020B0604020202020204" pitchFamily="34" charset="0"/>
                <a:cs typeface="Arial" panose="020B0604020202020204" pitchFamily="34" charset="0"/>
              </a:rPr>
              <a:t>pour fournir des </a:t>
            </a:r>
            <a:r>
              <a:rPr lang="fr-FR" sz="700" b="1" dirty="0">
                <a:solidFill>
                  <a:srgbClr val="575757"/>
                </a:solidFill>
                <a:latin typeface="Arial" panose="020B0604020202020204" pitchFamily="34" charset="0"/>
                <a:cs typeface="Arial" panose="020B0604020202020204" pitchFamily="34" charset="0"/>
              </a:rPr>
              <a:t>insights opérationnels ou commerciaux exploitables.</a:t>
            </a:r>
            <a:endParaRPr lang="fr-FR" sz="700" dirty="0">
              <a:solidFill>
                <a:srgbClr val="575757"/>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1537B0CC-F7A6-8918-959B-9B9CF06DA52F}"/>
              </a:ext>
            </a:extLst>
          </p:cNvPr>
          <p:cNvSpPr/>
          <p:nvPr/>
        </p:nvSpPr>
        <p:spPr>
          <a:xfrm>
            <a:off x="451529" y="3404085"/>
            <a:ext cx="1675503" cy="321241"/>
          </a:xfrm>
          <a:prstGeom prst="rect">
            <a:avLst/>
          </a:prstGeom>
          <a:solidFill>
            <a:schemeClr val="accent4">
              <a:lumMod val="60000"/>
              <a:lumOff val="40000"/>
            </a:schemeClr>
          </a:solidFill>
          <a:ln w="9525" cap="rnd" cmpd="sng" algn="ctr">
            <a:solidFill>
              <a:schemeClr val="tx1">
                <a:lumMod val="65000"/>
                <a:lumOff val="35000"/>
              </a:schemeClr>
            </a:solidFill>
            <a:prstDash val="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err="1">
                <a:solidFill>
                  <a:prstClr val="white"/>
                </a:solidFill>
                <a:latin typeface="Trebuchet MS"/>
              </a:rPr>
              <a:t>DevSecOps</a:t>
            </a:r>
            <a:endParaRPr lang="fr-FR" sz="800" dirty="0">
              <a:solidFill>
                <a:prstClr val="white"/>
              </a:solidFill>
              <a:latin typeface="Trebuchet MS"/>
            </a:endParaRPr>
          </a:p>
        </p:txBody>
      </p:sp>
      <p:sp>
        <p:nvSpPr>
          <p:cNvPr id="38" name="TextBox 3">
            <a:extLst>
              <a:ext uri="{FF2B5EF4-FFF2-40B4-BE49-F238E27FC236}">
                <a16:creationId xmlns:a16="http://schemas.microsoft.com/office/drawing/2014/main" id="{323A0011-02D7-2547-A1CA-E7AFC3C384FD}"/>
              </a:ext>
            </a:extLst>
          </p:cNvPr>
          <p:cNvSpPr txBox="1"/>
          <p:nvPr/>
        </p:nvSpPr>
        <p:spPr>
          <a:xfrm>
            <a:off x="3487973" y="3795887"/>
            <a:ext cx="2120148" cy="67977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Project Manager</a:t>
            </a:r>
          </a:p>
          <a:p>
            <a:pPr algn="ctr" defTabSz="914378"/>
            <a:r>
              <a:rPr lang="fr-FR" sz="700" b="1" dirty="0">
                <a:solidFill>
                  <a:srgbClr val="575757"/>
                </a:solidFill>
                <a:latin typeface="Arial" panose="020B0604020202020204" pitchFamily="34" charset="0"/>
                <a:cs typeface="Arial" panose="020B0604020202020204" pitchFamily="34" charset="0"/>
              </a:rPr>
              <a:t>Planifie, coordonne et supervise les projets </a:t>
            </a:r>
            <a:r>
              <a:rPr lang="fr-FR" sz="700" dirty="0">
                <a:solidFill>
                  <a:srgbClr val="575757"/>
                </a:solidFill>
                <a:latin typeface="Arial" panose="020B0604020202020204" pitchFamily="34" charset="0"/>
                <a:cs typeface="Arial" panose="020B0604020202020204" pitchFamily="34" charset="0"/>
              </a:rPr>
              <a:t>pour garantir </a:t>
            </a:r>
            <a:r>
              <a:rPr lang="fr-FR" sz="700" b="1" dirty="0">
                <a:solidFill>
                  <a:srgbClr val="575757"/>
                </a:solidFill>
                <a:latin typeface="Arial" panose="020B0604020202020204" pitchFamily="34" charset="0"/>
                <a:cs typeface="Arial" panose="020B0604020202020204" pitchFamily="34" charset="0"/>
              </a:rPr>
              <a:t>leur réalisation dans les délais, conformément aux spécifications.</a:t>
            </a:r>
          </a:p>
        </p:txBody>
      </p:sp>
      <p:sp>
        <p:nvSpPr>
          <p:cNvPr id="39" name="TextBox 3">
            <a:extLst>
              <a:ext uri="{FF2B5EF4-FFF2-40B4-BE49-F238E27FC236}">
                <a16:creationId xmlns:a16="http://schemas.microsoft.com/office/drawing/2014/main" id="{825692C7-1653-F5D1-30FF-A034225E3613}"/>
              </a:ext>
            </a:extLst>
          </p:cNvPr>
          <p:cNvSpPr txBox="1"/>
          <p:nvPr/>
        </p:nvSpPr>
        <p:spPr>
          <a:xfrm>
            <a:off x="6661505" y="3795887"/>
            <a:ext cx="2120148" cy="67977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a:solidFill>
                  <a:srgbClr val="F8CD38"/>
                </a:solidFill>
                <a:latin typeface="Arial" panose="020B0604020202020204" pitchFamily="34" charset="0"/>
                <a:cs typeface="Arial" panose="020B0604020202020204" pitchFamily="34" charset="0"/>
              </a:rPr>
              <a:t>Architecte</a:t>
            </a:r>
          </a:p>
          <a:p>
            <a:pPr algn="ctr" defTabSz="914378"/>
            <a:r>
              <a:rPr lang="fr-FR" sz="700" dirty="0">
                <a:solidFill>
                  <a:srgbClr val="575757"/>
                </a:solidFill>
                <a:latin typeface="Arial" panose="020B0604020202020204" pitchFamily="34" charset="0"/>
                <a:cs typeface="Arial" panose="020B0604020202020204" pitchFamily="34" charset="0"/>
              </a:rPr>
              <a:t>Conçoit et supervise </a:t>
            </a:r>
            <a:r>
              <a:rPr lang="fr-FR" sz="700" b="1" dirty="0">
                <a:solidFill>
                  <a:srgbClr val="575757"/>
                </a:solidFill>
                <a:latin typeface="Arial" panose="020B0604020202020204" pitchFamily="34" charset="0"/>
                <a:cs typeface="Arial" panose="020B0604020202020204" pitchFamily="34" charset="0"/>
              </a:rPr>
              <a:t>l'architecture des systèmes et des données </a:t>
            </a:r>
            <a:r>
              <a:rPr lang="fr-FR" sz="700" dirty="0">
                <a:solidFill>
                  <a:srgbClr val="575757"/>
                </a:solidFill>
                <a:latin typeface="Arial" panose="020B0604020202020204" pitchFamily="34" charset="0"/>
                <a:cs typeface="Arial" panose="020B0604020202020204" pitchFamily="34" charset="0"/>
              </a:rPr>
              <a:t>pour assurer </a:t>
            </a:r>
            <a:r>
              <a:rPr lang="fr-FR" sz="700" b="1" dirty="0">
                <a:solidFill>
                  <a:srgbClr val="575757"/>
                </a:solidFill>
                <a:latin typeface="Arial" panose="020B0604020202020204" pitchFamily="34" charset="0"/>
                <a:cs typeface="Arial" panose="020B0604020202020204" pitchFamily="34" charset="0"/>
              </a:rPr>
              <a:t>l'intégrité et l'efficacité des solutions.</a:t>
            </a:r>
          </a:p>
        </p:txBody>
      </p:sp>
      <p:sp>
        <p:nvSpPr>
          <p:cNvPr id="40" name="TextBox 3">
            <a:extLst>
              <a:ext uri="{FF2B5EF4-FFF2-40B4-BE49-F238E27FC236}">
                <a16:creationId xmlns:a16="http://schemas.microsoft.com/office/drawing/2014/main" id="{6A035F97-FDCD-D2C0-245F-97FF98A409AC}"/>
              </a:ext>
            </a:extLst>
          </p:cNvPr>
          <p:cNvSpPr txBox="1"/>
          <p:nvPr/>
        </p:nvSpPr>
        <p:spPr>
          <a:xfrm>
            <a:off x="143974" y="3795887"/>
            <a:ext cx="2120148" cy="67977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8"/>
            <a:r>
              <a:rPr lang="fr-FR" sz="900" b="1" i="1" dirty="0" err="1">
                <a:solidFill>
                  <a:srgbClr val="F8CD38"/>
                </a:solidFill>
                <a:latin typeface="Arial" panose="020B0604020202020204" pitchFamily="34" charset="0"/>
                <a:cs typeface="Arial" panose="020B0604020202020204" pitchFamily="34" charset="0"/>
              </a:rPr>
              <a:t>DevSecOps</a:t>
            </a:r>
            <a:endParaRPr lang="fr-FR" sz="900" b="1" i="1" dirty="0">
              <a:solidFill>
                <a:srgbClr val="F8CD38"/>
              </a:solidFill>
              <a:latin typeface="Arial" panose="020B0604020202020204" pitchFamily="34" charset="0"/>
              <a:cs typeface="Arial" panose="020B0604020202020204" pitchFamily="34" charset="0"/>
            </a:endParaRPr>
          </a:p>
          <a:p>
            <a:pPr algn="ctr" defTabSz="914378"/>
            <a:r>
              <a:rPr lang="fr-FR" sz="700" dirty="0">
                <a:solidFill>
                  <a:srgbClr val="575757"/>
                </a:solidFill>
                <a:latin typeface="Arial" panose="020B0604020202020204" pitchFamily="34" charset="0"/>
                <a:cs typeface="Arial" panose="020B0604020202020204" pitchFamily="34" charset="0"/>
              </a:rPr>
              <a:t>Automatise </a:t>
            </a:r>
            <a:r>
              <a:rPr lang="fr-FR" sz="700" b="1" dirty="0">
                <a:solidFill>
                  <a:srgbClr val="575757"/>
                </a:solidFill>
                <a:latin typeface="Arial" panose="020B0604020202020204" pitchFamily="34" charset="0"/>
                <a:cs typeface="Arial" panose="020B0604020202020204" pitchFamily="34" charset="0"/>
              </a:rPr>
              <a:t>et gère les processus de développement et de déploieme</a:t>
            </a:r>
            <a:r>
              <a:rPr lang="fr-FR" sz="700" dirty="0">
                <a:solidFill>
                  <a:srgbClr val="575757"/>
                </a:solidFill>
                <a:latin typeface="Arial" panose="020B0604020202020204" pitchFamily="34" charset="0"/>
                <a:cs typeface="Arial" panose="020B0604020202020204" pitchFamily="34" charset="0"/>
              </a:rPr>
              <a:t>nt pour assurer une </a:t>
            </a:r>
            <a:r>
              <a:rPr lang="fr-FR" sz="700" b="1" dirty="0">
                <a:solidFill>
                  <a:srgbClr val="575757"/>
                </a:solidFill>
                <a:latin typeface="Arial" panose="020B0604020202020204" pitchFamily="34" charset="0"/>
                <a:cs typeface="Arial" panose="020B0604020202020204" pitchFamily="34" charset="0"/>
              </a:rPr>
              <a:t>livraison continue et </a:t>
            </a:r>
            <a:r>
              <a:rPr lang="fr-FR" sz="700" b="1" dirty="0" err="1">
                <a:solidFill>
                  <a:srgbClr val="575757"/>
                </a:solidFill>
                <a:latin typeface="Arial" panose="020B0604020202020204" pitchFamily="34" charset="0"/>
                <a:cs typeface="Arial" panose="020B0604020202020204" pitchFamily="34" charset="0"/>
              </a:rPr>
              <a:t>séurisée</a:t>
            </a:r>
            <a:r>
              <a:rPr lang="fr-FR" sz="700" b="1" dirty="0">
                <a:solidFill>
                  <a:srgbClr val="575757"/>
                </a:solidFill>
                <a:latin typeface="Arial" panose="020B0604020202020204" pitchFamily="34" charset="0"/>
                <a:cs typeface="Arial" panose="020B0604020202020204" pitchFamily="34" charset="0"/>
              </a:rPr>
              <a:t> des applications.</a:t>
            </a:r>
          </a:p>
        </p:txBody>
      </p:sp>
      <p:sp>
        <p:nvSpPr>
          <p:cNvPr id="41" name="Rectangle 40">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354925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DB70-CF47-42C0-CB13-3C4C5AD16D2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56756F3-91CE-84C7-3F67-667A2181DA8D}"/>
              </a:ext>
            </a:extLst>
          </p:cNvPr>
          <p:cNvSpPr/>
          <p:nvPr/>
        </p:nvSpPr>
        <p:spPr>
          <a:xfrm>
            <a:off x="179513" y="930026"/>
            <a:ext cx="2860375" cy="2951626"/>
          </a:xfrm>
          <a:prstGeom prst="rect">
            <a:avLst/>
          </a:prstGeom>
          <a:solidFill>
            <a:schemeClr val="bg1"/>
          </a:solidFill>
          <a:ln w="19050"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defTabSz="914378">
              <a:defRPr/>
            </a:pPr>
            <a:endParaRPr lang="fr-FR" sz="1200" b="1" dirty="0">
              <a:solidFill>
                <a:prstClr val="black"/>
              </a:solidFill>
              <a:latin typeface="Trebuchet MS"/>
            </a:endParaRPr>
          </a:p>
        </p:txBody>
      </p:sp>
      <p:sp>
        <p:nvSpPr>
          <p:cNvPr id="11" name="Rectangle 10">
            <a:extLst>
              <a:ext uri="{FF2B5EF4-FFF2-40B4-BE49-F238E27FC236}">
                <a16:creationId xmlns:a16="http://schemas.microsoft.com/office/drawing/2014/main" id="{1FDB82C7-3AC6-AAFC-D93A-3BDA40C36990}"/>
              </a:ext>
            </a:extLst>
          </p:cNvPr>
          <p:cNvSpPr/>
          <p:nvPr/>
        </p:nvSpPr>
        <p:spPr>
          <a:xfrm>
            <a:off x="444174" y="1291006"/>
            <a:ext cx="2311966" cy="2157404"/>
          </a:xfrm>
          <a:prstGeom prst="rect">
            <a:avLst/>
          </a:prstGeom>
          <a:solidFill>
            <a:schemeClr val="bg1">
              <a:lumMod val="95000"/>
            </a:schemeClr>
          </a:solidFill>
          <a:ln w="9525" cap="rnd" cmpd="sng" algn="ctr">
            <a:solidFill>
              <a:schemeClr val="tx1"/>
            </a:solidFill>
            <a:prstDash val="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b" anchorCtr="0" forceAA="0" compatLnSpc="1">
            <a:prstTxWarp prst="textNoShape">
              <a:avLst/>
            </a:prstTxWarp>
            <a:noAutofit/>
          </a:bodyPr>
          <a:lstStyle/>
          <a:p>
            <a:pPr algn="ctr" defTabSz="914378">
              <a:defRPr/>
            </a:pPr>
            <a:r>
              <a:rPr lang="fr-FR" sz="1200" b="1" dirty="0">
                <a:solidFill>
                  <a:schemeClr val="tx1"/>
                </a:solidFill>
                <a:latin typeface="Trebuchet MS"/>
              </a:rPr>
              <a:t>DATA OFFICE</a:t>
            </a:r>
          </a:p>
        </p:txBody>
      </p:sp>
      <p:sp>
        <p:nvSpPr>
          <p:cNvPr id="18" name="Rectangle 17">
            <a:extLst>
              <a:ext uri="{FF2B5EF4-FFF2-40B4-BE49-F238E27FC236}">
                <a16:creationId xmlns:a16="http://schemas.microsoft.com/office/drawing/2014/main" id="{4D2ABA50-C39B-0483-C7DC-DA268D89DBED}"/>
              </a:ext>
            </a:extLst>
          </p:cNvPr>
          <p:cNvSpPr/>
          <p:nvPr/>
        </p:nvSpPr>
        <p:spPr>
          <a:xfrm>
            <a:off x="590587" y="111692"/>
            <a:ext cx="7639013" cy="553998"/>
          </a:xfrm>
          <a:prstGeom prst="rect">
            <a:avLst/>
          </a:prstGeom>
        </p:spPr>
        <p:txBody>
          <a:bodyPr wrap="square" lIns="0" tIns="0" rIns="0" bIns="0">
            <a:spAutoFit/>
          </a:bodyPr>
          <a:lstStyle/>
          <a:p>
            <a:pPr defTabSz="685800">
              <a:buClrTx/>
              <a:defRPr/>
            </a:pPr>
            <a:r>
              <a:rPr lang="fr-FR" sz="1800" b="1" kern="1200" cap="all" spc="-113" dirty="0">
                <a:solidFill>
                  <a:prstClr val="black"/>
                </a:solidFill>
                <a:latin typeface="Tahoma" panose="020B0604030504040204" pitchFamily="34" charset="0"/>
                <a:ea typeface="Tahoma" panose="020B0604030504040204" pitchFamily="34" charset="0"/>
                <a:cs typeface="Tahoma" panose="020B0604030504040204" pitchFamily="34" charset="0"/>
              </a:rPr>
              <a:t>Stream C – Gouvernance et Organisation</a:t>
            </a:r>
          </a:p>
          <a:p>
            <a:pPr defTabSz="685800">
              <a:buClrTx/>
              <a:defRPr/>
            </a:pPr>
            <a:r>
              <a:rPr lang="fr-FR" sz="1800" kern="1200" cap="all" spc="-113" dirty="0">
                <a:solidFill>
                  <a:prstClr val="black"/>
                </a:solidFill>
                <a:latin typeface="Tahoma" panose="020B0604030504040204" pitchFamily="34" charset="0"/>
                <a:ea typeface="Tahoma" panose="020B0604030504040204" pitchFamily="34" charset="0"/>
                <a:cs typeface="Tahoma" panose="020B0604030504040204" pitchFamily="34" charset="0"/>
              </a:rPr>
              <a:t>Contexte EQDOM – nos partis pris et recommandations </a:t>
            </a:r>
          </a:p>
        </p:txBody>
      </p:sp>
      <p:pic>
        <p:nvPicPr>
          <p:cNvPr id="3" name="Image 93" descr="logo SEVEN-01.png">
            <a:extLst>
              <a:ext uri="{FF2B5EF4-FFF2-40B4-BE49-F238E27FC236}">
                <a16:creationId xmlns:a16="http://schemas.microsoft.com/office/drawing/2014/main" id="{DDBDF42E-FA73-3819-AC91-6115171AD5F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87016" y="59356"/>
            <a:ext cx="634951" cy="651544"/>
          </a:xfrm>
          <a:prstGeom prst="rect">
            <a:avLst/>
          </a:prstGeom>
          <a:effectLst>
            <a:outerShdw blurRad="101600" dist="25400" dir="4380000" algn="tl" rotWithShape="0">
              <a:schemeClr val="tx1">
                <a:lumMod val="65000"/>
                <a:lumOff val="35000"/>
                <a:alpha val="44000"/>
              </a:schemeClr>
            </a:outerShdw>
          </a:effectLst>
        </p:spPr>
      </p:pic>
      <p:sp>
        <p:nvSpPr>
          <p:cNvPr id="2" name="ZoneTexte 1">
            <a:extLst>
              <a:ext uri="{FF2B5EF4-FFF2-40B4-BE49-F238E27FC236}">
                <a16:creationId xmlns:a16="http://schemas.microsoft.com/office/drawing/2014/main" id="{3FE01615-31CA-D243-EC0D-35A1333A7CF3}"/>
              </a:ext>
            </a:extLst>
          </p:cNvPr>
          <p:cNvSpPr txBox="1"/>
          <p:nvPr/>
        </p:nvSpPr>
        <p:spPr>
          <a:xfrm>
            <a:off x="6352792" y="973641"/>
            <a:ext cx="2664296" cy="3814020"/>
          </a:xfrm>
          <a:prstGeom prst="rect">
            <a:avLst/>
          </a:prstGeom>
          <a:solidFill>
            <a:schemeClr val="accent1">
              <a:lumMod val="20000"/>
              <a:lumOff val="80000"/>
              <a:alpha val="38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214308" indent="-214308" defTabSz="914378">
              <a:spcAft>
                <a:spcPts val="450"/>
              </a:spcAft>
              <a:buFont typeface="Arial" panose="020B0604020202020204" pitchFamily="34" charset="0"/>
              <a:buChar char="•"/>
            </a:pPr>
            <a:r>
              <a:rPr lang="fr-FR" sz="1050" dirty="0">
                <a:solidFill>
                  <a:prstClr val="black"/>
                </a:solidFill>
                <a:latin typeface="Trebuchet MS"/>
              </a:rPr>
              <a:t>Le Data Office, à vocation principalement « métier / data », en charge de la gouvernance data, de son animation (via le Data </a:t>
            </a:r>
            <a:r>
              <a:rPr lang="fr-FR" sz="1050" dirty="0" err="1">
                <a:solidFill>
                  <a:prstClr val="black"/>
                </a:solidFill>
                <a:latin typeface="Trebuchet MS"/>
              </a:rPr>
              <a:t>Gov</a:t>
            </a:r>
            <a:r>
              <a:rPr lang="fr-FR" sz="1050" dirty="0">
                <a:solidFill>
                  <a:prstClr val="black"/>
                </a:solidFill>
                <a:latin typeface="Trebuchet MS"/>
              </a:rPr>
              <a:t> &amp; </a:t>
            </a:r>
            <a:r>
              <a:rPr lang="fr-FR" sz="1050" dirty="0" err="1">
                <a:solidFill>
                  <a:prstClr val="black"/>
                </a:solidFill>
                <a:latin typeface="Trebuchet MS"/>
              </a:rPr>
              <a:t>Quality</a:t>
            </a:r>
            <a:r>
              <a:rPr lang="fr-FR" sz="1050" dirty="0">
                <a:solidFill>
                  <a:prstClr val="black"/>
                </a:solidFill>
                <a:latin typeface="Trebuchet MS"/>
              </a:rPr>
              <a:t> Manager) et </a:t>
            </a:r>
            <a:r>
              <a:rPr lang="fr-FR" sz="1050" dirty="0" err="1">
                <a:solidFill>
                  <a:prstClr val="black"/>
                </a:solidFill>
                <a:latin typeface="Trebuchet MS"/>
              </a:rPr>
              <a:t>owner</a:t>
            </a:r>
            <a:r>
              <a:rPr lang="fr-FR" sz="1050" dirty="0">
                <a:solidFill>
                  <a:prstClr val="black"/>
                </a:solidFill>
                <a:latin typeface="Trebuchet MS"/>
              </a:rPr>
              <a:t> de la roadmap business</a:t>
            </a:r>
          </a:p>
          <a:p>
            <a:pPr marL="214308" indent="-214308" defTabSz="914378">
              <a:spcAft>
                <a:spcPts val="450"/>
              </a:spcAft>
              <a:buFont typeface="Arial" panose="020B0604020202020204" pitchFamily="34" charset="0"/>
              <a:buChar char="•"/>
            </a:pPr>
            <a:r>
              <a:rPr lang="fr-FR" sz="1050" dirty="0">
                <a:solidFill>
                  <a:prstClr val="black"/>
                </a:solidFill>
                <a:latin typeface="Trebuchet MS"/>
              </a:rPr>
              <a:t>Le Data Office est le garant du socle data, sa qualité et sa modélisation</a:t>
            </a:r>
          </a:p>
          <a:p>
            <a:pPr marL="214308" indent="-214308" defTabSz="914378">
              <a:spcAft>
                <a:spcPts val="450"/>
              </a:spcAft>
              <a:buFont typeface="Arial" panose="020B0604020202020204" pitchFamily="34" charset="0"/>
              <a:buChar char="•"/>
            </a:pPr>
            <a:r>
              <a:rPr lang="fr-FR" sz="1050" dirty="0">
                <a:solidFill>
                  <a:prstClr val="black"/>
                </a:solidFill>
                <a:latin typeface="Trebuchet MS"/>
              </a:rPr>
              <a:t>La DOSI est </a:t>
            </a:r>
            <a:r>
              <a:rPr lang="fr-FR" sz="1050" dirty="0" err="1">
                <a:solidFill>
                  <a:prstClr val="black"/>
                </a:solidFill>
                <a:latin typeface="Trebuchet MS"/>
              </a:rPr>
              <a:t>owner</a:t>
            </a:r>
            <a:r>
              <a:rPr lang="fr-FR" sz="1050" dirty="0">
                <a:solidFill>
                  <a:prstClr val="black"/>
                </a:solidFill>
                <a:latin typeface="Trebuchet MS"/>
              </a:rPr>
              <a:t> technologique de la plateforme technique data.</a:t>
            </a:r>
          </a:p>
          <a:p>
            <a:pPr marL="214308" indent="-214308" defTabSz="914378">
              <a:spcAft>
                <a:spcPts val="450"/>
              </a:spcAft>
              <a:buFont typeface="Arial" panose="020B0604020202020204" pitchFamily="34" charset="0"/>
              <a:buChar char="•"/>
            </a:pPr>
            <a:r>
              <a:rPr lang="fr-FR" sz="1050" dirty="0">
                <a:solidFill>
                  <a:prstClr val="black"/>
                </a:solidFill>
                <a:latin typeface="Trebuchet MS"/>
              </a:rPr>
              <a:t>Création de 2 rôles partagés entre la DOSI et le Data Office : Data Architecte en charge de la modélisation business sur le socle technique ainsi que le Data </a:t>
            </a:r>
            <a:r>
              <a:rPr lang="fr-FR" sz="1050" dirty="0" err="1">
                <a:solidFill>
                  <a:prstClr val="black"/>
                </a:solidFill>
                <a:latin typeface="Trebuchet MS"/>
              </a:rPr>
              <a:t>project</a:t>
            </a:r>
            <a:r>
              <a:rPr lang="fr-FR" sz="1050" dirty="0">
                <a:solidFill>
                  <a:prstClr val="black"/>
                </a:solidFill>
                <a:latin typeface="Trebuchet MS"/>
              </a:rPr>
              <a:t> manager en lead sur l’implémentation d’un cas d’usage business.</a:t>
            </a:r>
          </a:p>
          <a:p>
            <a:pPr marL="214308" indent="-214308" defTabSz="914378">
              <a:spcAft>
                <a:spcPts val="450"/>
              </a:spcAft>
              <a:buFont typeface="Arial" panose="020B0604020202020204" pitchFamily="34" charset="0"/>
              <a:buChar char="•"/>
            </a:pPr>
            <a:r>
              <a:rPr lang="fr-FR" sz="1050" dirty="0">
                <a:solidFill>
                  <a:prstClr val="black"/>
                </a:solidFill>
                <a:latin typeface="Trebuchet MS"/>
              </a:rPr>
              <a:t>Les Data </a:t>
            </a:r>
            <a:r>
              <a:rPr lang="fr-FR" sz="1050" dirty="0" err="1">
                <a:solidFill>
                  <a:prstClr val="black"/>
                </a:solidFill>
                <a:latin typeface="Trebuchet MS"/>
              </a:rPr>
              <a:t>Custodians</a:t>
            </a:r>
            <a:r>
              <a:rPr lang="fr-FR" sz="1050" dirty="0">
                <a:solidFill>
                  <a:prstClr val="black"/>
                </a:solidFill>
                <a:latin typeface="Trebuchet MS"/>
              </a:rPr>
              <a:t> sont les référents IT, maîtrisant les différents systèmes de l’entreprise.</a:t>
            </a:r>
          </a:p>
        </p:txBody>
      </p:sp>
      <p:sp>
        <p:nvSpPr>
          <p:cNvPr id="4" name="Rectangle 3">
            <a:extLst>
              <a:ext uri="{FF2B5EF4-FFF2-40B4-BE49-F238E27FC236}">
                <a16:creationId xmlns:a16="http://schemas.microsoft.com/office/drawing/2014/main" id="{5D35C523-07BF-7D4D-F00A-F7C73140EDDC}"/>
              </a:ext>
            </a:extLst>
          </p:cNvPr>
          <p:cNvSpPr/>
          <p:nvPr/>
        </p:nvSpPr>
        <p:spPr>
          <a:xfrm>
            <a:off x="6582189" y="728400"/>
            <a:ext cx="2214000" cy="24788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914378"/>
            <a:r>
              <a:rPr lang="fr-FR" sz="1200" b="1" dirty="0">
                <a:solidFill>
                  <a:srgbClr val="FFFFFF"/>
                </a:solidFill>
                <a:latin typeface="Trebuchet MS"/>
              </a:rPr>
              <a:t>Nos partis pris</a:t>
            </a:r>
          </a:p>
        </p:txBody>
      </p:sp>
      <p:sp>
        <p:nvSpPr>
          <p:cNvPr id="5" name="Rectangle 4">
            <a:extLst>
              <a:ext uri="{FF2B5EF4-FFF2-40B4-BE49-F238E27FC236}">
                <a16:creationId xmlns:a16="http://schemas.microsoft.com/office/drawing/2014/main" id="{B5DB3450-C99B-B386-855A-164A9FBA7893}"/>
              </a:ext>
            </a:extLst>
          </p:cNvPr>
          <p:cNvSpPr/>
          <p:nvPr/>
        </p:nvSpPr>
        <p:spPr>
          <a:xfrm>
            <a:off x="3280195" y="915566"/>
            <a:ext cx="2875982" cy="2754306"/>
          </a:xfrm>
          <a:prstGeom prst="rect">
            <a:avLst/>
          </a:prstGeom>
          <a:solidFill>
            <a:schemeClr val="bg1"/>
          </a:solidFill>
          <a:ln w="19050"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defTabSz="914378">
              <a:defRPr/>
            </a:pPr>
            <a:endParaRPr lang="fr-FR" sz="1200" b="1" dirty="0">
              <a:solidFill>
                <a:prstClr val="black"/>
              </a:solidFill>
              <a:latin typeface="Trebuchet MS"/>
            </a:endParaRPr>
          </a:p>
          <a:p>
            <a:pPr algn="ctr" defTabSz="914378">
              <a:defRPr/>
            </a:pPr>
            <a:r>
              <a:rPr lang="fr-FR" sz="1200" b="1" dirty="0">
                <a:solidFill>
                  <a:prstClr val="black"/>
                </a:solidFill>
                <a:latin typeface="Trebuchet MS"/>
              </a:rPr>
              <a:t>Direction Organisation &amp; Systèmes d’information</a:t>
            </a:r>
          </a:p>
        </p:txBody>
      </p:sp>
      <p:sp>
        <p:nvSpPr>
          <p:cNvPr id="6" name="Rectangle 5">
            <a:extLst>
              <a:ext uri="{FF2B5EF4-FFF2-40B4-BE49-F238E27FC236}">
                <a16:creationId xmlns:a16="http://schemas.microsoft.com/office/drawing/2014/main" id="{EE87324D-7DF5-1518-AF48-6DF2DE597547}"/>
              </a:ext>
            </a:extLst>
          </p:cNvPr>
          <p:cNvSpPr/>
          <p:nvPr/>
        </p:nvSpPr>
        <p:spPr>
          <a:xfrm>
            <a:off x="179513" y="3881653"/>
            <a:ext cx="5976664" cy="906008"/>
          </a:xfrm>
          <a:prstGeom prst="rect">
            <a:avLst/>
          </a:prstGeom>
          <a:solidFill>
            <a:schemeClr val="bg1"/>
          </a:solidFill>
          <a:ln w="19050"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b" anchorCtr="0" forceAA="0" compatLnSpc="1">
            <a:prstTxWarp prst="textNoShape">
              <a:avLst/>
            </a:prstTxWarp>
            <a:noAutofit/>
          </a:bodyPr>
          <a:lstStyle/>
          <a:p>
            <a:pPr algn="ctr" defTabSz="914378">
              <a:defRPr/>
            </a:pPr>
            <a:r>
              <a:rPr lang="fr-FR" sz="1200" b="1" dirty="0">
                <a:solidFill>
                  <a:prstClr val="black"/>
                </a:solidFill>
                <a:latin typeface="Trebuchet MS"/>
              </a:rPr>
              <a:t>Organisations métiers</a:t>
            </a:r>
          </a:p>
        </p:txBody>
      </p:sp>
      <p:sp>
        <p:nvSpPr>
          <p:cNvPr id="9" name="Rectangle 8">
            <a:extLst>
              <a:ext uri="{FF2B5EF4-FFF2-40B4-BE49-F238E27FC236}">
                <a16:creationId xmlns:a16="http://schemas.microsoft.com/office/drawing/2014/main" id="{1EAFE256-BE85-F5C9-C950-7610ABEFC8E2}"/>
              </a:ext>
            </a:extLst>
          </p:cNvPr>
          <p:cNvSpPr/>
          <p:nvPr/>
        </p:nvSpPr>
        <p:spPr>
          <a:xfrm>
            <a:off x="185981" y="3577335"/>
            <a:ext cx="2843100" cy="472296"/>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MA" sz="900" dirty="0">
              <a:solidFill>
                <a:srgbClr val="FFFFFF"/>
              </a:solidFill>
            </a:endParaRPr>
          </a:p>
        </p:txBody>
      </p:sp>
      <p:sp>
        <p:nvSpPr>
          <p:cNvPr id="10" name="Rectangle 9">
            <a:extLst>
              <a:ext uri="{FF2B5EF4-FFF2-40B4-BE49-F238E27FC236}">
                <a16:creationId xmlns:a16="http://schemas.microsoft.com/office/drawing/2014/main" id="{7944CC3B-ABAA-D997-44B8-AA183D05CB2D}"/>
              </a:ext>
            </a:extLst>
          </p:cNvPr>
          <p:cNvSpPr/>
          <p:nvPr/>
        </p:nvSpPr>
        <p:spPr>
          <a:xfrm>
            <a:off x="887927" y="1159754"/>
            <a:ext cx="1382976" cy="328303"/>
          </a:xfrm>
          <a:prstGeom prst="rect">
            <a:avLst/>
          </a:prstGeom>
          <a:solidFill>
            <a:schemeClr val="tx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1050" dirty="0">
                <a:solidFill>
                  <a:prstClr val="white"/>
                </a:solidFill>
                <a:latin typeface="Trebuchet MS"/>
              </a:rPr>
              <a:t>CHIEF DATA OFFICER</a:t>
            </a:r>
          </a:p>
        </p:txBody>
      </p:sp>
      <p:grpSp>
        <p:nvGrpSpPr>
          <p:cNvPr id="7" name="Groupe 6">
            <a:extLst>
              <a:ext uri="{FF2B5EF4-FFF2-40B4-BE49-F238E27FC236}">
                <a16:creationId xmlns:a16="http://schemas.microsoft.com/office/drawing/2014/main" id="{20280DB9-AF3F-FAAB-C3BB-568723E52C43}"/>
              </a:ext>
            </a:extLst>
          </p:cNvPr>
          <p:cNvGrpSpPr/>
          <p:nvPr/>
        </p:nvGrpSpPr>
        <p:grpSpPr>
          <a:xfrm>
            <a:off x="338892" y="4143374"/>
            <a:ext cx="5589000" cy="229500"/>
            <a:chOff x="451856" y="5524499"/>
            <a:chExt cx="5962562" cy="306000"/>
          </a:xfrm>
        </p:grpSpPr>
        <p:sp>
          <p:nvSpPr>
            <p:cNvPr id="12" name="Rectangle 11">
              <a:extLst>
                <a:ext uri="{FF2B5EF4-FFF2-40B4-BE49-F238E27FC236}">
                  <a16:creationId xmlns:a16="http://schemas.microsoft.com/office/drawing/2014/main" id="{278DBD45-FC9A-6032-DC77-4A1B0AD02167}"/>
                </a:ext>
              </a:extLst>
            </p:cNvPr>
            <p:cNvSpPr/>
            <p:nvPr/>
          </p:nvSpPr>
          <p:spPr>
            <a:xfrm>
              <a:off x="451856" y="5524499"/>
              <a:ext cx="1375945" cy="306000"/>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Data </a:t>
              </a:r>
              <a:r>
                <a:rPr lang="fr-FR" sz="800" dirty="0" err="1">
                  <a:solidFill>
                    <a:prstClr val="black"/>
                  </a:solidFill>
                  <a:latin typeface="Trebuchet MS"/>
                </a:rPr>
                <a:t>Owners</a:t>
              </a:r>
              <a:endParaRPr lang="fr-FR" sz="800" dirty="0">
                <a:solidFill>
                  <a:prstClr val="black"/>
                </a:solidFill>
                <a:latin typeface="Trebuchet MS"/>
              </a:endParaRPr>
            </a:p>
          </p:txBody>
        </p:sp>
        <p:sp>
          <p:nvSpPr>
            <p:cNvPr id="14" name="Rectangle 13">
              <a:extLst>
                <a:ext uri="{FF2B5EF4-FFF2-40B4-BE49-F238E27FC236}">
                  <a16:creationId xmlns:a16="http://schemas.microsoft.com/office/drawing/2014/main" id="{81367E47-C34D-E930-390C-D3F4A43DF2B0}"/>
                </a:ext>
              </a:extLst>
            </p:cNvPr>
            <p:cNvSpPr/>
            <p:nvPr/>
          </p:nvSpPr>
          <p:spPr>
            <a:xfrm>
              <a:off x="1984541" y="5524499"/>
              <a:ext cx="1375945" cy="306000"/>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Data Stewards</a:t>
              </a:r>
            </a:p>
          </p:txBody>
        </p:sp>
        <p:sp>
          <p:nvSpPr>
            <p:cNvPr id="15" name="Rectangle 14">
              <a:extLst>
                <a:ext uri="{FF2B5EF4-FFF2-40B4-BE49-F238E27FC236}">
                  <a16:creationId xmlns:a16="http://schemas.microsoft.com/office/drawing/2014/main" id="{F1DAC3A1-EFEB-13C4-2C11-DEA8AFE6BDC8}"/>
                </a:ext>
              </a:extLst>
            </p:cNvPr>
            <p:cNvSpPr/>
            <p:nvPr/>
          </p:nvSpPr>
          <p:spPr>
            <a:xfrm>
              <a:off x="3517228" y="5524499"/>
              <a:ext cx="1375945" cy="306000"/>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DPO (conformité)</a:t>
              </a:r>
            </a:p>
          </p:txBody>
        </p:sp>
        <p:sp>
          <p:nvSpPr>
            <p:cNvPr id="17" name="Rectangle 16">
              <a:extLst>
                <a:ext uri="{FF2B5EF4-FFF2-40B4-BE49-F238E27FC236}">
                  <a16:creationId xmlns:a16="http://schemas.microsoft.com/office/drawing/2014/main" id="{2B6E67C9-FF71-4975-2228-E6A2D5E827D9}"/>
                </a:ext>
              </a:extLst>
            </p:cNvPr>
            <p:cNvSpPr/>
            <p:nvPr/>
          </p:nvSpPr>
          <p:spPr>
            <a:xfrm>
              <a:off x="5038473" y="5524499"/>
              <a:ext cx="1375945" cy="306000"/>
            </a:xfrm>
            <a:prstGeom prst="rect">
              <a:avLst/>
            </a:prstGeom>
            <a:solidFill>
              <a:schemeClr val="accent1">
                <a:lumMod val="40000"/>
                <a:lumOff val="6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00" dirty="0">
                  <a:solidFill>
                    <a:prstClr val="black"/>
                  </a:solidFill>
                  <a:latin typeface="Trebuchet MS"/>
                </a:rPr>
                <a:t>Product </a:t>
              </a:r>
              <a:r>
                <a:rPr lang="fr-FR" sz="800" dirty="0" err="1">
                  <a:solidFill>
                    <a:prstClr val="black"/>
                  </a:solidFill>
                  <a:latin typeface="Trebuchet MS"/>
                </a:rPr>
                <a:t>Owner</a:t>
              </a:r>
              <a:endParaRPr lang="fr-FR" sz="800" dirty="0">
                <a:solidFill>
                  <a:prstClr val="black"/>
                </a:solidFill>
                <a:latin typeface="Trebuchet MS"/>
              </a:endParaRPr>
            </a:p>
          </p:txBody>
        </p:sp>
      </p:grpSp>
      <p:sp>
        <p:nvSpPr>
          <p:cNvPr id="41" name="Rectangle 40">
            <a:extLst>
              <a:ext uri="{FF2B5EF4-FFF2-40B4-BE49-F238E27FC236}">
                <a16:creationId xmlns:a16="http://schemas.microsoft.com/office/drawing/2014/main" id="{63F6C06F-1170-209A-3968-908DB157A426}"/>
              </a:ext>
            </a:extLst>
          </p:cNvPr>
          <p:cNvSpPr/>
          <p:nvPr/>
        </p:nvSpPr>
        <p:spPr>
          <a:xfrm>
            <a:off x="3607752" y="2309147"/>
            <a:ext cx="1333099" cy="299378"/>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IT Architectes / DevOps / Sécurité</a:t>
            </a:r>
          </a:p>
        </p:txBody>
      </p:sp>
      <p:sp>
        <p:nvSpPr>
          <p:cNvPr id="43" name="Rectangle 42">
            <a:extLst>
              <a:ext uri="{FF2B5EF4-FFF2-40B4-BE49-F238E27FC236}">
                <a16:creationId xmlns:a16="http://schemas.microsoft.com/office/drawing/2014/main" id="{14C59AED-77F7-36DA-319E-FB21330B1509}"/>
              </a:ext>
            </a:extLst>
          </p:cNvPr>
          <p:cNvSpPr/>
          <p:nvPr/>
        </p:nvSpPr>
        <p:spPr>
          <a:xfrm>
            <a:off x="2371560" y="1850834"/>
            <a:ext cx="1512000" cy="230535"/>
          </a:xfrm>
          <a:prstGeom prst="rect">
            <a:avLst/>
          </a:prstGeom>
          <a:solidFill>
            <a:schemeClr val="bg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black"/>
                </a:solidFill>
                <a:latin typeface="Trebuchet MS"/>
              </a:rPr>
              <a:t>DATA PROJECT MANAGER</a:t>
            </a:r>
          </a:p>
        </p:txBody>
      </p:sp>
      <p:sp>
        <p:nvSpPr>
          <p:cNvPr id="45" name="Rectangle 44">
            <a:extLst>
              <a:ext uri="{FF2B5EF4-FFF2-40B4-BE49-F238E27FC236}">
                <a16:creationId xmlns:a16="http://schemas.microsoft.com/office/drawing/2014/main" id="{99BBF75E-F9A8-3407-38E0-21D54B25709A}"/>
              </a:ext>
            </a:extLst>
          </p:cNvPr>
          <p:cNvSpPr/>
          <p:nvPr/>
        </p:nvSpPr>
        <p:spPr>
          <a:xfrm>
            <a:off x="1965446" y="2201095"/>
            <a:ext cx="621000" cy="918000"/>
          </a:xfrm>
          <a:prstGeom prst="rect">
            <a:avLst/>
          </a:prstGeom>
          <a:solidFill>
            <a:schemeClr val="accent1">
              <a:lumMod val="40000"/>
              <a:lumOff val="60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25" dirty="0">
                <a:solidFill>
                  <a:prstClr val="black"/>
                </a:solidFill>
                <a:latin typeface="Trebuchet MS"/>
              </a:rPr>
              <a:t>Data </a:t>
            </a:r>
            <a:r>
              <a:rPr lang="fr-FR" sz="825" dirty="0" err="1">
                <a:solidFill>
                  <a:prstClr val="black"/>
                </a:solidFill>
                <a:latin typeface="Trebuchet MS"/>
              </a:rPr>
              <a:t>Gov</a:t>
            </a:r>
            <a:r>
              <a:rPr lang="fr-FR" sz="825" dirty="0">
                <a:solidFill>
                  <a:prstClr val="black"/>
                </a:solidFill>
                <a:latin typeface="Trebuchet MS"/>
              </a:rPr>
              <a:t> &amp; </a:t>
            </a:r>
            <a:r>
              <a:rPr lang="fr-FR" sz="825" dirty="0" err="1">
                <a:solidFill>
                  <a:prstClr val="black"/>
                </a:solidFill>
                <a:latin typeface="Trebuchet MS"/>
              </a:rPr>
              <a:t>Quality</a:t>
            </a:r>
            <a:r>
              <a:rPr lang="fr-FR" sz="825" dirty="0">
                <a:solidFill>
                  <a:prstClr val="black"/>
                </a:solidFill>
                <a:latin typeface="Trebuchet MS"/>
              </a:rPr>
              <a:t> Manager</a:t>
            </a:r>
          </a:p>
        </p:txBody>
      </p:sp>
      <p:sp>
        <p:nvSpPr>
          <p:cNvPr id="46" name="Rectangle 45">
            <a:extLst>
              <a:ext uri="{FF2B5EF4-FFF2-40B4-BE49-F238E27FC236}">
                <a16:creationId xmlns:a16="http://schemas.microsoft.com/office/drawing/2014/main" id="{94EF263E-0646-F8C3-7F02-22981031ACA4}"/>
              </a:ext>
            </a:extLst>
          </p:cNvPr>
          <p:cNvSpPr/>
          <p:nvPr/>
        </p:nvSpPr>
        <p:spPr>
          <a:xfrm>
            <a:off x="579639" y="2195691"/>
            <a:ext cx="621000" cy="918000"/>
          </a:xfrm>
          <a:prstGeom prst="rect">
            <a:avLst/>
          </a:prstGeom>
          <a:solidFill>
            <a:schemeClr val="accent4">
              <a:lumMod val="60000"/>
              <a:lumOff val="40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25" dirty="0">
                <a:solidFill>
                  <a:prstClr val="white"/>
                </a:solidFill>
                <a:latin typeface="Trebuchet MS"/>
              </a:rPr>
              <a:t>Data </a:t>
            </a:r>
            <a:r>
              <a:rPr lang="fr-FR" sz="825" dirty="0" err="1">
                <a:solidFill>
                  <a:prstClr val="white"/>
                </a:solidFill>
                <a:latin typeface="Trebuchet MS"/>
              </a:rPr>
              <a:t>Scientist</a:t>
            </a:r>
            <a:endParaRPr lang="fr-FR" sz="825" dirty="0">
              <a:solidFill>
                <a:prstClr val="white"/>
              </a:solidFill>
              <a:latin typeface="Trebuchet MS"/>
            </a:endParaRPr>
          </a:p>
        </p:txBody>
      </p:sp>
      <p:sp>
        <p:nvSpPr>
          <p:cNvPr id="47" name="Rectangle 46">
            <a:extLst>
              <a:ext uri="{FF2B5EF4-FFF2-40B4-BE49-F238E27FC236}">
                <a16:creationId xmlns:a16="http://schemas.microsoft.com/office/drawing/2014/main" id="{629C9D67-2DB0-D5B1-D4D5-CCAAA28E01C7}"/>
              </a:ext>
            </a:extLst>
          </p:cNvPr>
          <p:cNvSpPr/>
          <p:nvPr/>
        </p:nvSpPr>
        <p:spPr>
          <a:xfrm>
            <a:off x="1272542" y="2195691"/>
            <a:ext cx="621000" cy="918000"/>
          </a:xfrm>
          <a:prstGeom prst="rect">
            <a:avLst/>
          </a:prstGeom>
          <a:solidFill>
            <a:schemeClr val="accent4">
              <a:lumMod val="60000"/>
              <a:lumOff val="40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25" dirty="0">
                <a:solidFill>
                  <a:prstClr val="white"/>
                </a:solidFill>
                <a:latin typeface="Trebuchet MS"/>
              </a:rPr>
              <a:t>Data </a:t>
            </a:r>
            <a:r>
              <a:rPr lang="fr-FR" sz="825" dirty="0" err="1">
                <a:solidFill>
                  <a:prstClr val="white"/>
                </a:solidFill>
                <a:latin typeface="Trebuchet MS"/>
              </a:rPr>
              <a:t>Engineer</a:t>
            </a:r>
            <a:endParaRPr lang="fr-FR" sz="825" dirty="0">
              <a:solidFill>
                <a:prstClr val="white"/>
              </a:solidFill>
              <a:latin typeface="Trebuchet MS"/>
            </a:endParaRPr>
          </a:p>
          <a:p>
            <a:pPr algn="ctr" defTabSz="914378"/>
            <a:endParaRPr lang="fr-FR" sz="825" dirty="0">
              <a:solidFill>
                <a:prstClr val="white"/>
              </a:solidFill>
              <a:latin typeface="Trebuchet MS"/>
            </a:endParaRPr>
          </a:p>
          <a:p>
            <a:pPr algn="ctr" defTabSz="914378"/>
            <a:r>
              <a:rPr lang="fr-FR" sz="675" i="1" dirty="0">
                <a:solidFill>
                  <a:prstClr val="white"/>
                </a:solidFill>
                <a:latin typeface="Trebuchet MS"/>
              </a:rPr>
              <a:t>Socle &amp; Data </a:t>
            </a:r>
            <a:r>
              <a:rPr lang="fr-FR" sz="675" i="1" dirty="0" err="1">
                <a:solidFill>
                  <a:prstClr val="white"/>
                </a:solidFill>
                <a:latin typeface="Trebuchet MS"/>
              </a:rPr>
              <a:t>Marts</a:t>
            </a:r>
            <a:endParaRPr lang="fr-FR" sz="675" i="1" dirty="0">
              <a:solidFill>
                <a:prstClr val="white"/>
              </a:solidFill>
              <a:latin typeface="Trebuchet MS"/>
            </a:endParaRPr>
          </a:p>
        </p:txBody>
      </p:sp>
      <p:sp>
        <p:nvSpPr>
          <p:cNvPr id="48" name="Rectangle 47">
            <a:extLst>
              <a:ext uri="{FF2B5EF4-FFF2-40B4-BE49-F238E27FC236}">
                <a16:creationId xmlns:a16="http://schemas.microsoft.com/office/drawing/2014/main" id="{D0C7ADA9-6450-1836-FF28-85F1EF020492}"/>
              </a:ext>
            </a:extLst>
          </p:cNvPr>
          <p:cNvSpPr/>
          <p:nvPr/>
        </p:nvSpPr>
        <p:spPr>
          <a:xfrm>
            <a:off x="4036195" y="1862441"/>
            <a:ext cx="913720" cy="370509"/>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Référents IT</a:t>
            </a:r>
          </a:p>
          <a:p>
            <a:pPr algn="ctr" defTabSz="914378"/>
            <a:r>
              <a:rPr lang="fr-FR" sz="800" dirty="0">
                <a:solidFill>
                  <a:prstClr val="white"/>
                </a:solidFill>
                <a:latin typeface="Trebuchet MS"/>
              </a:rPr>
              <a:t>Data </a:t>
            </a:r>
            <a:r>
              <a:rPr lang="fr-FR" sz="800" dirty="0" err="1">
                <a:solidFill>
                  <a:prstClr val="white"/>
                </a:solidFill>
                <a:latin typeface="Trebuchet MS"/>
              </a:rPr>
              <a:t>Custodian</a:t>
            </a:r>
            <a:endParaRPr lang="fr-FR" sz="800" dirty="0">
              <a:solidFill>
                <a:prstClr val="white"/>
              </a:solidFill>
              <a:latin typeface="Trebuchet MS"/>
            </a:endParaRPr>
          </a:p>
        </p:txBody>
      </p:sp>
      <p:sp>
        <p:nvSpPr>
          <p:cNvPr id="49" name="Rectangle 48">
            <a:extLst>
              <a:ext uri="{FF2B5EF4-FFF2-40B4-BE49-F238E27FC236}">
                <a16:creationId xmlns:a16="http://schemas.microsoft.com/office/drawing/2014/main" id="{30036CC0-FFC6-3DC1-FEC2-8CC768EF6C52}"/>
              </a:ext>
            </a:extLst>
          </p:cNvPr>
          <p:cNvSpPr/>
          <p:nvPr/>
        </p:nvSpPr>
        <p:spPr>
          <a:xfrm>
            <a:off x="3607752" y="2982655"/>
            <a:ext cx="1333099" cy="299378"/>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DATA ENGINEERS</a:t>
            </a:r>
          </a:p>
          <a:p>
            <a:pPr algn="ctr" defTabSz="914378"/>
            <a:r>
              <a:rPr lang="fr-FR" sz="675" dirty="0">
                <a:solidFill>
                  <a:prstClr val="white"/>
                </a:solidFill>
                <a:latin typeface="Trebuchet MS"/>
              </a:rPr>
              <a:t>Ingestion &amp; Plateforme Tech</a:t>
            </a:r>
          </a:p>
        </p:txBody>
      </p:sp>
      <p:cxnSp>
        <p:nvCxnSpPr>
          <p:cNvPr id="50" name="Connecteur : en angle 49">
            <a:extLst>
              <a:ext uri="{FF2B5EF4-FFF2-40B4-BE49-F238E27FC236}">
                <a16:creationId xmlns:a16="http://schemas.microsoft.com/office/drawing/2014/main" id="{E2C4BF45-2961-386A-5BCF-0CD6569358B8}"/>
              </a:ext>
            </a:extLst>
          </p:cNvPr>
          <p:cNvCxnSpPr>
            <a:cxnSpLocks/>
            <a:stCxn id="45" idx="2"/>
            <a:endCxn id="12" idx="0"/>
          </p:cNvCxnSpPr>
          <p:nvPr/>
        </p:nvCxnSpPr>
        <p:spPr>
          <a:xfrm rot="5400000">
            <a:off x="1117714" y="2985143"/>
            <a:ext cx="1024280" cy="1292184"/>
          </a:xfrm>
          <a:prstGeom prst="bentConnector3">
            <a:avLst>
              <a:gd name="adj1" fmla="val 63265"/>
            </a:avLst>
          </a:prstGeom>
          <a:ln/>
        </p:spPr>
        <p:style>
          <a:lnRef idx="1">
            <a:schemeClr val="accent1"/>
          </a:lnRef>
          <a:fillRef idx="0">
            <a:schemeClr val="accent1"/>
          </a:fillRef>
          <a:effectRef idx="0">
            <a:schemeClr val="accent1"/>
          </a:effectRef>
          <a:fontRef idx="minor">
            <a:schemeClr val="tx1"/>
          </a:fontRef>
        </p:style>
      </p:cxnSp>
      <p:cxnSp>
        <p:nvCxnSpPr>
          <p:cNvPr id="54" name="Connecteur : en angle 53">
            <a:extLst>
              <a:ext uri="{FF2B5EF4-FFF2-40B4-BE49-F238E27FC236}">
                <a16:creationId xmlns:a16="http://schemas.microsoft.com/office/drawing/2014/main" id="{3343E2CB-19D9-4C77-A197-D5D2081AB2A5}"/>
              </a:ext>
            </a:extLst>
          </p:cNvPr>
          <p:cNvCxnSpPr>
            <a:cxnSpLocks/>
            <a:stCxn id="45" idx="2"/>
            <a:endCxn id="14" idx="0"/>
          </p:cNvCxnSpPr>
          <p:nvPr/>
        </p:nvCxnSpPr>
        <p:spPr>
          <a:xfrm rot="16200000" flipH="1">
            <a:off x="1836044" y="3558997"/>
            <a:ext cx="1024280" cy="144476"/>
          </a:xfrm>
          <a:prstGeom prst="bentConnector3">
            <a:avLst>
              <a:gd name="adj1" fmla="val 63896"/>
            </a:avLst>
          </a:prstGeom>
          <a:ln/>
        </p:spPr>
        <p:style>
          <a:lnRef idx="1">
            <a:schemeClr val="accent1"/>
          </a:lnRef>
          <a:fillRef idx="0">
            <a:schemeClr val="accent1"/>
          </a:fillRef>
          <a:effectRef idx="0">
            <a:schemeClr val="accent1"/>
          </a:effectRef>
          <a:fontRef idx="minor">
            <a:schemeClr val="tx1"/>
          </a:fontRef>
        </p:style>
      </p:cxnSp>
      <p:cxnSp>
        <p:nvCxnSpPr>
          <p:cNvPr id="58" name="Connecteur : en angle 57">
            <a:extLst>
              <a:ext uri="{FF2B5EF4-FFF2-40B4-BE49-F238E27FC236}">
                <a16:creationId xmlns:a16="http://schemas.microsoft.com/office/drawing/2014/main" id="{9B243031-1F58-A267-5328-4190E2A7CAE5}"/>
              </a:ext>
            </a:extLst>
          </p:cNvPr>
          <p:cNvCxnSpPr>
            <a:cxnSpLocks/>
            <a:stCxn id="45" idx="2"/>
            <a:endCxn id="15" idx="0"/>
          </p:cNvCxnSpPr>
          <p:nvPr/>
        </p:nvCxnSpPr>
        <p:spPr>
          <a:xfrm rot="16200000" flipH="1">
            <a:off x="2554375" y="2840665"/>
            <a:ext cx="1024280" cy="1581139"/>
          </a:xfrm>
          <a:prstGeom prst="bentConnector3">
            <a:avLst>
              <a:gd name="adj1" fmla="val 63264"/>
            </a:avLst>
          </a:prstGeom>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DA820B4D-E2D9-BCEC-F639-54DCC6F61323}"/>
              </a:ext>
            </a:extLst>
          </p:cNvPr>
          <p:cNvSpPr/>
          <p:nvPr/>
        </p:nvSpPr>
        <p:spPr>
          <a:xfrm>
            <a:off x="5062760" y="1850834"/>
            <a:ext cx="906147" cy="1431200"/>
          </a:xfrm>
          <a:prstGeom prst="rect">
            <a:avLst/>
          </a:prstGeom>
          <a:solidFill>
            <a:schemeClr val="tx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1050" dirty="0">
                <a:solidFill>
                  <a:prstClr val="white"/>
                </a:solidFill>
                <a:latin typeface="Trebuchet MS"/>
              </a:rPr>
              <a:t>Responsable DATA IT</a:t>
            </a:r>
          </a:p>
        </p:txBody>
      </p:sp>
      <p:sp>
        <p:nvSpPr>
          <p:cNvPr id="63" name="Rectangle 62">
            <a:extLst>
              <a:ext uri="{FF2B5EF4-FFF2-40B4-BE49-F238E27FC236}">
                <a16:creationId xmlns:a16="http://schemas.microsoft.com/office/drawing/2014/main" id="{93E88DB4-BA58-2210-D433-6E3832F91706}"/>
              </a:ext>
            </a:extLst>
          </p:cNvPr>
          <p:cNvSpPr/>
          <p:nvPr/>
        </p:nvSpPr>
        <p:spPr>
          <a:xfrm>
            <a:off x="2371560" y="1564112"/>
            <a:ext cx="1512000" cy="230535"/>
          </a:xfrm>
          <a:prstGeom prst="rect">
            <a:avLst/>
          </a:prstGeom>
          <a:solidFill>
            <a:schemeClr val="bg1"/>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black"/>
                </a:solidFill>
                <a:latin typeface="Trebuchet MS"/>
              </a:rPr>
              <a:t>DATA ARCHITECTE</a:t>
            </a:r>
          </a:p>
        </p:txBody>
      </p:sp>
      <p:sp>
        <p:nvSpPr>
          <p:cNvPr id="64" name="Rectangle 63">
            <a:extLst>
              <a:ext uri="{FF2B5EF4-FFF2-40B4-BE49-F238E27FC236}">
                <a16:creationId xmlns:a16="http://schemas.microsoft.com/office/drawing/2014/main" id="{7603BAE6-BE5B-7C00-802C-4F1F47DA71C9}"/>
              </a:ext>
            </a:extLst>
          </p:cNvPr>
          <p:cNvSpPr/>
          <p:nvPr/>
        </p:nvSpPr>
        <p:spPr>
          <a:xfrm>
            <a:off x="590587" y="1679380"/>
            <a:ext cx="1302955" cy="387386"/>
          </a:xfrm>
          <a:prstGeom prst="rect">
            <a:avLst/>
          </a:prstGeom>
          <a:solidFill>
            <a:schemeClr val="accent1">
              <a:lumMod val="40000"/>
              <a:lumOff val="60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defRPr/>
            </a:pPr>
            <a:r>
              <a:rPr lang="fr-FR" sz="825" dirty="0">
                <a:solidFill>
                  <a:prstClr val="black"/>
                </a:solidFill>
                <a:latin typeface="Trebuchet MS"/>
              </a:rPr>
              <a:t>BUSINESS ANALYSTES</a:t>
            </a:r>
          </a:p>
        </p:txBody>
      </p:sp>
      <p:cxnSp>
        <p:nvCxnSpPr>
          <p:cNvPr id="65" name="Connecteur : en angle 64">
            <a:extLst>
              <a:ext uri="{FF2B5EF4-FFF2-40B4-BE49-F238E27FC236}">
                <a16:creationId xmlns:a16="http://schemas.microsoft.com/office/drawing/2014/main" id="{01AE42BC-D555-08F1-76F6-D7A52AD38107}"/>
              </a:ext>
            </a:extLst>
          </p:cNvPr>
          <p:cNvCxnSpPr>
            <a:cxnSpLocks/>
            <a:stCxn id="43" idx="2"/>
            <a:endCxn id="17" idx="0"/>
          </p:cNvCxnSpPr>
          <p:nvPr/>
        </p:nvCxnSpPr>
        <p:spPr>
          <a:xfrm rot="16200000" flipH="1">
            <a:off x="3174288" y="2034640"/>
            <a:ext cx="2062006" cy="2155462"/>
          </a:xfrm>
          <a:prstGeom prst="bentConnector3">
            <a:avLst>
              <a:gd name="adj1" fmla="val 67257"/>
            </a:avLst>
          </a:prstGeom>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3070E17-76D9-D9BF-45BA-100ADDC40EE3}"/>
              </a:ext>
            </a:extLst>
          </p:cNvPr>
          <p:cNvSpPr/>
          <p:nvPr/>
        </p:nvSpPr>
        <p:spPr>
          <a:xfrm>
            <a:off x="3607752" y="2684721"/>
            <a:ext cx="1333099" cy="221737"/>
          </a:xfrm>
          <a:prstGeom prst="rect">
            <a:avLst/>
          </a:prstGeom>
          <a:solidFill>
            <a:schemeClr val="accent4">
              <a:lumMod val="60000"/>
              <a:lumOff val="40000"/>
            </a:schemeClr>
          </a:solidFill>
          <a:ln w="9525" cap="rnd" cmpd="sng" algn="ctr">
            <a:solidFill>
              <a:schemeClr val="tx1">
                <a:lumMod val="65000"/>
                <a:lumOff val="3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defTabSz="914378"/>
            <a:r>
              <a:rPr lang="fr-FR" sz="800" dirty="0">
                <a:solidFill>
                  <a:prstClr val="white"/>
                </a:solidFill>
                <a:latin typeface="Trebuchet MS"/>
              </a:rPr>
              <a:t>BI ENGINEERS</a:t>
            </a:r>
          </a:p>
        </p:txBody>
      </p:sp>
      <p:sp>
        <p:nvSpPr>
          <p:cNvPr id="32" name="Rectangle 31">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2</a:t>
            </a:r>
            <a:endParaRPr lang="fr-FR" sz="2800" b="1" dirty="0">
              <a:solidFill>
                <a:prstClr val="white"/>
              </a:solidFill>
              <a:latin typeface="Rockwell Condensed" pitchFamily="18" charset="0"/>
              <a:ea typeface="Cambria Math" pitchFamily="18" charset="0"/>
              <a:cs typeface="Arial" pitchFamily="34" charset="0"/>
            </a:endParaRPr>
          </a:p>
        </p:txBody>
      </p:sp>
    </p:spTree>
    <p:extLst>
      <p:ext uri="{BB962C8B-B14F-4D97-AF65-F5344CB8AC3E}">
        <p14:creationId xmlns:p14="http://schemas.microsoft.com/office/powerpoint/2010/main" val="3947341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90093-6D74-6EF8-B8A9-C9B169A0814B}"/>
            </a:ext>
          </a:extLst>
        </p:cNvPr>
        <p:cNvGrpSpPr/>
        <p:nvPr/>
      </p:nvGrpSpPr>
      <p:grpSpPr>
        <a:xfrm>
          <a:off x="0" y="0"/>
          <a:ext cx="0" cy="0"/>
          <a:chOff x="0" y="0"/>
          <a:chExt cx="0" cy="0"/>
        </a:xfrm>
      </p:grpSpPr>
      <p:grpSp>
        <p:nvGrpSpPr>
          <p:cNvPr id="14" name="Groupe 13">
            <a:extLst>
              <a:ext uri="{FF2B5EF4-FFF2-40B4-BE49-F238E27FC236}">
                <a16:creationId xmlns:a16="http://schemas.microsoft.com/office/drawing/2014/main" id="{A656E4EF-71D4-6143-9531-8D5AEBC09577}"/>
              </a:ext>
            </a:extLst>
          </p:cNvPr>
          <p:cNvGrpSpPr/>
          <p:nvPr/>
        </p:nvGrpSpPr>
        <p:grpSpPr>
          <a:xfrm>
            <a:off x="117763" y="668429"/>
            <a:ext cx="8963892" cy="4050000"/>
            <a:chOff x="115265" y="161563"/>
            <a:chExt cx="11908709" cy="6497005"/>
          </a:xfrm>
        </p:grpSpPr>
        <p:sp>
          <p:nvSpPr>
            <p:cNvPr id="16" name="ZoneTexte 15">
              <a:extLst>
                <a:ext uri="{FF2B5EF4-FFF2-40B4-BE49-F238E27FC236}">
                  <a16:creationId xmlns:a16="http://schemas.microsoft.com/office/drawing/2014/main" id="{7B267CB6-86A3-0FD5-531E-B047C98CC303}"/>
                </a:ext>
              </a:extLst>
            </p:cNvPr>
            <p:cNvSpPr txBox="1"/>
            <p:nvPr/>
          </p:nvSpPr>
          <p:spPr>
            <a:xfrm>
              <a:off x="932684" y="161563"/>
              <a:ext cx="3672000" cy="439688"/>
            </a:xfrm>
            <a:prstGeom prst="rect">
              <a:avLst/>
            </a:prstGeom>
            <a:solidFill>
              <a:srgbClr val="FFC000"/>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b="1" dirty="0">
                  <a:solidFill>
                    <a:schemeClr val="tx1"/>
                  </a:solidFill>
                  <a:latin typeface="Trebuchet MS"/>
                </a:rPr>
                <a:t>Phase 1 - Préparation &amp; Conception</a:t>
              </a:r>
            </a:p>
          </p:txBody>
        </p:sp>
        <p:sp>
          <p:nvSpPr>
            <p:cNvPr id="26" name="ZoneTexte 25">
              <a:extLst>
                <a:ext uri="{FF2B5EF4-FFF2-40B4-BE49-F238E27FC236}">
                  <a16:creationId xmlns:a16="http://schemas.microsoft.com/office/drawing/2014/main" id="{8A2CCBDB-FF85-8871-0014-7CEB6CBBA6A0}"/>
                </a:ext>
              </a:extLst>
            </p:cNvPr>
            <p:cNvSpPr txBox="1"/>
            <p:nvPr/>
          </p:nvSpPr>
          <p:spPr>
            <a:xfrm>
              <a:off x="4687234" y="162374"/>
              <a:ext cx="7234471" cy="439688"/>
            </a:xfrm>
            <a:prstGeom prst="rect">
              <a:avLst/>
            </a:prstGeom>
            <a:solidFill>
              <a:srgbClr val="FFC000"/>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b="1" dirty="0">
                  <a:solidFill>
                    <a:schemeClr val="tx1"/>
                  </a:solidFill>
                  <a:latin typeface="Trebuchet MS"/>
                </a:rPr>
                <a:t>Phase 2 – Implémentation des Cas d’usages et opérationnalisation</a:t>
              </a:r>
            </a:p>
          </p:txBody>
        </p:sp>
        <p:sp>
          <p:nvSpPr>
            <p:cNvPr id="47" name="Étoile : 5 branches 46">
              <a:extLst>
                <a:ext uri="{FF2B5EF4-FFF2-40B4-BE49-F238E27FC236}">
                  <a16:creationId xmlns:a16="http://schemas.microsoft.com/office/drawing/2014/main" id="{236C62E5-4621-B91C-AACF-CD8B8B45E46E}"/>
                </a:ext>
              </a:extLst>
            </p:cNvPr>
            <p:cNvSpPr/>
            <p:nvPr/>
          </p:nvSpPr>
          <p:spPr>
            <a:xfrm>
              <a:off x="4471235" y="978117"/>
              <a:ext cx="216000" cy="216000"/>
            </a:xfrm>
            <a:prstGeom prst="star5">
              <a:avLst/>
            </a:prstGeom>
            <a:solidFill>
              <a:schemeClr val="accent2"/>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buClrTx/>
                <a:defRPr/>
              </a:pPr>
              <a:endParaRPr lang="fr-FR" sz="900" kern="1200" dirty="0">
                <a:solidFill>
                  <a:srgbClr val="FFFFFF"/>
                </a:solidFill>
                <a:latin typeface="Trebuchet MS"/>
              </a:endParaRPr>
            </a:p>
          </p:txBody>
        </p:sp>
        <p:sp>
          <p:nvSpPr>
            <p:cNvPr id="48" name="Étoile : 5 branches 47">
              <a:extLst>
                <a:ext uri="{FF2B5EF4-FFF2-40B4-BE49-F238E27FC236}">
                  <a16:creationId xmlns:a16="http://schemas.microsoft.com/office/drawing/2014/main" id="{1CF1A72D-4DBB-03FE-BC16-7F716266FB01}"/>
                </a:ext>
              </a:extLst>
            </p:cNvPr>
            <p:cNvSpPr/>
            <p:nvPr/>
          </p:nvSpPr>
          <p:spPr>
            <a:xfrm>
              <a:off x="9476714" y="987382"/>
              <a:ext cx="216000" cy="216001"/>
            </a:xfrm>
            <a:prstGeom prst="star5">
              <a:avLst/>
            </a:prstGeom>
            <a:solidFill>
              <a:schemeClr val="accent2"/>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buClrTx/>
                <a:defRPr/>
              </a:pPr>
              <a:endParaRPr lang="fr-FR" sz="900" kern="1200" dirty="0">
                <a:solidFill>
                  <a:srgbClr val="FFFFFF"/>
                </a:solidFill>
                <a:latin typeface="Trebuchet MS"/>
              </a:endParaRPr>
            </a:p>
          </p:txBody>
        </p:sp>
        <p:sp>
          <p:nvSpPr>
            <p:cNvPr id="49" name="Étoile : 5 branches 48">
              <a:extLst>
                <a:ext uri="{FF2B5EF4-FFF2-40B4-BE49-F238E27FC236}">
                  <a16:creationId xmlns:a16="http://schemas.microsoft.com/office/drawing/2014/main" id="{0E6BA1DC-8000-9A9D-77DC-A97F1505F393}"/>
                </a:ext>
              </a:extLst>
            </p:cNvPr>
            <p:cNvSpPr/>
            <p:nvPr/>
          </p:nvSpPr>
          <p:spPr>
            <a:xfrm>
              <a:off x="11807974" y="978117"/>
              <a:ext cx="216000" cy="216000"/>
            </a:xfrm>
            <a:prstGeom prst="star5">
              <a:avLst/>
            </a:prstGeom>
            <a:solidFill>
              <a:schemeClr val="accent2"/>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buClrTx/>
                <a:defRPr/>
              </a:pPr>
              <a:endParaRPr lang="fr-FR" sz="900" kern="1200" dirty="0">
                <a:solidFill>
                  <a:srgbClr val="FFFFFF"/>
                </a:solidFill>
                <a:latin typeface="Trebuchet MS"/>
              </a:endParaRPr>
            </a:p>
          </p:txBody>
        </p:sp>
        <p:sp>
          <p:nvSpPr>
            <p:cNvPr id="50" name="Flèche : pentagone 49">
              <a:extLst>
                <a:ext uri="{FF2B5EF4-FFF2-40B4-BE49-F238E27FC236}">
                  <a16:creationId xmlns:a16="http://schemas.microsoft.com/office/drawing/2014/main" id="{4EB3B62A-4925-7E13-9683-B7372E524AEA}"/>
                </a:ext>
              </a:extLst>
            </p:cNvPr>
            <p:cNvSpPr/>
            <p:nvPr/>
          </p:nvSpPr>
          <p:spPr>
            <a:xfrm>
              <a:off x="118276" y="1244309"/>
              <a:ext cx="658781" cy="1943999"/>
            </a:xfrm>
            <a:prstGeom prst="homePlate">
              <a:avLst>
                <a:gd name="adj" fmla="val 18831"/>
              </a:avLst>
            </a:prstGeom>
            <a:solidFill>
              <a:schemeClr val="tx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t" anchorCtr="0" forceAA="0" compatLnSpc="1">
              <a:prstTxWarp prst="textNoShape">
                <a:avLst/>
              </a:prstTxWarp>
              <a:noAutofit/>
            </a:bodyPr>
            <a:lstStyle/>
            <a:p>
              <a:pPr algn="ctr" defTabSz="914355">
                <a:defRPr/>
              </a:pPr>
              <a:r>
                <a:rPr lang="fr-FR" sz="1000" dirty="0">
                  <a:solidFill>
                    <a:srgbClr val="FFFFFF"/>
                  </a:solidFill>
                  <a:latin typeface="Trebuchet MS"/>
                </a:rPr>
                <a:t>Gouvernance &amp; Qualité</a:t>
              </a:r>
            </a:p>
          </p:txBody>
        </p:sp>
        <p:sp>
          <p:nvSpPr>
            <p:cNvPr id="51" name="Flèche : pentagone 50">
              <a:extLst>
                <a:ext uri="{FF2B5EF4-FFF2-40B4-BE49-F238E27FC236}">
                  <a16:creationId xmlns:a16="http://schemas.microsoft.com/office/drawing/2014/main" id="{FDAEB891-AE10-27C9-18FB-C342FE8A8269}"/>
                </a:ext>
              </a:extLst>
            </p:cNvPr>
            <p:cNvSpPr/>
            <p:nvPr/>
          </p:nvSpPr>
          <p:spPr>
            <a:xfrm>
              <a:off x="115265" y="3238498"/>
              <a:ext cx="658781" cy="1872000"/>
            </a:xfrm>
            <a:prstGeom prst="homePlate">
              <a:avLst>
                <a:gd name="adj" fmla="val 18831"/>
              </a:avLst>
            </a:prstGeom>
            <a:solidFill>
              <a:schemeClr val="tx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t" anchorCtr="0" forceAA="0" compatLnSpc="1">
              <a:prstTxWarp prst="textNoShape">
                <a:avLst/>
              </a:prstTxWarp>
              <a:noAutofit/>
            </a:bodyPr>
            <a:lstStyle/>
            <a:p>
              <a:pPr algn="ctr" defTabSz="914355">
                <a:defRPr/>
              </a:pPr>
              <a:r>
                <a:rPr lang="fr-FR" sz="1000" dirty="0">
                  <a:solidFill>
                    <a:srgbClr val="FFFFFF"/>
                  </a:solidFill>
                  <a:latin typeface="Trebuchet MS"/>
                </a:rPr>
                <a:t>Use Cases métiers</a:t>
              </a:r>
            </a:p>
          </p:txBody>
        </p:sp>
        <p:sp>
          <p:nvSpPr>
            <p:cNvPr id="52" name="Flèche : pentagone 51">
              <a:extLst>
                <a:ext uri="{FF2B5EF4-FFF2-40B4-BE49-F238E27FC236}">
                  <a16:creationId xmlns:a16="http://schemas.microsoft.com/office/drawing/2014/main" id="{C6856DCC-14CC-F679-7C30-672FEB59CA87}"/>
                </a:ext>
              </a:extLst>
            </p:cNvPr>
            <p:cNvSpPr/>
            <p:nvPr/>
          </p:nvSpPr>
          <p:spPr>
            <a:xfrm>
              <a:off x="115265" y="5144202"/>
              <a:ext cx="658781" cy="1514366"/>
            </a:xfrm>
            <a:prstGeom prst="homePlate">
              <a:avLst>
                <a:gd name="adj" fmla="val 18831"/>
              </a:avLst>
            </a:prstGeom>
            <a:solidFill>
              <a:schemeClr val="tx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t" anchorCtr="0" forceAA="0" compatLnSpc="1">
              <a:prstTxWarp prst="textNoShape">
                <a:avLst/>
              </a:prstTxWarp>
              <a:noAutofit/>
            </a:bodyPr>
            <a:lstStyle/>
            <a:p>
              <a:pPr algn="ctr" defTabSz="914355">
                <a:defRPr/>
              </a:pPr>
              <a:r>
                <a:rPr lang="fr-FR" sz="1000" dirty="0">
                  <a:solidFill>
                    <a:srgbClr val="FFFFFF"/>
                  </a:solidFill>
                  <a:latin typeface="Trebuchet MS"/>
                </a:rPr>
                <a:t>IS, IT &amp; Architecture</a:t>
              </a:r>
            </a:p>
          </p:txBody>
        </p:sp>
        <p:sp>
          <p:nvSpPr>
            <p:cNvPr id="55" name="ZoneTexte 54">
              <a:extLst>
                <a:ext uri="{FF2B5EF4-FFF2-40B4-BE49-F238E27FC236}">
                  <a16:creationId xmlns:a16="http://schemas.microsoft.com/office/drawing/2014/main" id="{5DA67B77-9168-4408-326C-710C2005CDAB}"/>
                </a:ext>
              </a:extLst>
            </p:cNvPr>
            <p:cNvSpPr txBox="1"/>
            <p:nvPr/>
          </p:nvSpPr>
          <p:spPr>
            <a:xfrm>
              <a:off x="936950" y="1301232"/>
              <a:ext cx="1445817" cy="2355368"/>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Définition de la stratégie Data &amp; Cloud</a:t>
              </a:r>
              <a:endParaRPr lang="fr-FR" sz="825" i="1" dirty="0">
                <a:solidFill>
                  <a:prstClr val="black"/>
                </a:solidFill>
                <a:latin typeface="Trebuchet MS"/>
                <a:cs typeface="Arial"/>
              </a:endParaRPr>
            </a:p>
          </p:txBody>
        </p:sp>
        <p:sp>
          <p:nvSpPr>
            <p:cNvPr id="58" name="ZoneTexte 57">
              <a:extLst>
                <a:ext uri="{FF2B5EF4-FFF2-40B4-BE49-F238E27FC236}">
                  <a16:creationId xmlns:a16="http://schemas.microsoft.com/office/drawing/2014/main" id="{BA6560FD-E07A-C614-764C-DF06CB7F2A36}"/>
                </a:ext>
              </a:extLst>
            </p:cNvPr>
            <p:cNvSpPr txBox="1"/>
            <p:nvPr/>
          </p:nvSpPr>
          <p:spPr>
            <a:xfrm>
              <a:off x="2454123" y="2004625"/>
              <a:ext cx="2161989" cy="1147483"/>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Structuration du </a:t>
              </a:r>
              <a:r>
                <a:rPr lang="fr-FR" sz="825" b="1" dirty="0" err="1">
                  <a:solidFill>
                    <a:prstClr val="black"/>
                  </a:solidFill>
                  <a:latin typeface="Trebuchet MS"/>
                  <a:cs typeface="Arial"/>
                </a:rPr>
                <a:t>framework</a:t>
              </a:r>
              <a:r>
                <a:rPr lang="fr-FR" sz="825" b="1" dirty="0">
                  <a:solidFill>
                    <a:prstClr val="black"/>
                  </a:solidFill>
                  <a:latin typeface="Trebuchet MS"/>
                  <a:cs typeface="Arial"/>
                </a:rPr>
                <a:t> Qualité &amp; gouvernance des données : </a:t>
              </a:r>
              <a:r>
                <a:rPr lang="fr-FR" sz="788" dirty="0">
                  <a:solidFill>
                    <a:prstClr val="black"/>
                  </a:solidFill>
                  <a:latin typeface="Trebuchet MS"/>
                  <a:cs typeface="Arial"/>
                </a:rPr>
                <a:t>dictionnaire, </a:t>
              </a:r>
              <a:r>
                <a:rPr lang="fr-FR" sz="788" dirty="0" err="1">
                  <a:solidFill>
                    <a:prstClr val="black"/>
                  </a:solidFill>
                  <a:latin typeface="Trebuchet MS"/>
                  <a:cs typeface="Arial"/>
                </a:rPr>
                <a:t>lineage</a:t>
              </a:r>
              <a:r>
                <a:rPr lang="fr-FR" sz="788" dirty="0">
                  <a:solidFill>
                    <a:prstClr val="black"/>
                  </a:solidFill>
                  <a:latin typeface="Trebuchet MS"/>
                  <a:cs typeface="Arial"/>
                </a:rPr>
                <a:t>, golden sources, pilotage Data </a:t>
              </a:r>
              <a:r>
                <a:rPr lang="fr-FR" sz="788" dirty="0" err="1">
                  <a:solidFill>
                    <a:prstClr val="black"/>
                  </a:solidFill>
                  <a:latin typeface="Trebuchet MS"/>
                  <a:cs typeface="Arial"/>
                </a:rPr>
                <a:t>quality</a:t>
              </a:r>
              <a:r>
                <a:rPr lang="fr-FR" sz="788" dirty="0">
                  <a:solidFill>
                    <a:prstClr val="black"/>
                  </a:solidFill>
                  <a:latin typeface="Trebuchet MS"/>
                  <a:cs typeface="Arial"/>
                </a:rPr>
                <a:t>…</a:t>
              </a:r>
              <a:endParaRPr lang="fr-FR" sz="825" i="1" dirty="0">
                <a:solidFill>
                  <a:prstClr val="black"/>
                </a:solidFill>
                <a:latin typeface="Trebuchet MS"/>
                <a:cs typeface="Arial"/>
              </a:endParaRPr>
            </a:p>
          </p:txBody>
        </p:sp>
        <p:sp>
          <p:nvSpPr>
            <p:cNvPr id="61" name="ZoneTexte 60">
              <a:extLst>
                <a:ext uri="{FF2B5EF4-FFF2-40B4-BE49-F238E27FC236}">
                  <a16:creationId xmlns:a16="http://schemas.microsoft.com/office/drawing/2014/main" id="{865548CB-F0E1-8DA9-4B66-3E758F8A5689}"/>
                </a:ext>
              </a:extLst>
            </p:cNvPr>
            <p:cNvSpPr txBox="1"/>
            <p:nvPr/>
          </p:nvSpPr>
          <p:spPr>
            <a:xfrm>
              <a:off x="2453889" y="3249833"/>
              <a:ext cx="2162223" cy="866043"/>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algn="ctr" defTabSz="914355">
                <a:defRPr sz="825" b="1">
                  <a:solidFill>
                    <a:prstClr val="black"/>
                  </a:solidFill>
                  <a:latin typeface="Trebuchet MS"/>
                  <a:cs typeface="Arial"/>
                </a:defRPr>
              </a:lvl1pPr>
            </a:lstStyle>
            <a:p>
              <a:r>
                <a:rPr lang="fr-FR" dirty="0"/>
                <a:t>Conception / Spécification des </a:t>
              </a:r>
              <a:r>
                <a:rPr lang="fr-FR" dirty="0" err="1"/>
                <a:t>dashboards</a:t>
              </a:r>
              <a:r>
                <a:rPr lang="fr-FR" dirty="0"/>
                <a:t> « Performance globale »</a:t>
              </a:r>
            </a:p>
          </p:txBody>
        </p:sp>
        <p:sp>
          <p:nvSpPr>
            <p:cNvPr id="63" name="ZoneTexte 62">
              <a:extLst>
                <a:ext uri="{FF2B5EF4-FFF2-40B4-BE49-F238E27FC236}">
                  <a16:creationId xmlns:a16="http://schemas.microsoft.com/office/drawing/2014/main" id="{406B9ED6-5E3F-52EA-9640-ED21D5867EA9}"/>
                </a:ext>
              </a:extLst>
            </p:cNvPr>
            <p:cNvSpPr txBox="1"/>
            <p:nvPr/>
          </p:nvSpPr>
          <p:spPr>
            <a:xfrm>
              <a:off x="944962" y="3734390"/>
              <a:ext cx="1437865" cy="1376109"/>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Identification des usages prioritaires</a:t>
              </a:r>
              <a:endParaRPr lang="fr-FR" sz="825" i="1" dirty="0">
                <a:solidFill>
                  <a:prstClr val="black"/>
                </a:solidFill>
                <a:latin typeface="Trebuchet MS"/>
                <a:cs typeface="Arial"/>
              </a:endParaRPr>
            </a:p>
          </p:txBody>
        </p:sp>
        <p:sp>
          <p:nvSpPr>
            <p:cNvPr id="65" name="ZoneTexte 64">
              <a:extLst>
                <a:ext uri="{FF2B5EF4-FFF2-40B4-BE49-F238E27FC236}">
                  <a16:creationId xmlns:a16="http://schemas.microsoft.com/office/drawing/2014/main" id="{E2058B9F-DF38-E94A-B027-FD6153BA8681}"/>
                </a:ext>
              </a:extLst>
            </p:cNvPr>
            <p:cNvSpPr txBox="1"/>
            <p:nvPr/>
          </p:nvSpPr>
          <p:spPr>
            <a:xfrm>
              <a:off x="4694779" y="3853728"/>
              <a:ext cx="2326522" cy="649701"/>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788" b="1" dirty="0">
                  <a:solidFill>
                    <a:prstClr val="black"/>
                  </a:solidFill>
                  <a:latin typeface="Trebuchet MS"/>
                  <a:cs typeface="Arial"/>
                </a:rPr>
                <a:t>Cadrage / Conception générale des Use case Data Science &amp; IA priorisation</a:t>
              </a:r>
              <a:endParaRPr lang="fr-FR" sz="788" i="1" dirty="0">
                <a:solidFill>
                  <a:prstClr val="black"/>
                </a:solidFill>
                <a:latin typeface="Trebuchet MS"/>
                <a:cs typeface="Arial"/>
              </a:endParaRPr>
            </a:p>
          </p:txBody>
        </p:sp>
        <p:sp>
          <p:nvSpPr>
            <p:cNvPr id="66" name="ZoneTexte 65">
              <a:extLst>
                <a:ext uri="{FF2B5EF4-FFF2-40B4-BE49-F238E27FC236}">
                  <a16:creationId xmlns:a16="http://schemas.microsoft.com/office/drawing/2014/main" id="{C4FC57EB-0C15-564F-8AC1-A1E19F2D293F}"/>
                </a:ext>
              </a:extLst>
            </p:cNvPr>
            <p:cNvSpPr txBox="1"/>
            <p:nvPr/>
          </p:nvSpPr>
          <p:spPr>
            <a:xfrm>
              <a:off x="932684" y="5176968"/>
              <a:ext cx="1450537" cy="1480580"/>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r>
                <a:rPr lang="fr-FR" sz="825" dirty="0"/>
                <a:t>Définition de l’architecture Data</a:t>
              </a:r>
            </a:p>
          </p:txBody>
        </p:sp>
        <p:sp>
          <p:nvSpPr>
            <p:cNvPr id="68" name="ZoneTexte 67">
              <a:extLst>
                <a:ext uri="{FF2B5EF4-FFF2-40B4-BE49-F238E27FC236}">
                  <a16:creationId xmlns:a16="http://schemas.microsoft.com/office/drawing/2014/main" id="{891FEA09-EC1E-D6D4-954C-AC967A640F8F}"/>
                </a:ext>
              </a:extLst>
            </p:cNvPr>
            <p:cNvSpPr txBox="1"/>
            <p:nvPr/>
          </p:nvSpPr>
          <p:spPr>
            <a:xfrm>
              <a:off x="2446085" y="5952226"/>
              <a:ext cx="2162224" cy="701418"/>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Déploiement de la plateforme Data</a:t>
              </a:r>
              <a:endParaRPr lang="fr-FR" sz="825" i="1" dirty="0">
                <a:solidFill>
                  <a:prstClr val="black"/>
                </a:solidFill>
                <a:latin typeface="Trebuchet MS"/>
                <a:cs typeface="Arial"/>
              </a:endParaRPr>
            </a:p>
          </p:txBody>
        </p:sp>
        <p:sp>
          <p:nvSpPr>
            <p:cNvPr id="69" name="ZoneTexte 68">
              <a:extLst>
                <a:ext uri="{FF2B5EF4-FFF2-40B4-BE49-F238E27FC236}">
                  <a16:creationId xmlns:a16="http://schemas.microsoft.com/office/drawing/2014/main" id="{7B072F0D-C252-F937-FE71-D19506A2957A}"/>
                </a:ext>
              </a:extLst>
            </p:cNvPr>
            <p:cNvSpPr txBox="1"/>
            <p:nvPr/>
          </p:nvSpPr>
          <p:spPr>
            <a:xfrm>
              <a:off x="469007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a:t>
              </a:r>
            </a:p>
          </p:txBody>
        </p:sp>
        <p:sp>
          <p:nvSpPr>
            <p:cNvPr id="70" name="ZoneTexte 69">
              <a:extLst>
                <a:ext uri="{FF2B5EF4-FFF2-40B4-BE49-F238E27FC236}">
                  <a16:creationId xmlns:a16="http://schemas.microsoft.com/office/drawing/2014/main" id="{40C2E404-57F5-961F-50C0-85DEF41339B6}"/>
                </a:ext>
              </a:extLst>
            </p:cNvPr>
            <p:cNvSpPr txBox="1"/>
            <p:nvPr/>
          </p:nvSpPr>
          <p:spPr>
            <a:xfrm>
              <a:off x="5090656"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#2</a:t>
              </a:r>
            </a:p>
          </p:txBody>
        </p:sp>
        <p:sp>
          <p:nvSpPr>
            <p:cNvPr id="72" name="ZoneTexte 71">
              <a:extLst>
                <a:ext uri="{FF2B5EF4-FFF2-40B4-BE49-F238E27FC236}">
                  <a16:creationId xmlns:a16="http://schemas.microsoft.com/office/drawing/2014/main" id="{53AB80FC-119E-16D1-407D-7FCDB918630D}"/>
                </a:ext>
              </a:extLst>
            </p:cNvPr>
            <p:cNvSpPr txBox="1"/>
            <p:nvPr/>
          </p:nvSpPr>
          <p:spPr>
            <a:xfrm>
              <a:off x="5491239"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#3</a:t>
              </a:r>
            </a:p>
          </p:txBody>
        </p:sp>
        <p:sp>
          <p:nvSpPr>
            <p:cNvPr id="73" name="ZoneTexte 72">
              <a:extLst>
                <a:ext uri="{FF2B5EF4-FFF2-40B4-BE49-F238E27FC236}">
                  <a16:creationId xmlns:a16="http://schemas.microsoft.com/office/drawing/2014/main" id="{EB504D95-E1BC-0CE7-E757-957AF9239639}"/>
                </a:ext>
              </a:extLst>
            </p:cNvPr>
            <p:cNvSpPr txBox="1"/>
            <p:nvPr/>
          </p:nvSpPr>
          <p:spPr>
            <a:xfrm>
              <a:off x="4725317" y="2499692"/>
              <a:ext cx="7196337" cy="377224"/>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defTabSz="914355">
                <a:defRPr/>
              </a:pPr>
              <a:r>
                <a:rPr lang="fr-FR" sz="900" dirty="0">
                  <a:solidFill>
                    <a:prstClr val="white"/>
                  </a:solidFill>
                </a:rPr>
                <a:t>Refonte des </a:t>
              </a:r>
              <a:r>
                <a:rPr lang="fr-FR" sz="900" dirty="0" err="1">
                  <a:solidFill>
                    <a:prstClr val="white"/>
                  </a:solidFill>
                </a:rPr>
                <a:t>dashboards</a:t>
              </a:r>
              <a:r>
                <a:rPr lang="fr-FR" sz="900" dirty="0">
                  <a:solidFill>
                    <a:prstClr val="white"/>
                  </a:solidFill>
                </a:rPr>
                <a:t> de pilotage – en mode agile</a:t>
              </a:r>
            </a:p>
          </p:txBody>
        </p:sp>
        <p:sp>
          <p:nvSpPr>
            <p:cNvPr id="74" name="ZoneTexte 73">
              <a:extLst>
                <a:ext uri="{FF2B5EF4-FFF2-40B4-BE49-F238E27FC236}">
                  <a16:creationId xmlns:a16="http://schemas.microsoft.com/office/drawing/2014/main" id="{E0B11FB3-2974-3EB8-33C4-FF3B68231FBD}"/>
                </a:ext>
              </a:extLst>
            </p:cNvPr>
            <p:cNvSpPr txBox="1"/>
            <p:nvPr/>
          </p:nvSpPr>
          <p:spPr>
            <a:xfrm>
              <a:off x="4694780" y="5182719"/>
              <a:ext cx="7196336" cy="1470926"/>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defTabSz="914355">
                <a:defRPr/>
              </a:pPr>
              <a:r>
                <a:rPr lang="fr-FR" sz="825" dirty="0"/>
                <a:t>Administration plateforme technique &amp; Gestion des pipelines d’ingestion</a:t>
              </a:r>
            </a:p>
          </p:txBody>
        </p:sp>
        <p:sp>
          <p:nvSpPr>
            <p:cNvPr id="76" name="ZoneTexte 75">
              <a:extLst>
                <a:ext uri="{FF2B5EF4-FFF2-40B4-BE49-F238E27FC236}">
                  <a16:creationId xmlns:a16="http://schemas.microsoft.com/office/drawing/2014/main" id="{C822530F-2661-2448-6FE0-2D6668943D50}"/>
                </a:ext>
              </a:extLst>
            </p:cNvPr>
            <p:cNvSpPr txBox="1"/>
            <p:nvPr/>
          </p:nvSpPr>
          <p:spPr>
            <a:xfrm>
              <a:off x="2434901" y="1301534"/>
              <a:ext cx="2161989" cy="635003"/>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Définition &amp; </a:t>
              </a:r>
              <a:r>
                <a:rPr lang="fr-FR" sz="825" b="1" dirty="0" err="1">
                  <a:solidFill>
                    <a:prstClr val="black"/>
                  </a:solidFill>
                  <a:latin typeface="Trebuchet MS"/>
                  <a:cs typeface="Arial"/>
                </a:rPr>
                <a:t>Ramp</a:t>
              </a:r>
              <a:r>
                <a:rPr lang="fr-FR" sz="825" b="1" dirty="0">
                  <a:solidFill>
                    <a:prstClr val="black"/>
                  </a:solidFill>
                  <a:latin typeface="Trebuchet MS"/>
                  <a:cs typeface="Arial"/>
                </a:rPr>
                <a:t>-up de l’organisation Data</a:t>
              </a:r>
              <a:endParaRPr lang="fr-FR" sz="825" i="1" dirty="0">
                <a:solidFill>
                  <a:prstClr val="black"/>
                </a:solidFill>
                <a:latin typeface="Trebuchet MS"/>
                <a:cs typeface="Arial"/>
              </a:endParaRPr>
            </a:p>
          </p:txBody>
        </p:sp>
        <p:sp>
          <p:nvSpPr>
            <p:cNvPr id="80" name="ZoneTexte 79">
              <a:extLst>
                <a:ext uri="{FF2B5EF4-FFF2-40B4-BE49-F238E27FC236}">
                  <a16:creationId xmlns:a16="http://schemas.microsoft.com/office/drawing/2014/main" id="{77699B07-75B2-AC2A-7344-AA0C36F23E18}"/>
                </a:ext>
              </a:extLst>
            </p:cNvPr>
            <p:cNvSpPr txBox="1"/>
            <p:nvPr/>
          </p:nvSpPr>
          <p:spPr>
            <a:xfrm>
              <a:off x="4685760" y="651049"/>
              <a:ext cx="739683"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Mai 25</a:t>
              </a:r>
            </a:p>
          </p:txBody>
        </p:sp>
        <p:sp>
          <p:nvSpPr>
            <p:cNvPr id="81" name="ZoneTexte 80">
              <a:extLst>
                <a:ext uri="{FF2B5EF4-FFF2-40B4-BE49-F238E27FC236}">
                  <a16:creationId xmlns:a16="http://schemas.microsoft.com/office/drawing/2014/main" id="{5F3DDE69-BA1C-22AC-01E8-53F06EFB04E1}"/>
                </a:ext>
              </a:extLst>
            </p:cNvPr>
            <p:cNvSpPr txBox="1"/>
            <p:nvPr/>
          </p:nvSpPr>
          <p:spPr>
            <a:xfrm>
              <a:off x="5493614" y="646628"/>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Juin 25</a:t>
              </a:r>
            </a:p>
          </p:txBody>
        </p:sp>
        <p:sp>
          <p:nvSpPr>
            <p:cNvPr id="82" name="ZoneTexte 81">
              <a:extLst>
                <a:ext uri="{FF2B5EF4-FFF2-40B4-BE49-F238E27FC236}">
                  <a16:creationId xmlns:a16="http://schemas.microsoft.com/office/drawing/2014/main" id="{1FD2558C-3B83-F73D-33D3-BF8210BC8CA2}"/>
                </a:ext>
              </a:extLst>
            </p:cNvPr>
            <p:cNvSpPr txBox="1"/>
            <p:nvPr/>
          </p:nvSpPr>
          <p:spPr>
            <a:xfrm>
              <a:off x="6284217" y="651049"/>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Juil 25</a:t>
              </a:r>
            </a:p>
          </p:txBody>
        </p:sp>
        <p:sp>
          <p:nvSpPr>
            <p:cNvPr id="83" name="ZoneTexte 82">
              <a:extLst>
                <a:ext uri="{FF2B5EF4-FFF2-40B4-BE49-F238E27FC236}">
                  <a16:creationId xmlns:a16="http://schemas.microsoft.com/office/drawing/2014/main" id="{BB8C59F8-A9DF-F2D5-0FE9-01708A9A8111}"/>
                </a:ext>
              </a:extLst>
            </p:cNvPr>
            <p:cNvSpPr txBox="1"/>
            <p:nvPr/>
          </p:nvSpPr>
          <p:spPr>
            <a:xfrm>
              <a:off x="7093167" y="651047"/>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Aout 25</a:t>
              </a:r>
            </a:p>
          </p:txBody>
        </p:sp>
        <p:sp>
          <p:nvSpPr>
            <p:cNvPr id="85" name="ZoneTexte 84">
              <a:extLst>
                <a:ext uri="{FF2B5EF4-FFF2-40B4-BE49-F238E27FC236}">
                  <a16:creationId xmlns:a16="http://schemas.microsoft.com/office/drawing/2014/main" id="{F09E0A6E-38B2-33C3-3B94-FC39DC262C18}"/>
                </a:ext>
              </a:extLst>
            </p:cNvPr>
            <p:cNvSpPr txBox="1"/>
            <p:nvPr/>
          </p:nvSpPr>
          <p:spPr>
            <a:xfrm>
              <a:off x="7894739" y="657092"/>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Sept 25</a:t>
              </a:r>
            </a:p>
          </p:txBody>
        </p:sp>
        <p:sp>
          <p:nvSpPr>
            <p:cNvPr id="87" name="ZoneTexte 86">
              <a:extLst>
                <a:ext uri="{FF2B5EF4-FFF2-40B4-BE49-F238E27FC236}">
                  <a16:creationId xmlns:a16="http://schemas.microsoft.com/office/drawing/2014/main" id="{BDCC3130-1806-3E46-809C-9007928485EA}"/>
                </a:ext>
              </a:extLst>
            </p:cNvPr>
            <p:cNvSpPr txBox="1"/>
            <p:nvPr/>
          </p:nvSpPr>
          <p:spPr>
            <a:xfrm>
              <a:off x="8695905" y="657090"/>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err="1">
                  <a:latin typeface="Trebuchet MS"/>
                </a:rPr>
                <a:t>Oct</a:t>
              </a:r>
              <a:r>
                <a:rPr lang="fr-FR" sz="825" dirty="0">
                  <a:latin typeface="Trebuchet MS"/>
                </a:rPr>
                <a:t> 25</a:t>
              </a:r>
            </a:p>
          </p:txBody>
        </p:sp>
        <p:sp>
          <p:nvSpPr>
            <p:cNvPr id="90" name="ZoneTexte 89">
              <a:extLst>
                <a:ext uri="{FF2B5EF4-FFF2-40B4-BE49-F238E27FC236}">
                  <a16:creationId xmlns:a16="http://schemas.microsoft.com/office/drawing/2014/main" id="{A8E65892-811E-7F13-BB84-2906042E9311}"/>
                </a:ext>
              </a:extLst>
            </p:cNvPr>
            <p:cNvSpPr txBox="1"/>
            <p:nvPr/>
          </p:nvSpPr>
          <p:spPr>
            <a:xfrm>
              <a:off x="9492588" y="649778"/>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err="1">
                  <a:latin typeface="Trebuchet MS"/>
                </a:rPr>
                <a:t>Nov</a:t>
              </a:r>
              <a:r>
                <a:rPr lang="fr-FR" sz="825" dirty="0">
                  <a:latin typeface="Trebuchet MS"/>
                </a:rPr>
                <a:t> 25</a:t>
              </a:r>
            </a:p>
          </p:txBody>
        </p:sp>
        <p:sp>
          <p:nvSpPr>
            <p:cNvPr id="92" name="ZoneTexte 91">
              <a:extLst>
                <a:ext uri="{FF2B5EF4-FFF2-40B4-BE49-F238E27FC236}">
                  <a16:creationId xmlns:a16="http://schemas.microsoft.com/office/drawing/2014/main" id="{AA324252-9DB8-F447-95FB-9930659E406F}"/>
                </a:ext>
              </a:extLst>
            </p:cNvPr>
            <p:cNvSpPr txBox="1"/>
            <p:nvPr/>
          </p:nvSpPr>
          <p:spPr>
            <a:xfrm>
              <a:off x="10305940" y="651047"/>
              <a:ext cx="741314" cy="216001"/>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err="1">
                  <a:latin typeface="Trebuchet MS"/>
                </a:rPr>
                <a:t>Dec</a:t>
              </a:r>
              <a:r>
                <a:rPr lang="fr-FR" sz="825" dirty="0">
                  <a:latin typeface="Trebuchet MS"/>
                </a:rPr>
                <a:t> 25</a:t>
              </a:r>
            </a:p>
          </p:txBody>
        </p:sp>
        <p:grpSp>
          <p:nvGrpSpPr>
            <p:cNvPr id="94" name="Groupe 93">
              <a:extLst>
                <a:ext uri="{FF2B5EF4-FFF2-40B4-BE49-F238E27FC236}">
                  <a16:creationId xmlns:a16="http://schemas.microsoft.com/office/drawing/2014/main" id="{F508A048-64DB-B80D-F420-BC10DC5CA71F}"/>
                </a:ext>
              </a:extLst>
            </p:cNvPr>
            <p:cNvGrpSpPr/>
            <p:nvPr/>
          </p:nvGrpSpPr>
          <p:grpSpPr>
            <a:xfrm>
              <a:off x="4687235" y="1303325"/>
              <a:ext cx="7242015" cy="1145807"/>
              <a:chOff x="4687235" y="1303327"/>
              <a:chExt cx="7242015" cy="921976"/>
            </a:xfrm>
          </p:grpSpPr>
          <p:sp>
            <p:nvSpPr>
              <p:cNvPr id="146" name="ZoneTexte 145">
                <a:extLst>
                  <a:ext uri="{FF2B5EF4-FFF2-40B4-BE49-F238E27FC236}">
                    <a16:creationId xmlns:a16="http://schemas.microsoft.com/office/drawing/2014/main" id="{B987FE8B-3540-4600-B6B6-F7B2D0A9D994}"/>
                  </a:ext>
                </a:extLst>
              </p:cNvPr>
              <p:cNvSpPr txBox="1"/>
              <p:nvPr/>
            </p:nvSpPr>
            <p:spPr>
              <a:xfrm>
                <a:off x="4687235" y="1303327"/>
                <a:ext cx="7234470" cy="516694"/>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Opérationnalisation du dispositif de gouvernance et pilotage de la qualité des données</a:t>
                </a:r>
              </a:p>
            </p:txBody>
          </p:sp>
          <p:sp>
            <p:nvSpPr>
              <p:cNvPr id="147" name="ZoneTexte 146">
                <a:extLst>
                  <a:ext uri="{FF2B5EF4-FFF2-40B4-BE49-F238E27FC236}">
                    <a16:creationId xmlns:a16="http://schemas.microsoft.com/office/drawing/2014/main" id="{391C6B93-2E5F-1584-007E-0E4877FC2EAD}"/>
                  </a:ext>
                </a:extLst>
              </p:cNvPr>
              <p:cNvSpPr txBox="1"/>
              <p:nvPr/>
            </p:nvSpPr>
            <p:spPr>
              <a:xfrm>
                <a:off x="4694780" y="1870991"/>
                <a:ext cx="7234470" cy="354312"/>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Structuration et gestion du socle data</a:t>
                </a:r>
                <a:endParaRPr lang="fr-FR" sz="825" i="1" dirty="0">
                  <a:solidFill>
                    <a:prstClr val="black"/>
                  </a:solidFill>
                  <a:latin typeface="Trebuchet MS"/>
                  <a:cs typeface="Arial"/>
                </a:endParaRPr>
              </a:p>
            </p:txBody>
          </p:sp>
        </p:grpSp>
        <p:sp>
          <p:nvSpPr>
            <p:cNvPr id="95" name="ZoneTexte 94">
              <a:extLst>
                <a:ext uri="{FF2B5EF4-FFF2-40B4-BE49-F238E27FC236}">
                  <a16:creationId xmlns:a16="http://schemas.microsoft.com/office/drawing/2014/main" id="{1C180ED4-BEB3-80C9-B103-17A1C16D833A}"/>
                </a:ext>
              </a:extLst>
            </p:cNvPr>
            <p:cNvSpPr txBox="1"/>
            <p:nvPr/>
          </p:nvSpPr>
          <p:spPr>
            <a:xfrm>
              <a:off x="589182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#4</a:t>
              </a:r>
            </a:p>
          </p:txBody>
        </p:sp>
        <p:sp>
          <p:nvSpPr>
            <p:cNvPr id="96" name="ZoneTexte 95">
              <a:extLst>
                <a:ext uri="{FF2B5EF4-FFF2-40B4-BE49-F238E27FC236}">
                  <a16:creationId xmlns:a16="http://schemas.microsoft.com/office/drawing/2014/main" id="{AEACD08A-6E56-9B9F-40DF-0683B3EEE87E}"/>
                </a:ext>
              </a:extLst>
            </p:cNvPr>
            <p:cNvSpPr txBox="1"/>
            <p:nvPr/>
          </p:nvSpPr>
          <p:spPr>
            <a:xfrm>
              <a:off x="6292406"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#5</a:t>
              </a:r>
            </a:p>
          </p:txBody>
        </p:sp>
        <p:sp>
          <p:nvSpPr>
            <p:cNvPr id="97" name="ZoneTexte 96">
              <a:extLst>
                <a:ext uri="{FF2B5EF4-FFF2-40B4-BE49-F238E27FC236}">
                  <a16:creationId xmlns:a16="http://schemas.microsoft.com/office/drawing/2014/main" id="{683CCBFF-ED11-55AF-B0A7-E55DB82F05CC}"/>
                </a:ext>
              </a:extLst>
            </p:cNvPr>
            <p:cNvSpPr txBox="1"/>
            <p:nvPr/>
          </p:nvSpPr>
          <p:spPr>
            <a:xfrm>
              <a:off x="6692989"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#6</a:t>
              </a:r>
            </a:p>
          </p:txBody>
        </p:sp>
        <p:sp>
          <p:nvSpPr>
            <p:cNvPr id="98" name="ZoneTexte 97">
              <a:extLst>
                <a:ext uri="{FF2B5EF4-FFF2-40B4-BE49-F238E27FC236}">
                  <a16:creationId xmlns:a16="http://schemas.microsoft.com/office/drawing/2014/main" id="{C1ACDD8D-5E33-594F-C1D6-23A904864CD9}"/>
                </a:ext>
              </a:extLst>
            </p:cNvPr>
            <p:cNvSpPr txBox="1"/>
            <p:nvPr/>
          </p:nvSpPr>
          <p:spPr>
            <a:xfrm>
              <a:off x="709357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#7</a:t>
              </a:r>
            </a:p>
          </p:txBody>
        </p:sp>
        <p:sp>
          <p:nvSpPr>
            <p:cNvPr id="99" name="ZoneTexte 98">
              <a:extLst>
                <a:ext uri="{FF2B5EF4-FFF2-40B4-BE49-F238E27FC236}">
                  <a16:creationId xmlns:a16="http://schemas.microsoft.com/office/drawing/2014/main" id="{E959090C-1855-D6B5-D411-EC0BA001DF4B}"/>
                </a:ext>
              </a:extLst>
            </p:cNvPr>
            <p:cNvSpPr txBox="1"/>
            <p:nvPr/>
          </p:nvSpPr>
          <p:spPr>
            <a:xfrm>
              <a:off x="7494156"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#8</a:t>
              </a:r>
            </a:p>
          </p:txBody>
        </p:sp>
        <p:sp>
          <p:nvSpPr>
            <p:cNvPr id="100" name="ZoneTexte 99">
              <a:extLst>
                <a:ext uri="{FF2B5EF4-FFF2-40B4-BE49-F238E27FC236}">
                  <a16:creationId xmlns:a16="http://schemas.microsoft.com/office/drawing/2014/main" id="{C70D19B2-7FF9-F61E-F2DD-AC155B5EA3BA}"/>
                </a:ext>
              </a:extLst>
            </p:cNvPr>
            <p:cNvSpPr txBox="1"/>
            <p:nvPr/>
          </p:nvSpPr>
          <p:spPr>
            <a:xfrm>
              <a:off x="7894739"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#9</a:t>
              </a:r>
            </a:p>
          </p:txBody>
        </p:sp>
        <p:sp>
          <p:nvSpPr>
            <p:cNvPr id="101" name="ZoneTexte 100">
              <a:extLst>
                <a:ext uri="{FF2B5EF4-FFF2-40B4-BE49-F238E27FC236}">
                  <a16:creationId xmlns:a16="http://schemas.microsoft.com/office/drawing/2014/main" id="{6971C1B9-4224-35A5-28BF-851E4EFEB125}"/>
                </a:ext>
              </a:extLst>
            </p:cNvPr>
            <p:cNvSpPr txBox="1"/>
            <p:nvPr/>
          </p:nvSpPr>
          <p:spPr>
            <a:xfrm>
              <a:off x="829532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#10</a:t>
              </a:r>
            </a:p>
          </p:txBody>
        </p:sp>
        <p:sp>
          <p:nvSpPr>
            <p:cNvPr id="102" name="ZoneTexte 101">
              <a:extLst>
                <a:ext uri="{FF2B5EF4-FFF2-40B4-BE49-F238E27FC236}">
                  <a16:creationId xmlns:a16="http://schemas.microsoft.com/office/drawing/2014/main" id="{93333BAE-D99A-A00B-9502-D1A407693C22}"/>
                </a:ext>
              </a:extLst>
            </p:cNvPr>
            <p:cNvSpPr txBox="1"/>
            <p:nvPr/>
          </p:nvSpPr>
          <p:spPr>
            <a:xfrm>
              <a:off x="8695905"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#11</a:t>
              </a:r>
            </a:p>
          </p:txBody>
        </p:sp>
        <p:sp>
          <p:nvSpPr>
            <p:cNvPr id="103" name="ZoneTexte 102">
              <a:extLst>
                <a:ext uri="{FF2B5EF4-FFF2-40B4-BE49-F238E27FC236}">
                  <a16:creationId xmlns:a16="http://schemas.microsoft.com/office/drawing/2014/main" id="{FBAE0B47-E981-B18A-C1AA-748A1B5DA483}"/>
                </a:ext>
              </a:extLst>
            </p:cNvPr>
            <p:cNvSpPr txBox="1"/>
            <p:nvPr/>
          </p:nvSpPr>
          <p:spPr>
            <a:xfrm>
              <a:off x="9096489"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#12</a:t>
              </a:r>
            </a:p>
          </p:txBody>
        </p:sp>
        <p:sp>
          <p:nvSpPr>
            <p:cNvPr id="104" name="ZoneTexte 103">
              <a:extLst>
                <a:ext uri="{FF2B5EF4-FFF2-40B4-BE49-F238E27FC236}">
                  <a16:creationId xmlns:a16="http://schemas.microsoft.com/office/drawing/2014/main" id="{23CD2EFB-2251-DCBC-8702-1C7CA24CAF80}"/>
                </a:ext>
              </a:extLst>
            </p:cNvPr>
            <p:cNvSpPr txBox="1"/>
            <p:nvPr/>
          </p:nvSpPr>
          <p:spPr>
            <a:xfrm>
              <a:off x="949707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#13</a:t>
              </a:r>
            </a:p>
          </p:txBody>
        </p:sp>
        <p:sp>
          <p:nvSpPr>
            <p:cNvPr id="105" name="ZoneTexte 104">
              <a:extLst>
                <a:ext uri="{FF2B5EF4-FFF2-40B4-BE49-F238E27FC236}">
                  <a16:creationId xmlns:a16="http://schemas.microsoft.com/office/drawing/2014/main" id="{43093383-C110-623D-D7B5-5E04A1E20114}"/>
                </a:ext>
              </a:extLst>
            </p:cNvPr>
            <p:cNvSpPr txBox="1"/>
            <p:nvPr/>
          </p:nvSpPr>
          <p:spPr>
            <a:xfrm>
              <a:off x="9897655"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#14</a:t>
              </a:r>
            </a:p>
          </p:txBody>
        </p:sp>
        <p:sp>
          <p:nvSpPr>
            <p:cNvPr id="106" name="ZoneTexte 105">
              <a:extLst>
                <a:ext uri="{FF2B5EF4-FFF2-40B4-BE49-F238E27FC236}">
                  <a16:creationId xmlns:a16="http://schemas.microsoft.com/office/drawing/2014/main" id="{4637FAE2-DCD6-0405-4812-4C94C315EE4E}"/>
                </a:ext>
              </a:extLst>
            </p:cNvPr>
            <p:cNvSpPr txBox="1"/>
            <p:nvPr/>
          </p:nvSpPr>
          <p:spPr>
            <a:xfrm>
              <a:off x="10298239"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#15</a:t>
              </a:r>
            </a:p>
          </p:txBody>
        </p:sp>
        <p:sp>
          <p:nvSpPr>
            <p:cNvPr id="107" name="ZoneTexte 106">
              <a:extLst>
                <a:ext uri="{FF2B5EF4-FFF2-40B4-BE49-F238E27FC236}">
                  <a16:creationId xmlns:a16="http://schemas.microsoft.com/office/drawing/2014/main" id="{C76063BE-37C2-5517-240F-6E44BB5834F6}"/>
                </a:ext>
              </a:extLst>
            </p:cNvPr>
            <p:cNvSpPr txBox="1"/>
            <p:nvPr/>
          </p:nvSpPr>
          <p:spPr>
            <a:xfrm>
              <a:off x="10698822"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#16</a:t>
              </a:r>
            </a:p>
          </p:txBody>
        </p:sp>
        <p:sp>
          <p:nvSpPr>
            <p:cNvPr id="108" name="ZoneTexte 107">
              <a:extLst>
                <a:ext uri="{FF2B5EF4-FFF2-40B4-BE49-F238E27FC236}">
                  <a16:creationId xmlns:a16="http://schemas.microsoft.com/office/drawing/2014/main" id="{5E30AF84-C90A-3192-0785-3E4847EAF30A}"/>
                </a:ext>
              </a:extLst>
            </p:cNvPr>
            <p:cNvSpPr txBox="1"/>
            <p:nvPr/>
          </p:nvSpPr>
          <p:spPr>
            <a:xfrm>
              <a:off x="11099405"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#17</a:t>
              </a:r>
            </a:p>
          </p:txBody>
        </p:sp>
        <p:sp>
          <p:nvSpPr>
            <p:cNvPr id="109" name="ZoneTexte 108">
              <a:extLst>
                <a:ext uri="{FF2B5EF4-FFF2-40B4-BE49-F238E27FC236}">
                  <a16:creationId xmlns:a16="http://schemas.microsoft.com/office/drawing/2014/main" id="{DF532374-080F-59A5-A930-D9193C95759B}"/>
                </a:ext>
              </a:extLst>
            </p:cNvPr>
            <p:cNvSpPr txBox="1"/>
            <p:nvPr/>
          </p:nvSpPr>
          <p:spPr>
            <a:xfrm>
              <a:off x="11499987" y="2931754"/>
              <a:ext cx="334787" cy="287888"/>
            </a:xfrm>
            <a:prstGeom prst="rect">
              <a:avLst/>
            </a:prstGeom>
            <a:solidFill>
              <a:schemeClr val="bg1">
                <a:lumMod val="95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525" i="1" dirty="0">
                  <a:solidFill>
                    <a:prstClr val="black"/>
                  </a:solidFill>
                  <a:latin typeface="Trebuchet MS"/>
                  <a:cs typeface="Arial"/>
                </a:rPr>
                <a:t>Sprint #18</a:t>
              </a:r>
            </a:p>
          </p:txBody>
        </p:sp>
        <p:sp>
          <p:nvSpPr>
            <p:cNvPr id="114" name="ZoneTexte 113">
              <a:extLst>
                <a:ext uri="{FF2B5EF4-FFF2-40B4-BE49-F238E27FC236}">
                  <a16:creationId xmlns:a16="http://schemas.microsoft.com/office/drawing/2014/main" id="{A5B5FD96-2260-4371-02DA-9528AAF3BBA0}"/>
                </a:ext>
              </a:extLst>
            </p:cNvPr>
            <p:cNvSpPr txBox="1"/>
            <p:nvPr/>
          </p:nvSpPr>
          <p:spPr>
            <a:xfrm>
              <a:off x="7070504" y="3864843"/>
              <a:ext cx="2388989" cy="595638"/>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88" dirty="0">
                  <a:solidFill>
                    <a:prstClr val="white"/>
                  </a:solidFill>
                </a:rPr>
                <a:t>MVP UC 1 – Proactivité Commerciale</a:t>
              </a:r>
              <a:endParaRPr lang="fr-FR" sz="450" dirty="0">
                <a:solidFill>
                  <a:prstClr val="white"/>
                </a:solidFill>
              </a:endParaRPr>
            </a:p>
          </p:txBody>
        </p:sp>
        <p:sp>
          <p:nvSpPr>
            <p:cNvPr id="115" name="ZoneTexte 114">
              <a:extLst>
                <a:ext uri="{FF2B5EF4-FFF2-40B4-BE49-F238E27FC236}">
                  <a16:creationId xmlns:a16="http://schemas.microsoft.com/office/drawing/2014/main" id="{7CBCE1C7-2CC6-F221-B988-E7BA8665F44C}"/>
                </a:ext>
              </a:extLst>
            </p:cNvPr>
            <p:cNvSpPr txBox="1"/>
            <p:nvPr/>
          </p:nvSpPr>
          <p:spPr>
            <a:xfrm>
              <a:off x="9495752" y="3857636"/>
              <a:ext cx="2351308" cy="569551"/>
            </a:xfrm>
            <a:prstGeom prst="rect">
              <a:avLst/>
            </a:prstGeom>
            <a:solidFill>
              <a:schemeClr val="bg1">
                <a:lumMod val="95000"/>
              </a:schemeClr>
            </a:solidFill>
            <a:ln w="9525" cap="rnd" cmpd="sng" algn="ctr">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i="1" dirty="0">
                  <a:solidFill>
                    <a:prstClr val="black"/>
                  </a:solidFill>
                  <a:latin typeface="Trebuchet MS"/>
                  <a:cs typeface="Arial"/>
                </a:rPr>
                <a:t>Maintenance et évolutions agiles</a:t>
              </a:r>
            </a:p>
          </p:txBody>
        </p:sp>
        <p:sp>
          <p:nvSpPr>
            <p:cNvPr id="116" name="Étoile : 5 branches 115">
              <a:extLst>
                <a:ext uri="{FF2B5EF4-FFF2-40B4-BE49-F238E27FC236}">
                  <a16:creationId xmlns:a16="http://schemas.microsoft.com/office/drawing/2014/main" id="{F8ACE9C7-1511-FF2F-F133-7D956F986E5B}"/>
                </a:ext>
              </a:extLst>
            </p:cNvPr>
            <p:cNvSpPr/>
            <p:nvPr/>
          </p:nvSpPr>
          <p:spPr>
            <a:xfrm>
              <a:off x="7276440" y="982165"/>
              <a:ext cx="216000" cy="216001"/>
            </a:xfrm>
            <a:prstGeom prst="star5">
              <a:avLst/>
            </a:prstGeom>
            <a:solidFill>
              <a:schemeClr val="accent2"/>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buClrTx/>
                <a:defRPr/>
              </a:pPr>
              <a:endParaRPr lang="fr-FR" sz="900" kern="1200" dirty="0">
                <a:solidFill>
                  <a:srgbClr val="FFFFFF"/>
                </a:solidFill>
                <a:latin typeface="Trebuchet MS"/>
              </a:endParaRPr>
            </a:p>
          </p:txBody>
        </p:sp>
        <p:sp>
          <p:nvSpPr>
            <p:cNvPr id="117" name="ZoneTexte 116">
              <a:extLst>
                <a:ext uri="{FF2B5EF4-FFF2-40B4-BE49-F238E27FC236}">
                  <a16:creationId xmlns:a16="http://schemas.microsoft.com/office/drawing/2014/main" id="{15CF4B3B-A25E-A2BF-1E33-F706F7A44778}"/>
                </a:ext>
              </a:extLst>
            </p:cNvPr>
            <p:cNvSpPr txBox="1"/>
            <p:nvPr/>
          </p:nvSpPr>
          <p:spPr>
            <a:xfrm>
              <a:off x="5083716" y="944512"/>
              <a:ext cx="914400" cy="2912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buClrTx/>
                <a:defRPr/>
              </a:pPr>
              <a:r>
                <a:rPr lang="fr-FR" sz="825" b="1" kern="1200" dirty="0">
                  <a:solidFill>
                    <a:srgbClr val="39302A"/>
                  </a:solidFill>
                  <a:latin typeface="Trebuchet MS"/>
                </a:rPr>
                <a:t>Début implémentation</a:t>
              </a:r>
            </a:p>
            <a:p>
              <a:pPr algn="ctr" defTabSz="685800">
                <a:buClrTx/>
                <a:defRPr/>
              </a:pPr>
              <a:r>
                <a:rPr lang="fr-FR" sz="825" b="1" dirty="0">
                  <a:solidFill>
                    <a:srgbClr val="39302A"/>
                  </a:solidFill>
                  <a:latin typeface="Trebuchet MS"/>
                </a:rPr>
                <a:t>Technique</a:t>
              </a:r>
              <a:endParaRPr lang="fr-FR" sz="825" b="1" kern="1200" dirty="0">
                <a:solidFill>
                  <a:srgbClr val="39302A"/>
                </a:solidFill>
                <a:latin typeface="Trebuchet MS"/>
              </a:endParaRPr>
            </a:p>
          </p:txBody>
        </p:sp>
        <p:sp>
          <p:nvSpPr>
            <p:cNvPr id="118" name="ZoneTexte 117">
              <a:extLst>
                <a:ext uri="{FF2B5EF4-FFF2-40B4-BE49-F238E27FC236}">
                  <a16:creationId xmlns:a16="http://schemas.microsoft.com/office/drawing/2014/main" id="{4D1400AB-E63A-0E11-2BCB-B7D111906CDE}"/>
                </a:ext>
              </a:extLst>
            </p:cNvPr>
            <p:cNvSpPr txBox="1"/>
            <p:nvPr/>
          </p:nvSpPr>
          <p:spPr>
            <a:xfrm>
              <a:off x="7897349" y="957493"/>
              <a:ext cx="914400" cy="2912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buClrTx/>
                <a:defRPr/>
              </a:pPr>
              <a:r>
                <a:rPr lang="fr-FR" sz="825" b="1" kern="1200" dirty="0" err="1">
                  <a:solidFill>
                    <a:srgbClr val="39302A"/>
                  </a:solidFill>
                  <a:latin typeface="Trebuchet MS"/>
                </a:rPr>
                <a:t>Tdb</a:t>
              </a:r>
              <a:r>
                <a:rPr lang="fr-FR" sz="825" b="1" kern="1200" dirty="0">
                  <a:solidFill>
                    <a:srgbClr val="39302A"/>
                  </a:solidFill>
                  <a:latin typeface="Trebuchet MS"/>
                </a:rPr>
                <a:t> Perf Globale en prod</a:t>
              </a:r>
            </a:p>
          </p:txBody>
        </p:sp>
        <p:sp>
          <p:nvSpPr>
            <p:cNvPr id="120" name="ZoneTexte 119">
              <a:extLst>
                <a:ext uri="{FF2B5EF4-FFF2-40B4-BE49-F238E27FC236}">
                  <a16:creationId xmlns:a16="http://schemas.microsoft.com/office/drawing/2014/main" id="{5A985AD5-0BE0-E766-D267-1B52222C5E49}"/>
                </a:ext>
              </a:extLst>
            </p:cNvPr>
            <p:cNvSpPr txBox="1"/>
            <p:nvPr/>
          </p:nvSpPr>
          <p:spPr>
            <a:xfrm>
              <a:off x="9863245" y="962044"/>
              <a:ext cx="914400" cy="2912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buClrTx/>
                <a:defRPr/>
              </a:pPr>
              <a:r>
                <a:rPr lang="fr-FR" sz="825" b="1" kern="1200" dirty="0">
                  <a:solidFill>
                    <a:srgbClr val="39302A"/>
                  </a:solidFill>
                  <a:latin typeface="Trebuchet MS"/>
                </a:rPr>
                <a:t>MVP UC1 en Prod</a:t>
              </a:r>
            </a:p>
          </p:txBody>
        </p:sp>
        <p:sp>
          <p:nvSpPr>
            <p:cNvPr id="121" name="ZoneTexte 120">
              <a:extLst>
                <a:ext uri="{FF2B5EF4-FFF2-40B4-BE49-F238E27FC236}">
                  <a16:creationId xmlns:a16="http://schemas.microsoft.com/office/drawing/2014/main" id="{1E36A3CA-8A63-EBBD-6E03-9966D3D0F71C}"/>
                </a:ext>
              </a:extLst>
            </p:cNvPr>
            <p:cNvSpPr txBox="1"/>
            <p:nvPr/>
          </p:nvSpPr>
          <p:spPr>
            <a:xfrm>
              <a:off x="11047255" y="968221"/>
              <a:ext cx="914400" cy="2912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buClrTx/>
                <a:defRPr/>
              </a:pPr>
              <a:r>
                <a:rPr lang="fr-FR" sz="825" b="1" kern="1200" dirty="0">
                  <a:solidFill>
                    <a:srgbClr val="39302A"/>
                  </a:solidFill>
                  <a:latin typeface="Trebuchet MS"/>
                </a:rPr>
                <a:t>UC2 &amp; 3</a:t>
              </a:r>
            </a:p>
          </p:txBody>
        </p:sp>
        <p:grpSp>
          <p:nvGrpSpPr>
            <p:cNvPr id="122" name="Groupe 121">
              <a:extLst>
                <a:ext uri="{FF2B5EF4-FFF2-40B4-BE49-F238E27FC236}">
                  <a16:creationId xmlns:a16="http://schemas.microsoft.com/office/drawing/2014/main" id="{E4DE82CD-B408-3C0C-C0B4-2097861E25AE}"/>
                </a:ext>
              </a:extLst>
            </p:cNvPr>
            <p:cNvGrpSpPr/>
            <p:nvPr/>
          </p:nvGrpSpPr>
          <p:grpSpPr>
            <a:xfrm>
              <a:off x="924890" y="653693"/>
              <a:ext cx="3672000" cy="216000"/>
              <a:chOff x="924891" y="670945"/>
              <a:chExt cx="2368783" cy="216000"/>
            </a:xfrm>
            <a:solidFill>
              <a:srgbClr val="D2D9E5"/>
            </a:solidFill>
          </p:grpSpPr>
          <p:sp>
            <p:nvSpPr>
              <p:cNvPr id="143" name="ZoneTexte 142">
                <a:extLst>
                  <a:ext uri="{FF2B5EF4-FFF2-40B4-BE49-F238E27FC236}">
                    <a16:creationId xmlns:a16="http://schemas.microsoft.com/office/drawing/2014/main" id="{4E6A4B06-A1D2-B5A2-28BC-4AAE369E1D0D}"/>
                  </a:ext>
                </a:extLst>
              </p:cNvPr>
              <p:cNvSpPr txBox="1"/>
              <p:nvPr/>
            </p:nvSpPr>
            <p:spPr>
              <a:xfrm>
                <a:off x="924891" y="670945"/>
                <a:ext cx="755726" cy="216000"/>
              </a:xfrm>
              <a:prstGeom prst="rect">
                <a:avLst/>
              </a:prstGeom>
              <a:grp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Jan 25</a:t>
                </a:r>
              </a:p>
            </p:txBody>
          </p:sp>
          <p:sp>
            <p:nvSpPr>
              <p:cNvPr id="144" name="ZoneTexte 143">
                <a:extLst>
                  <a:ext uri="{FF2B5EF4-FFF2-40B4-BE49-F238E27FC236}">
                    <a16:creationId xmlns:a16="http://schemas.microsoft.com/office/drawing/2014/main" id="{5D36DE05-016E-EBA1-BBAA-6E11F8F3136E}"/>
                  </a:ext>
                </a:extLst>
              </p:cNvPr>
              <p:cNvSpPr txBox="1"/>
              <p:nvPr/>
            </p:nvSpPr>
            <p:spPr>
              <a:xfrm>
                <a:off x="1730457" y="670945"/>
                <a:ext cx="755726" cy="216000"/>
              </a:xfrm>
              <a:prstGeom prst="rect">
                <a:avLst/>
              </a:prstGeom>
              <a:grp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err="1">
                    <a:latin typeface="Trebuchet MS"/>
                  </a:rPr>
                  <a:t>Fév</a:t>
                </a:r>
                <a:r>
                  <a:rPr lang="fr-FR" sz="825" dirty="0">
                    <a:latin typeface="Trebuchet MS"/>
                  </a:rPr>
                  <a:t> 25</a:t>
                </a:r>
              </a:p>
            </p:txBody>
          </p:sp>
          <p:sp>
            <p:nvSpPr>
              <p:cNvPr id="145" name="ZoneTexte 144">
                <a:extLst>
                  <a:ext uri="{FF2B5EF4-FFF2-40B4-BE49-F238E27FC236}">
                    <a16:creationId xmlns:a16="http://schemas.microsoft.com/office/drawing/2014/main" id="{21CB5CE4-92A6-D39F-07A3-ED44A1C270B5}"/>
                  </a:ext>
                </a:extLst>
              </p:cNvPr>
              <p:cNvSpPr txBox="1"/>
              <p:nvPr/>
            </p:nvSpPr>
            <p:spPr>
              <a:xfrm>
                <a:off x="2537948" y="670945"/>
                <a:ext cx="755726" cy="216000"/>
              </a:xfrm>
              <a:prstGeom prst="rect">
                <a:avLst/>
              </a:prstGeom>
              <a:grp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a:latin typeface="Trebuchet MS"/>
                  </a:rPr>
                  <a:t>Mars </a:t>
                </a:r>
                <a:r>
                  <a:rPr lang="fr-FR" sz="825" dirty="0" smtClean="0">
                    <a:latin typeface="Trebuchet MS"/>
                  </a:rPr>
                  <a:t>– Avril 25</a:t>
                </a:r>
                <a:endParaRPr lang="fr-FR" sz="825" dirty="0">
                  <a:latin typeface="Trebuchet MS"/>
                </a:endParaRPr>
              </a:p>
            </p:txBody>
          </p:sp>
        </p:grpSp>
        <p:sp>
          <p:nvSpPr>
            <p:cNvPr id="128" name="ZoneTexte 127">
              <a:extLst>
                <a:ext uri="{FF2B5EF4-FFF2-40B4-BE49-F238E27FC236}">
                  <a16:creationId xmlns:a16="http://schemas.microsoft.com/office/drawing/2014/main" id="{DD1CC120-C17F-A0EC-058C-79A1DC19A89B}"/>
                </a:ext>
              </a:extLst>
            </p:cNvPr>
            <p:cNvSpPr txBox="1"/>
            <p:nvPr/>
          </p:nvSpPr>
          <p:spPr>
            <a:xfrm>
              <a:off x="2453888" y="5182719"/>
              <a:ext cx="1143327" cy="701418"/>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defTabSz="914355">
                <a:defRPr/>
              </a:pPr>
              <a:r>
                <a:rPr lang="fr-FR" sz="825" b="1" dirty="0">
                  <a:solidFill>
                    <a:prstClr val="black"/>
                  </a:solidFill>
                  <a:latin typeface="Trebuchet MS"/>
                  <a:cs typeface="Arial"/>
                </a:rPr>
                <a:t>Structuration partenariat Cloud</a:t>
              </a:r>
              <a:endParaRPr lang="fr-FR" sz="825" i="1" dirty="0">
                <a:solidFill>
                  <a:prstClr val="black"/>
                </a:solidFill>
                <a:latin typeface="Trebuchet MS"/>
                <a:cs typeface="Arial"/>
              </a:endParaRPr>
            </a:p>
          </p:txBody>
        </p:sp>
        <p:sp>
          <p:nvSpPr>
            <p:cNvPr id="129" name="ZoneTexte 128">
              <a:extLst>
                <a:ext uri="{FF2B5EF4-FFF2-40B4-BE49-F238E27FC236}">
                  <a16:creationId xmlns:a16="http://schemas.microsoft.com/office/drawing/2014/main" id="{11C3B70D-24C2-2A4A-DAC0-720EAE4BB720}"/>
                </a:ext>
              </a:extLst>
            </p:cNvPr>
            <p:cNvSpPr txBox="1"/>
            <p:nvPr/>
          </p:nvSpPr>
          <p:spPr>
            <a:xfrm>
              <a:off x="3667883" y="5182719"/>
              <a:ext cx="948230" cy="701418"/>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rIns="0" anchor="ctr">
              <a:noAutofit/>
            </a:bodyPr>
            <a:lstStyle/>
            <a:p>
              <a:pPr algn="ctr" defTabSz="914355">
                <a:defRPr/>
              </a:pPr>
              <a:r>
                <a:rPr lang="fr-FR" sz="825" b="1" dirty="0">
                  <a:solidFill>
                    <a:prstClr val="black"/>
                  </a:solidFill>
                  <a:latin typeface="Trebuchet MS"/>
                  <a:cs typeface="Arial"/>
                </a:rPr>
                <a:t>Déploiement infra GPU pour LLM</a:t>
              </a:r>
              <a:endParaRPr lang="fr-FR" sz="825" i="1" dirty="0">
                <a:solidFill>
                  <a:prstClr val="black"/>
                </a:solidFill>
                <a:latin typeface="Trebuchet MS"/>
                <a:cs typeface="Arial"/>
              </a:endParaRPr>
            </a:p>
          </p:txBody>
        </p:sp>
        <p:sp>
          <p:nvSpPr>
            <p:cNvPr id="130" name="Étoile : 5 branches 129">
              <a:extLst>
                <a:ext uri="{FF2B5EF4-FFF2-40B4-BE49-F238E27FC236}">
                  <a16:creationId xmlns:a16="http://schemas.microsoft.com/office/drawing/2014/main" id="{33E834CB-A484-EA42-FF74-EE64395CB29E}"/>
                </a:ext>
              </a:extLst>
            </p:cNvPr>
            <p:cNvSpPr/>
            <p:nvPr/>
          </p:nvSpPr>
          <p:spPr>
            <a:xfrm>
              <a:off x="4609746" y="5043078"/>
              <a:ext cx="216000" cy="216000"/>
            </a:xfrm>
            <a:prstGeom prst="star5">
              <a:avLst/>
            </a:prstGeom>
            <a:solidFill>
              <a:schemeClr val="accent2"/>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buClrTx/>
                <a:defRPr/>
              </a:pPr>
              <a:endParaRPr lang="fr-FR" sz="900" kern="1200" dirty="0">
                <a:solidFill>
                  <a:srgbClr val="FFFFFF"/>
                </a:solidFill>
                <a:latin typeface="Trebuchet MS"/>
              </a:endParaRPr>
            </a:p>
          </p:txBody>
        </p:sp>
        <p:sp>
          <p:nvSpPr>
            <p:cNvPr id="131" name="ZoneTexte 130">
              <a:extLst>
                <a:ext uri="{FF2B5EF4-FFF2-40B4-BE49-F238E27FC236}">
                  <a16:creationId xmlns:a16="http://schemas.microsoft.com/office/drawing/2014/main" id="{098EA3A3-746F-34DC-F5D8-CE2AC90C7695}"/>
                </a:ext>
              </a:extLst>
            </p:cNvPr>
            <p:cNvSpPr txBox="1"/>
            <p:nvPr/>
          </p:nvSpPr>
          <p:spPr>
            <a:xfrm>
              <a:off x="4615851" y="4516634"/>
              <a:ext cx="1322413" cy="7220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pPr algn="ctr" defTabSz="685800">
                <a:buClrTx/>
                <a:defRPr/>
              </a:pPr>
              <a:r>
                <a:rPr lang="fr-FR" sz="825" b="1" kern="1200" dirty="0">
                  <a:solidFill>
                    <a:srgbClr val="39302A"/>
                  </a:solidFill>
                  <a:latin typeface="Trebuchet MS"/>
                </a:rPr>
                <a:t>Déploiement Tandem Ai sur Cloud local</a:t>
              </a:r>
            </a:p>
          </p:txBody>
        </p:sp>
        <p:sp>
          <p:nvSpPr>
            <p:cNvPr id="132" name="ZoneTexte 131">
              <a:extLst>
                <a:ext uri="{FF2B5EF4-FFF2-40B4-BE49-F238E27FC236}">
                  <a16:creationId xmlns:a16="http://schemas.microsoft.com/office/drawing/2014/main" id="{5479B8EB-0685-2BFA-8DFD-9AE8EC2C4BE7}"/>
                </a:ext>
              </a:extLst>
            </p:cNvPr>
            <p:cNvSpPr txBox="1"/>
            <p:nvPr/>
          </p:nvSpPr>
          <p:spPr>
            <a:xfrm>
              <a:off x="9466830" y="4500664"/>
              <a:ext cx="2367944" cy="287888"/>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defTabSz="914355">
                <a:defRPr/>
              </a:pPr>
              <a:r>
                <a:rPr lang="fr-FR" sz="825" b="0" dirty="0">
                  <a:solidFill>
                    <a:prstClr val="white"/>
                  </a:solidFill>
                </a:rPr>
                <a:t>MVP UC 2 – Détection de Fraude</a:t>
              </a:r>
            </a:p>
          </p:txBody>
        </p:sp>
        <p:sp>
          <p:nvSpPr>
            <p:cNvPr id="133" name="ZoneTexte 132">
              <a:extLst>
                <a:ext uri="{FF2B5EF4-FFF2-40B4-BE49-F238E27FC236}">
                  <a16:creationId xmlns:a16="http://schemas.microsoft.com/office/drawing/2014/main" id="{D369CD52-6B09-6F43-E663-EC5918F69417}"/>
                </a:ext>
              </a:extLst>
            </p:cNvPr>
            <p:cNvSpPr txBox="1"/>
            <p:nvPr/>
          </p:nvSpPr>
          <p:spPr>
            <a:xfrm>
              <a:off x="4696995" y="3312269"/>
              <a:ext cx="2330781" cy="243941"/>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 Performance globale</a:t>
              </a:r>
              <a:endParaRPr lang="fr-FR" sz="300" b="0" dirty="0">
                <a:solidFill>
                  <a:prstClr val="white"/>
                </a:solidFill>
              </a:endParaRPr>
            </a:p>
          </p:txBody>
        </p:sp>
        <p:sp>
          <p:nvSpPr>
            <p:cNvPr id="142" name="ZoneTexte 141">
              <a:extLst>
                <a:ext uri="{FF2B5EF4-FFF2-40B4-BE49-F238E27FC236}">
                  <a16:creationId xmlns:a16="http://schemas.microsoft.com/office/drawing/2014/main" id="{6767E732-612C-0B4B-65D3-678A0BA3FF9C}"/>
                </a:ext>
              </a:extLst>
            </p:cNvPr>
            <p:cNvSpPr txBox="1"/>
            <p:nvPr/>
          </p:nvSpPr>
          <p:spPr>
            <a:xfrm>
              <a:off x="9466830" y="4839992"/>
              <a:ext cx="2367944" cy="287888"/>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defTabSz="914355">
                <a:defRPr/>
              </a:pPr>
              <a:r>
                <a:rPr lang="fr-FR" sz="825" b="0" dirty="0">
                  <a:solidFill>
                    <a:prstClr val="white"/>
                  </a:solidFill>
                </a:rPr>
                <a:t>MVP UC 3 – Recouvrement</a:t>
              </a:r>
            </a:p>
          </p:txBody>
        </p:sp>
      </p:grpSp>
      <p:pic>
        <p:nvPicPr>
          <p:cNvPr id="148" name="Image 147">
            <a:extLst>
              <a:ext uri="{FF2B5EF4-FFF2-40B4-BE49-F238E27FC236}">
                <a16:creationId xmlns:a16="http://schemas.microsoft.com/office/drawing/2014/main" id="{41EE8E9E-CA1C-93E3-3032-D54CD87BC3AA}"/>
              </a:ext>
            </a:extLst>
          </p:cNvPr>
          <p:cNvPicPr>
            <a:picLocks noChangeAspect="1"/>
          </p:cNvPicPr>
          <p:nvPr/>
        </p:nvPicPr>
        <p:blipFill>
          <a:blip r:embed="rId4"/>
          <a:stretch>
            <a:fillRect/>
          </a:stretch>
        </p:blipFill>
        <p:spPr>
          <a:xfrm>
            <a:off x="1597012" y="2624826"/>
            <a:ext cx="162000" cy="162000"/>
          </a:xfrm>
          <a:prstGeom prst="rect">
            <a:avLst/>
          </a:prstGeom>
        </p:spPr>
      </p:pic>
      <p:pic>
        <p:nvPicPr>
          <p:cNvPr id="149" name="Image 148">
            <a:extLst>
              <a:ext uri="{FF2B5EF4-FFF2-40B4-BE49-F238E27FC236}">
                <a16:creationId xmlns:a16="http://schemas.microsoft.com/office/drawing/2014/main" id="{A2890E75-7D61-F5EB-383B-31C4DDE0059B}"/>
              </a:ext>
            </a:extLst>
          </p:cNvPr>
          <p:cNvPicPr>
            <a:picLocks noChangeAspect="1"/>
          </p:cNvPicPr>
          <p:nvPr/>
        </p:nvPicPr>
        <p:blipFill>
          <a:blip r:embed="rId4"/>
          <a:stretch>
            <a:fillRect/>
          </a:stretch>
        </p:blipFill>
        <p:spPr>
          <a:xfrm>
            <a:off x="1594682" y="3568847"/>
            <a:ext cx="162000" cy="162000"/>
          </a:xfrm>
          <a:prstGeom prst="rect">
            <a:avLst/>
          </a:prstGeom>
        </p:spPr>
      </p:pic>
      <p:pic>
        <p:nvPicPr>
          <p:cNvPr id="150" name="Image 149">
            <a:extLst>
              <a:ext uri="{FF2B5EF4-FFF2-40B4-BE49-F238E27FC236}">
                <a16:creationId xmlns:a16="http://schemas.microsoft.com/office/drawing/2014/main" id="{3BC86147-37D3-BF84-D6B9-F631E0D36F56}"/>
              </a:ext>
            </a:extLst>
          </p:cNvPr>
          <p:cNvPicPr>
            <a:picLocks noChangeAspect="1"/>
          </p:cNvPicPr>
          <p:nvPr/>
        </p:nvPicPr>
        <p:blipFill>
          <a:blip r:embed="rId4"/>
          <a:stretch>
            <a:fillRect/>
          </a:stretch>
        </p:blipFill>
        <p:spPr>
          <a:xfrm>
            <a:off x="1599605" y="4500584"/>
            <a:ext cx="162000" cy="162000"/>
          </a:xfrm>
          <a:prstGeom prst="rect">
            <a:avLst/>
          </a:prstGeom>
        </p:spPr>
      </p:pic>
      <p:pic>
        <p:nvPicPr>
          <p:cNvPr id="154" name="Image 153">
            <a:extLst>
              <a:ext uri="{FF2B5EF4-FFF2-40B4-BE49-F238E27FC236}">
                <a16:creationId xmlns:a16="http://schemas.microsoft.com/office/drawing/2014/main" id="{C79F6DBE-C1D0-F760-E8A5-FFF86C910F53}"/>
              </a:ext>
            </a:extLst>
          </p:cNvPr>
          <p:cNvPicPr>
            <a:picLocks noChangeAspect="1"/>
          </p:cNvPicPr>
          <p:nvPr/>
        </p:nvPicPr>
        <p:blipFill>
          <a:blip r:embed="rId5"/>
          <a:stretch>
            <a:fillRect/>
          </a:stretch>
        </p:blipFill>
        <p:spPr>
          <a:xfrm>
            <a:off x="3273522" y="1576477"/>
            <a:ext cx="173290" cy="173290"/>
          </a:xfrm>
          <a:prstGeom prst="rect">
            <a:avLst/>
          </a:prstGeom>
        </p:spPr>
      </p:pic>
      <p:pic>
        <p:nvPicPr>
          <p:cNvPr id="155" name="Image 154">
            <a:extLst>
              <a:ext uri="{FF2B5EF4-FFF2-40B4-BE49-F238E27FC236}">
                <a16:creationId xmlns:a16="http://schemas.microsoft.com/office/drawing/2014/main" id="{AB467375-0886-3163-E6AD-82E81905434F}"/>
              </a:ext>
            </a:extLst>
          </p:cNvPr>
          <p:cNvPicPr>
            <a:picLocks noChangeAspect="1"/>
          </p:cNvPicPr>
          <p:nvPr/>
        </p:nvPicPr>
        <p:blipFill>
          <a:blip r:embed="rId4"/>
          <a:stretch>
            <a:fillRect/>
          </a:stretch>
        </p:blipFill>
        <p:spPr>
          <a:xfrm>
            <a:off x="7522796" y="4859288"/>
            <a:ext cx="162000" cy="162000"/>
          </a:xfrm>
          <a:prstGeom prst="rect">
            <a:avLst/>
          </a:prstGeom>
        </p:spPr>
      </p:pic>
      <p:pic>
        <p:nvPicPr>
          <p:cNvPr id="157" name="Image 156">
            <a:extLst>
              <a:ext uri="{FF2B5EF4-FFF2-40B4-BE49-F238E27FC236}">
                <a16:creationId xmlns:a16="http://schemas.microsoft.com/office/drawing/2014/main" id="{B3097217-41C4-0115-6F40-81BEFCE91438}"/>
              </a:ext>
            </a:extLst>
          </p:cNvPr>
          <p:cNvPicPr>
            <a:picLocks noChangeAspect="1"/>
          </p:cNvPicPr>
          <p:nvPr/>
        </p:nvPicPr>
        <p:blipFill>
          <a:blip r:embed="rId5"/>
          <a:stretch>
            <a:fillRect/>
          </a:stretch>
        </p:blipFill>
        <p:spPr>
          <a:xfrm>
            <a:off x="8212378" y="4847999"/>
            <a:ext cx="173290" cy="173290"/>
          </a:xfrm>
          <a:prstGeom prst="rect">
            <a:avLst/>
          </a:prstGeom>
        </p:spPr>
      </p:pic>
      <p:sp>
        <p:nvSpPr>
          <p:cNvPr id="158" name="ZoneTexte 157">
            <a:extLst>
              <a:ext uri="{FF2B5EF4-FFF2-40B4-BE49-F238E27FC236}">
                <a16:creationId xmlns:a16="http://schemas.microsoft.com/office/drawing/2014/main" id="{88224864-EE2B-5011-7C5F-E5CCF81C901B}"/>
              </a:ext>
            </a:extLst>
          </p:cNvPr>
          <p:cNvSpPr txBox="1"/>
          <p:nvPr/>
        </p:nvSpPr>
        <p:spPr>
          <a:xfrm>
            <a:off x="7670506" y="4830768"/>
            <a:ext cx="711788" cy="230832"/>
          </a:xfrm>
          <a:prstGeom prst="rect">
            <a:avLst/>
          </a:prstGeom>
          <a:noFill/>
        </p:spPr>
        <p:txBody>
          <a:bodyPr wrap="square">
            <a:spAutoFit/>
          </a:bodyPr>
          <a:lstStyle/>
          <a:p>
            <a:r>
              <a:rPr lang="fr-FR" sz="900" dirty="0">
                <a:solidFill>
                  <a:prstClr val="black"/>
                </a:solidFill>
                <a:latin typeface="Trebuchet MS"/>
                <a:ea typeface="+mn-ea"/>
              </a:rPr>
              <a:t>Validé</a:t>
            </a:r>
            <a:endParaRPr lang="fr-MA" sz="1050" dirty="0"/>
          </a:p>
        </p:txBody>
      </p:sp>
      <p:sp>
        <p:nvSpPr>
          <p:cNvPr id="159" name="ZoneTexte 158">
            <a:extLst>
              <a:ext uri="{FF2B5EF4-FFF2-40B4-BE49-F238E27FC236}">
                <a16:creationId xmlns:a16="http://schemas.microsoft.com/office/drawing/2014/main" id="{CB1C37F8-96AE-178C-0368-C022295FD508}"/>
              </a:ext>
            </a:extLst>
          </p:cNvPr>
          <p:cNvSpPr txBox="1"/>
          <p:nvPr/>
        </p:nvSpPr>
        <p:spPr>
          <a:xfrm>
            <a:off x="8385668" y="4813539"/>
            <a:ext cx="711788" cy="230832"/>
          </a:xfrm>
          <a:prstGeom prst="rect">
            <a:avLst/>
          </a:prstGeom>
          <a:noFill/>
        </p:spPr>
        <p:txBody>
          <a:bodyPr wrap="square">
            <a:spAutoFit/>
          </a:bodyPr>
          <a:lstStyle/>
          <a:p>
            <a:r>
              <a:rPr lang="fr-FR" sz="900" dirty="0">
                <a:solidFill>
                  <a:prstClr val="black"/>
                </a:solidFill>
                <a:latin typeface="Trebuchet MS"/>
                <a:ea typeface="+mn-ea"/>
              </a:rPr>
              <a:t>En cours</a:t>
            </a:r>
            <a:endParaRPr lang="fr-MA" sz="1050" dirty="0"/>
          </a:p>
        </p:txBody>
      </p:sp>
      <p:sp>
        <p:nvSpPr>
          <p:cNvPr id="161" name="Rectangle 160">
            <a:extLst>
              <a:ext uri="{FF2B5EF4-FFF2-40B4-BE49-F238E27FC236}">
                <a16:creationId xmlns:a16="http://schemas.microsoft.com/office/drawing/2014/main" id="{9305AE41-5A45-85D7-508B-C93C7786ADCF}"/>
              </a:ext>
            </a:extLst>
          </p:cNvPr>
          <p:cNvSpPr/>
          <p:nvPr/>
        </p:nvSpPr>
        <p:spPr>
          <a:xfrm>
            <a:off x="682218" y="206519"/>
            <a:ext cx="7850222" cy="246221"/>
          </a:xfrm>
          <a:prstGeom prst="rect">
            <a:avLst/>
          </a:prstGeom>
        </p:spPr>
        <p:txBody>
          <a:bodyPr wrap="square" lIns="0" tIns="0" rIns="0" bIns="0">
            <a:spAutoFit/>
          </a:bodyPr>
          <a:lstStyle/>
          <a:p>
            <a:pPr defTabSz="685800">
              <a:buClrTx/>
              <a:defRPr/>
            </a:pPr>
            <a:r>
              <a:rPr lang="fr-FR" sz="1600" b="1" kern="1200" cap="all" spc="-113" dirty="0" smtClean="0">
                <a:solidFill>
                  <a:prstClr val="black"/>
                </a:solidFill>
                <a:latin typeface="+mn-lt"/>
                <a:ea typeface="Tahoma" panose="020B0604030504040204" pitchFamily="34" charset="0"/>
                <a:cs typeface="Tahoma" panose="020B0604030504040204" pitchFamily="34" charset="0"/>
              </a:rPr>
              <a:t>RAPPEL DU Planning PROJET</a:t>
            </a:r>
            <a:endParaRPr lang="fr-FR" sz="1600" b="1" kern="1200" cap="all" spc="-113" dirty="0">
              <a:solidFill>
                <a:prstClr val="black"/>
              </a:solidFill>
              <a:latin typeface="+mn-lt"/>
              <a:ea typeface="Tahoma" panose="020B0604030504040204" pitchFamily="34" charset="0"/>
              <a:cs typeface="Tahoma" panose="020B0604030504040204" pitchFamily="34" charset="0"/>
            </a:endParaRPr>
          </a:p>
        </p:txBody>
      </p:sp>
      <p:sp>
        <p:nvSpPr>
          <p:cNvPr id="89" name="ZoneTexte 88">
            <a:extLst>
              <a:ext uri="{FF2B5EF4-FFF2-40B4-BE49-F238E27FC236}">
                <a16:creationId xmlns:a16="http://schemas.microsoft.com/office/drawing/2014/main" id="{865548CB-F0E1-8DA9-4B66-3E758F8A5689}"/>
              </a:ext>
            </a:extLst>
          </p:cNvPr>
          <p:cNvSpPr txBox="1"/>
          <p:nvPr/>
        </p:nvSpPr>
        <p:spPr>
          <a:xfrm>
            <a:off x="2289585" y="3190637"/>
            <a:ext cx="1201576" cy="539860"/>
          </a:xfrm>
          <a:prstGeom prst="rect">
            <a:avLst/>
          </a:prstGeom>
          <a:noFill/>
          <a:ln w="9525" cap="rnd" cmpd="sng" algn="ctr">
            <a:solidFill>
              <a:schemeClr val="bg1">
                <a:lumMod val="85000"/>
              </a:schemeClr>
            </a:solid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RPr/>
            </a:defPPr>
            <a:lvl1pPr algn="ctr" defTabSz="914355">
              <a:defRPr sz="825" b="1">
                <a:solidFill>
                  <a:prstClr val="black"/>
                </a:solidFill>
                <a:latin typeface="Trebuchet MS"/>
                <a:cs typeface="Arial"/>
              </a:defRPr>
            </a:lvl1pPr>
          </a:lstStyle>
          <a:p>
            <a:r>
              <a:rPr lang="fr-FR" dirty="0"/>
              <a:t>Conception / Spécification des </a:t>
            </a:r>
            <a:r>
              <a:rPr lang="fr-FR" dirty="0" err="1"/>
              <a:t>dashboards</a:t>
            </a:r>
            <a:r>
              <a:rPr lang="fr-FR" dirty="0"/>
              <a:t> « Commercial » v2</a:t>
            </a:r>
          </a:p>
        </p:txBody>
      </p:sp>
      <p:pic>
        <p:nvPicPr>
          <p:cNvPr id="91" name="Image 90">
            <a:extLst>
              <a:ext uri="{FF2B5EF4-FFF2-40B4-BE49-F238E27FC236}">
                <a16:creationId xmlns:a16="http://schemas.microsoft.com/office/drawing/2014/main" id="{79BFA533-32D1-2398-1A1D-A4ECD7EDBF1A}"/>
              </a:ext>
            </a:extLst>
          </p:cNvPr>
          <p:cNvPicPr>
            <a:picLocks noChangeAspect="1"/>
          </p:cNvPicPr>
          <p:nvPr/>
        </p:nvPicPr>
        <p:blipFill>
          <a:blip r:embed="rId5"/>
          <a:stretch>
            <a:fillRect/>
          </a:stretch>
        </p:blipFill>
        <p:spPr>
          <a:xfrm>
            <a:off x="3308307" y="3395716"/>
            <a:ext cx="173290" cy="173290"/>
          </a:xfrm>
          <a:prstGeom prst="rect">
            <a:avLst/>
          </a:prstGeom>
        </p:spPr>
      </p:pic>
      <p:sp>
        <p:nvSpPr>
          <p:cNvPr id="93" name="ZoneTexte 92">
            <a:extLst>
              <a:ext uri="{FF2B5EF4-FFF2-40B4-BE49-F238E27FC236}">
                <a16:creationId xmlns:a16="http://schemas.microsoft.com/office/drawing/2014/main" id="{D369CD52-6B09-6F43-E663-EC5918F69417}"/>
              </a:ext>
            </a:extLst>
          </p:cNvPr>
          <p:cNvSpPr txBox="1"/>
          <p:nvPr/>
        </p:nvSpPr>
        <p:spPr>
          <a:xfrm>
            <a:off x="3560512" y="2805608"/>
            <a:ext cx="1760418" cy="152064"/>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 </a:t>
            </a:r>
            <a:r>
              <a:rPr lang="fr-FR" sz="700" b="0" dirty="0" smtClean="0">
                <a:solidFill>
                  <a:prstClr val="white"/>
                </a:solidFill>
              </a:rPr>
              <a:t>Commercial v2</a:t>
            </a:r>
            <a:endParaRPr lang="fr-FR" sz="300" b="0" dirty="0">
              <a:solidFill>
                <a:prstClr val="white"/>
              </a:solidFill>
            </a:endParaRPr>
          </a:p>
        </p:txBody>
      </p:sp>
      <p:sp>
        <p:nvSpPr>
          <p:cNvPr id="110" name="Rectangle 109">
            <a:extLst>
              <a:ext uri="{FF2B5EF4-FFF2-40B4-BE49-F238E27FC236}">
                <a16:creationId xmlns:a16="http://schemas.microsoft.com/office/drawing/2014/main" id="{1E49455E-652D-F771-1179-9F6F82A29697}"/>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3</a:t>
            </a:r>
            <a:endParaRPr lang="fr-FR" sz="2800" b="1" dirty="0">
              <a:solidFill>
                <a:prstClr val="white"/>
              </a:solidFill>
              <a:latin typeface="Rockwell Condensed" pitchFamily="18" charset="0"/>
              <a:ea typeface="Cambria Math" pitchFamily="18" charset="0"/>
              <a:cs typeface="Arial" pitchFamily="34" charset="0"/>
            </a:endParaRPr>
          </a:p>
        </p:txBody>
      </p:sp>
      <p:pic>
        <p:nvPicPr>
          <p:cNvPr id="119" name="Image 118">
            <a:extLst>
              <a:ext uri="{FF2B5EF4-FFF2-40B4-BE49-F238E27FC236}">
                <a16:creationId xmlns:a16="http://schemas.microsoft.com/office/drawing/2014/main" id="{3BC86147-37D3-BF84-D6B9-F631E0D36F56}"/>
              </a:ext>
            </a:extLst>
          </p:cNvPr>
          <p:cNvPicPr>
            <a:picLocks noChangeAspect="1"/>
          </p:cNvPicPr>
          <p:nvPr/>
        </p:nvPicPr>
        <p:blipFill>
          <a:blip r:embed="rId4"/>
          <a:stretch>
            <a:fillRect/>
          </a:stretch>
        </p:blipFill>
        <p:spPr>
          <a:xfrm>
            <a:off x="2548951" y="4055741"/>
            <a:ext cx="162000" cy="162000"/>
          </a:xfrm>
          <a:prstGeom prst="rect">
            <a:avLst/>
          </a:prstGeom>
        </p:spPr>
      </p:pic>
      <p:pic>
        <p:nvPicPr>
          <p:cNvPr id="124" name="Image 123">
            <a:extLst>
              <a:ext uri="{FF2B5EF4-FFF2-40B4-BE49-F238E27FC236}">
                <a16:creationId xmlns:a16="http://schemas.microsoft.com/office/drawing/2014/main" id="{79BFA533-32D1-2398-1A1D-A4ECD7EDBF1A}"/>
              </a:ext>
            </a:extLst>
          </p:cNvPr>
          <p:cNvPicPr>
            <a:picLocks noChangeAspect="1"/>
          </p:cNvPicPr>
          <p:nvPr/>
        </p:nvPicPr>
        <p:blipFill>
          <a:blip r:embed="rId5"/>
          <a:stretch>
            <a:fillRect/>
          </a:stretch>
        </p:blipFill>
        <p:spPr>
          <a:xfrm>
            <a:off x="3223287" y="4431339"/>
            <a:ext cx="173290" cy="173290"/>
          </a:xfrm>
          <a:prstGeom prst="rect">
            <a:avLst/>
          </a:prstGeom>
        </p:spPr>
      </p:pic>
      <p:sp>
        <p:nvSpPr>
          <p:cNvPr id="126" name="ZoneTexte 125">
            <a:extLst>
              <a:ext uri="{FF2B5EF4-FFF2-40B4-BE49-F238E27FC236}">
                <a16:creationId xmlns:a16="http://schemas.microsoft.com/office/drawing/2014/main" id="{0444CC8A-3A15-AB81-7513-58981B18BC55}"/>
              </a:ext>
            </a:extLst>
          </p:cNvPr>
          <p:cNvSpPr txBox="1"/>
          <p:nvPr/>
        </p:nvSpPr>
        <p:spPr>
          <a:xfrm>
            <a:off x="6275033" y="2631550"/>
            <a:ext cx="1151493" cy="314869"/>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27000" rIns="27000"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–Finance Rentabilité</a:t>
            </a:r>
            <a:endParaRPr lang="fr-FR" sz="300" b="0" dirty="0">
              <a:solidFill>
                <a:prstClr val="white"/>
              </a:solidFill>
            </a:endParaRPr>
          </a:p>
        </p:txBody>
      </p:sp>
      <p:sp>
        <p:nvSpPr>
          <p:cNvPr id="127" name="ZoneTexte 126">
            <a:extLst>
              <a:ext uri="{FF2B5EF4-FFF2-40B4-BE49-F238E27FC236}">
                <a16:creationId xmlns:a16="http://schemas.microsoft.com/office/drawing/2014/main" id="{F34B18E2-A7D4-C38A-0405-AFA7F3931A97}"/>
              </a:ext>
            </a:extLst>
          </p:cNvPr>
          <p:cNvSpPr txBox="1"/>
          <p:nvPr/>
        </p:nvSpPr>
        <p:spPr>
          <a:xfrm>
            <a:off x="5392532" y="2632464"/>
            <a:ext cx="837841" cy="314869"/>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27000" rIns="27000"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 Risque</a:t>
            </a:r>
            <a:endParaRPr lang="fr-FR" sz="300" b="0" dirty="0">
              <a:solidFill>
                <a:prstClr val="white"/>
              </a:solidFill>
            </a:endParaRPr>
          </a:p>
        </p:txBody>
      </p:sp>
      <p:sp>
        <p:nvSpPr>
          <p:cNvPr id="138" name="ZoneTexte 137">
            <a:extLst>
              <a:ext uri="{FF2B5EF4-FFF2-40B4-BE49-F238E27FC236}">
                <a16:creationId xmlns:a16="http://schemas.microsoft.com/office/drawing/2014/main" id="{24F3EE75-540B-F5DB-8891-385B78C98893}"/>
              </a:ext>
            </a:extLst>
          </p:cNvPr>
          <p:cNvSpPr txBox="1"/>
          <p:nvPr/>
        </p:nvSpPr>
        <p:spPr>
          <a:xfrm>
            <a:off x="7481138" y="2632465"/>
            <a:ext cx="865323" cy="314869"/>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27000" rIns="27000"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–Recouvrement</a:t>
            </a:r>
            <a:endParaRPr lang="fr-FR" sz="300" b="0" dirty="0">
              <a:solidFill>
                <a:prstClr val="white"/>
              </a:solidFill>
            </a:endParaRPr>
          </a:p>
        </p:txBody>
      </p:sp>
      <p:sp>
        <p:nvSpPr>
          <p:cNvPr id="139" name="ZoneTexte 138">
            <a:extLst>
              <a:ext uri="{FF2B5EF4-FFF2-40B4-BE49-F238E27FC236}">
                <a16:creationId xmlns:a16="http://schemas.microsoft.com/office/drawing/2014/main" id="{39E143E0-86DD-EF3F-8FBC-71C5C8C4F29C}"/>
              </a:ext>
            </a:extLst>
          </p:cNvPr>
          <p:cNvSpPr txBox="1"/>
          <p:nvPr/>
        </p:nvSpPr>
        <p:spPr>
          <a:xfrm>
            <a:off x="8391121" y="2632465"/>
            <a:ext cx="548377" cy="314869"/>
          </a:xfrm>
          <a:prstGeom prst="rect">
            <a:avLst/>
          </a:prstGeom>
          <a:solidFill>
            <a:schemeClr val="tx1">
              <a:lumMod val="50000"/>
              <a:lumOff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27000" rIns="27000" anchor="ctr">
            <a:noAutofit/>
          </a:bodyPr>
          <a:lstStyle>
            <a:defPPr>
              <a:defRPr lang="fr-FR"/>
            </a:defPPr>
            <a:lvl1pPr marR="0" lvl="0" indent="0" algn="ctr" defTabSz="1219140" fontAlgn="auto">
              <a:lnSpc>
                <a:spcPct val="100000"/>
              </a:lnSpc>
              <a:spcBef>
                <a:spcPts val="0"/>
              </a:spcBef>
              <a:spcAft>
                <a:spcPts val="0"/>
              </a:spcAft>
              <a:buClr>
                <a:srgbClr val="000000"/>
              </a:buClr>
              <a:buSzTx/>
              <a:buFontTx/>
              <a:buNone/>
              <a:tabLst/>
              <a:defRPr kumimoji="0" sz="1200" b="1" i="0" u="none" strike="noStrike" kern="0" cap="none" spc="0" normalizeH="0" baseline="0">
                <a:ln>
                  <a:noFill/>
                </a:ln>
                <a:solidFill>
                  <a:prstClr val="black"/>
                </a:solidFill>
                <a:effectLst/>
                <a:uLnTx/>
                <a:uFillTx/>
                <a:latin typeface="Trebuchet MS"/>
                <a:cs typeface="Arial"/>
              </a:defRPr>
            </a:lvl1pPr>
          </a:lstStyle>
          <a:p>
            <a:pPr>
              <a:defRPr/>
            </a:pPr>
            <a:r>
              <a:rPr lang="fr-FR" sz="700" b="0" dirty="0">
                <a:solidFill>
                  <a:prstClr val="white"/>
                </a:solidFill>
              </a:rPr>
              <a:t>TDB –Digital</a:t>
            </a:r>
            <a:endParaRPr lang="fr-FR" sz="300" b="0" dirty="0">
              <a:solidFill>
                <a:prstClr val="white"/>
              </a:solidFill>
            </a:endParaRPr>
          </a:p>
        </p:txBody>
      </p:sp>
      <p:pic>
        <p:nvPicPr>
          <p:cNvPr id="140" name="Image 139">
            <a:extLst>
              <a:ext uri="{FF2B5EF4-FFF2-40B4-BE49-F238E27FC236}">
                <a16:creationId xmlns:a16="http://schemas.microsoft.com/office/drawing/2014/main" id="{79BFA533-32D1-2398-1A1D-A4ECD7EDBF1A}"/>
              </a:ext>
            </a:extLst>
          </p:cNvPr>
          <p:cNvPicPr>
            <a:picLocks noChangeAspect="1"/>
          </p:cNvPicPr>
          <p:nvPr/>
        </p:nvPicPr>
        <p:blipFill>
          <a:blip r:embed="rId5"/>
          <a:stretch>
            <a:fillRect/>
          </a:stretch>
        </p:blipFill>
        <p:spPr>
          <a:xfrm>
            <a:off x="3296398" y="2801180"/>
            <a:ext cx="173290" cy="173290"/>
          </a:xfrm>
          <a:prstGeom prst="rect">
            <a:avLst/>
          </a:prstGeom>
        </p:spPr>
      </p:pic>
      <p:sp>
        <p:nvSpPr>
          <p:cNvPr id="111" name="ZoneTexte 110">
            <a:extLst>
              <a:ext uri="{FF2B5EF4-FFF2-40B4-BE49-F238E27FC236}">
                <a16:creationId xmlns:a16="http://schemas.microsoft.com/office/drawing/2014/main" id="{AA324252-9DB8-F447-95FB-9930659E406F}"/>
              </a:ext>
            </a:extLst>
          </p:cNvPr>
          <p:cNvSpPr txBox="1"/>
          <p:nvPr/>
        </p:nvSpPr>
        <p:spPr>
          <a:xfrm>
            <a:off x="8393178" y="973556"/>
            <a:ext cx="558000" cy="134647"/>
          </a:xfrm>
          <a:prstGeom prst="rect">
            <a:avLst/>
          </a:prstGeom>
          <a:solidFill>
            <a:srgbClr val="D2D9E5"/>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defPPr marR="0" lvl="0" algn="l" rtl="0">
              <a:lnSpc>
                <a:spcPct val="100000"/>
              </a:lnSpc>
              <a:spcBef>
                <a:spcPts val="0"/>
              </a:spcBef>
              <a:spcAft>
                <a:spcPts val="0"/>
              </a:spcAft>
            </a:defPPr>
            <a:lvl1pPr marL="0" indent="0" algn="ctr" defTabSz="914400" eaLnBrk="1" fontAlgn="auto" latinLnBrk="0" hangingPunct="1">
              <a:buSzTx/>
              <a:buNone/>
              <a:tabLst/>
              <a:defRPr kumimoji="0" sz="1000" i="1" kern="0" spc="0" normalizeH="0" baseline="0">
                <a:ln>
                  <a:noFill/>
                </a:ln>
                <a:solidFill>
                  <a:prstClr val="black"/>
                </a:solidFill>
                <a:effectLst/>
                <a:uLnTx/>
                <a:uFillTx/>
                <a:latin typeface="+mj-lt"/>
                <a:cs typeface="Arial"/>
              </a:defRPr>
            </a:lvl1pPr>
          </a:lstStyle>
          <a:p>
            <a:pPr defTabSz="914355">
              <a:defRPr/>
            </a:pPr>
            <a:r>
              <a:rPr lang="fr-FR" sz="825" dirty="0" smtClean="0">
                <a:latin typeface="Trebuchet MS"/>
              </a:rPr>
              <a:t>Jan 26</a:t>
            </a:r>
            <a:endParaRPr lang="fr-FR" sz="825" dirty="0">
              <a:latin typeface="Trebuchet MS"/>
            </a:endParaRPr>
          </a:p>
        </p:txBody>
      </p:sp>
    </p:spTree>
    <p:extLst>
      <p:ext uri="{BB962C8B-B14F-4D97-AF65-F5344CB8AC3E}">
        <p14:creationId xmlns:p14="http://schemas.microsoft.com/office/powerpoint/2010/main" val="315344784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marR="0" lvl="0" indent="0" algn="l" defTabSz="685800" rtl="0" eaLnBrk="1" fontAlgn="auto" latinLnBrk="0" hangingPunct="1">
              <a:lnSpc>
                <a:spcPct val="100000"/>
              </a:lnSpc>
              <a:spcBef>
                <a:spcPts val="0"/>
              </a:spcBef>
              <a:spcAft>
                <a:spcPts val="0"/>
              </a:spcAft>
              <a:buClrTx/>
              <a:buSzTx/>
              <a:buFont typeface="Arial"/>
              <a:buNone/>
              <a:tabLst/>
              <a:defRPr/>
            </a:pPr>
            <a:endParaRPr kumimoji="0" lang="fr-FR" sz="1350" b="0" i="0" u="none" strike="noStrike" kern="1200" cap="none" spc="0" normalizeH="0" baseline="0" noProof="0">
              <a:ln>
                <a:noFill/>
              </a:ln>
              <a:solidFill>
                <a:srgbClr val="051922"/>
              </a:solidFill>
              <a:effectLst/>
              <a:uLnTx/>
              <a:uFillTx/>
              <a:latin typeface="Arial"/>
              <a:ea typeface="+mn-ea"/>
              <a:cs typeface="Arial"/>
              <a:sym typeface="Arial"/>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51520" y="278768"/>
            <a:ext cx="7206242" cy="240641"/>
          </a:xfrm>
        </p:spPr>
        <p:txBody>
          <a:bodyPr/>
          <a:lstStyle/>
          <a:p>
            <a:r>
              <a:rPr lang="fr-FR" dirty="0" smtClean="0">
                <a:latin typeface="Arial" panose="020B0604020202020204" pitchFamily="34" charset="0"/>
                <a:cs typeface="Arial" panose="020B0604020202020204" pitchFamily="34" charset="0"/>
              </a:rPr>
              <a:t>Rappel des objectifs du </a:t>
            </a:r>
            <a:r>
              <a:rPr lang="fr-FR" dirty="0" err="1" smtClean="0">
                <a:latin typeface="Arial" panose="020B0604020202020204" pitchFamily="34" charset="0"/>
                <a:cs typeface="Arial" panose="020B0604020202020204" pitchFamily="34" charset="0"/>
              </a:rPr>
              <a:t>tdb</a:t>
            </a:r>
            <a:r>
              <a:rPr lang="fr-FR" dirty="0" smtClean="0">
                <a:latin typeface="Arial" panose="020B0604020202020204" pitchFamily="34" charset="0"/>
                <a:cs typeface="Arial" panose="020B0604020202020204" pitchFamily="34" charset="0"/>
              </a:rPr>
              <a:t> « Performance globale »</a:t>
            </a:r>
            <a:endParaRPr lang="fr-FR" dirty="0">
              <a:solidFill>
                <a:schemeClr val="bg1">
                  <a:lumMod val="10000"/>
                </a:schemeClr>
              </a:solidFill>
              <a:latin typeface="Arial" panose="020B0604020202020204" pitchFamily="34" charset="0"/>
              <a:cs typeface="Arial" panose="020B0604020202020204" pitchFamily="34" charset="0"/>
            </a:endParaRPr>
          </a:p>
        </p:txBody>
      </p:sp>
      <p:pic>
        <p:nvPicPr>
          <p:cNvPr id="30" name="Image 29"/>
          <p:cNvPicPr>
            <a:picLocks noChangeAspect="1"/>
          </p:cNvPicPr>
          <p:nvPr/>
        </p:nvPicPr>
        <p:blipFill>
          <a:blip r:embed="rId3"/>
          <a:stretch>
            <a:fillRect/>
          </a:stretch>
        </p:blipFill>
        <p:spPr>
          <a:xfrm>
            <a:off x="6891377" y="122934"/>
            <a:ext cx="920983" cy="504600"/>
          </a:xfrm>
          <a:prstGeom prst="rect">
            <a:avLst/>
          </a:prstGeom>
        </p:spPr>
      </p:pic>
      <p:sp>
        <p:nvSpPr>
          <p:cNvPr id="32" name="Rectangle 31">
            <a:extLst>
              <a:ext uri="{FF2B5EF4-FFF2-40B4-BE49-F238E27FC236}">
                <a16:creationId xmlns:a16="http://schemas.microsoft.com/office/drawing/2014/main" id="{AAA99354-8928-FA8A-6651-C3EC1A779FC2}"/>
              </a:ext>
            </a:extLst>
          </p:cNvPr>
          <p:cNvSpPr/>
          <p:nvPr/>
        </p:nvSpPr>
        <p:spPr>
          <a:xfrm>
            <a:off x="0" y="750602"/>
            <a:ext cx="9144000" cy="326365"/>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378" rtl="0" eaLnBrk="1" fontAlgn="auto" latinLnBrk="0" hangingPunct="1">
              <a:lnSpc>
                <a:spcPct val="100000"/>
              </a:lnSpc>
              <a:spcBef>
                <a:spcPts val="0"/>
              </a:spcBef>
              <a:spcAft>
                <a:spcPts val="0"/>
              </a:spcAft>
              <a:buClr>
                <a:srgbClr val="000000"/>
              </a:buClr>
              <a:buSzTx/>
              <a:buFont typeface="Arial"/>
              <a:buNone/>
              <a:tabLst/>
              <a:defRPr/>
            </a:pPr>
            <a:r>
              <a:rPr kumimoji="0" lang="fr-FR" sz="1300" b="1" i="0" u="none" strike="noStrike" kern="0" cap="none" spc="0" normalizeH="0" baseline="0" noProof="0" dirty="0" smtClean="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Un produit Data au service de la transformation Data et pilotage stratégique transverse :</a:t>
            </a:r>
            <a:endParaRPr kumimoji="0" lang="fr-FR" sz="1300" b="1" i="0" u="none" strike="noStrike" kern="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 name="Rectangle 1"/>
          <p:cNvSpPr/>
          <p:nvPr/>
        </p:nvSpPr>
        <p:spPr>
          <a:xfrm>
            <a:off x="255049" y="1343143"/>
            <a:ext cx="4316951" cy="3406378"/>
          </a:xfrm>
          <a:prstGeom prst="rect">
            <a:avLst/>
          </a:prstGeom>
          <a:solidFill>
            <a:srgbClr val="FFC000">
              <a:alpha val="28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err="1" smtClean="0">
              <a:ln>
                <a:noFill/>
              </a:ln>
              <a:solidFill>
                <a:prstClr val="black"/>
              </a:solidFill>
              <a:effectLst/>
              <a:uLnTx/>
              <a:uFillTx/>
              <a:latin typeface="Arial"/>
              <a:ea typeface="+mn-ea"/>
              <a:cs typeface="Arial"/>
              <a:sym typeface="Arial"/>
            </a:endParaRPr>
          </a:p>
        </p:txBody>
      </p:sp>
      <p:sp>
        <p:nvSpPr>
          <p:cNvPr id="3" name="ZoneTexte 2"/>
          <p:cNvSpPr txBox="1"/>
          <p:nvPr/>
        </p:nvSpPr>
        <p:spPr>
          <a:xfrm>
            <a:off x="251520" y="1343143"/>
            <a:ext cx="2016224" cy="276999"/>
          </a:xfrm>
          <a:prstGeom prst="rect">
            <a:avLst/>
          </a:prstGeom>
          <a:solidFill>
            <a:srgbClr val="FFC00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1" u="none" strike="noStrike" kern="0" cap="none" spc="0" normalizeH="0" baseline="0" noProof="0" dirty="0" smtClean="0">
                <a:ln>
                  <a:noFill/>
                </a:ln>
                <a:solidFill>
                  <a:srgbClr val="000000"/>
                </a:solidFill>
                <a:effectLst/>
                <a:uLnTx/>
                <a:uFillTx/>
                <a:latin typeface="Arial"/>
                <a:cs typeface="Arial"/>
                <a:sym typeface="Arial"/>
              </a:rPr>
              <a:t>Contenu fonctionnel</a:t>
            </a:r>
            <a:endParaRPr kumimoji="0" lang="fr-FR" sz="1200" b="1" i="1" u="none" strike="noStrike" kern="0" cap="none" spc="0" normalizeH="0" baseline="0" noProof="0" dirty="0">
              <a:ln>
                <a:noFill/>
              </a:ln>
              <a:solidFill>
                <a:srgbClr val="000000"/>
              </a:solidFill>
              <a:effectLst/>
              <a:uLnTx/>
              <a:uFillTx/>
              <a:latin typeface="Arial"/>
              <a:cs typeface="Arial"/>
              <a:sym typeface="Arial"/>
            </a:endParaRPr>
          </a:p>
        </p:txBody>
      </p:sp>
      <p:sp>
        <p:nvSpPr>
          <p:cNvPr id="4" name="ZoneTexte 3"/>
          <p:cNvSpPr txBox="1"/>
          <p:nvPr/>
        </p:nvSpPr>
        <p:spPr>
          <a:xfrm>
            <a:off x="1002584" y="1644532"/>
            <a:ext cx="287373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100" b="1" i="0" u="none" strike="noStrike" kern="0" cap="none" spc="0" normalizeH="0" baseline="0" noProof="0" dirty="0" smtClean="0">
                <a:ln>
                  <a:noFill/>
                </a:ln>
                <a:solidFill>
                  <a:srgbClr val="000000"/>
                </a:solidFill>
                <a:effectLst/>
                <a:uLnTx/>
                <a:uFillTx/>
                <a:latin typeface="Arial"/>
                <a:cs typeface="Arial"/>
                <a:sym typeface="Arial"/>
              </a:rPr>
              <a:t>35 </a:t>
            </a:r>
            <a:r>
              <a:rPr kumimoji="0" lang="fr-FR" sz="1100" b="1" i="0" u="none" strike="noStrike" kern="0" cap="none" spc="0" normalizeH="0" baseline="0" noProof="0" dirty="0" err="1" smtClean="0">
                <a:ln>
                  <a:noFill/>
                </a:ln>
                <a:solidFill>
                  <a:srgbClr val="000000"/>
                </a:solidFill>
                <a:effectLst/>
                <a:uLnTx/>
                <a:uFillTx/>
                <a:latin typeface="Arial"/>
                <a:cs typeface="Arial"/>
                <a:sym typeface="Arial"/>
              </a:rPr>
              <a:t>KPIs</a:t>
            </a:r>
            <a:r>
              <a:rPr kumimoji="0" lang="fr-FR" sz="1100" b="1" i="0" u="none" strike="noStrike" kern="0" cap="none" spc="0" normalizeH="0" baseline="0" noProof="0" dirty="0" smtClean="0">
                <a:ln>
                  <a:noFill/>
                </a:ln>
                <a:solidFill>
                  <a:srgbClr val="000000"/>
                </a:solidFill>
                <a:effectLst/>
                <a:uLnTx/>
                <a:uFillTx/>
                <a:latin typeface="Arial"/>
                <a:cs typeface="Arial"/>
                <a:sym typeface="Arial"/>
              </a:rPr>
              <a:t> identifiés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900" b="0" i="1" u="none" strike="noStrike" kern="0" cap="none" spc="0" normalizeH="0" baseline="0" noProof="0" dirty="0" smtClean="0">
                <a:ln>
                  <a:noFill/>
                </a:ln>
                <a:solidFill>
                  <a:srgbClr val="000000"/>
                </a:solidFill>
                <a:effectLst/>
                <a:uLnTx/>
                <a:uFillTx/>
                <a:latin typeface="Arial"/>
                <a:cs typeface="Arial"/>
                <a:sym typeface="Arial"/>
              </a:rPr>
              <a:t>et répartis sur les 7 domaines métiers suivants :</a:t>
            </a:r>
            <a:endParaRPr kumimoji="0" lang="fr-FR" sz="900" b="0" i="1" u="none" strike="noStrike" kern="0" cap="none" spc="0" normalizeH="0" baseline="0" noProof="0" dirty="0">
              <a:ln>
                <a:noFill/>
              </a:ln>
              <a:solidFill>
                <a:srgbClr val="000000"/>
              </a:solidFill>
              <a:effectLst/>
              <a:uLnTx/>
              <a:uFillTx/>
              <a:latin typeface="Arial"/>
              <a:cs typeface="Arial"/>
              <a:sym typeface="Arial"/>
            </a:endParaRPr>
          </a:p>
        </p:txBody>
      </p:sp>
      <p:sp>
        <p:nvSpPr>
          <p:cNvPr id="5" name="Triangle isocèle 4"/>
          <p:cNvSpPr/>
          <p:nvPr/>
        </p:nvSpPr>
        <p:spPr>
          <a:xfrm rot="10800000">
            <a:off x="1827384" y="2104244"/>
            <a:ext cx="1224136" cy="311485"/>
          </a:xfrm>
          <a:prstGeom prst="triangl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err="1" smtClean="0">
              <a:ln>
                <a:noFill/>
              </a:ln>
              <a:solidFill>
                <a:prstClr val="black"/>
              </a:solidFill>
              <a:effectLst/>
              <a:uLnTx/>
              <a:uFillTx/>
              <a:latin typeface="Arial"/>
              <a:ea typeface="+mn-ea"/>
              <a:cs typeface="Arial"/>
              <a:sym typeface="Arial"/>
            </a:endParaRPr>
          </a:p>
        </p:txBody>
      </p:sp>
      <p:pic>
        <p:nvPicPr>
          <p:cNvPr id="131074" name="Picture 2" descr="Repor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6449" y="1241358"/>
            <a:ext cx="456443" cy="456444"/>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323528" y="2477491"/>
            <a:ext cx="4030214" cy="216982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Production</a:t>
            </a:r>
            <a:r>
              <a:rPr kumimoji="0" lang="fr-FR" sz="800" b="0" i="0" u="none" strike="noStrike" kern="0" cap="none" spc="0" normalizeH="0" baseline="0" noProof="0" dirty="0">
                <a:ln>
                  <a:noFill/>
                </a:ln>
                <a:solidFill>
                  <a:srgbClr val="000000"/>
                </a:solidFill>
                <a:effectLst/>
                <a:uLnTx/>
                <a:uFillTx/>
                <a:latin typeface="Arial"/>
                <a:cs typeface="Arial"/>
                <a:sym typeface="Arial"/>
              </a:rPr>
              <a:t> : volume et montant des crédits octroyés, production </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nette</a:t>
            </a: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smtClean="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smtClean="0">
                <a:ln>
                  <a:noFill/>
                </a:ln>
                <a:solidFill>
                  <a:srgbClr val="000000"/>
                </a:solidFill>
                <a:effectLst/>
                <a:uLnTx/>
                <a:uFillTx/>
                <a:latin typeface="Arial"/>
                <a:cs typeface="Arial"/>
                <a:sym typeface="Arial"/>
              </a:rPr>
              <a:t>Attrition</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 </a:t>
            </a:r>
            <a:r>
              <a:rPr kumimoji="0" lang="fr-FR" sz="800" b="0" i="0" u="none" strike="noStrike" kern="0" cap="none" spc="0" normalizeH="0" baseline="0" noProof="0" dirty="0">
                <a:ln>
                  <a:noFill/>
                </a:ln>
                <a:solidFill>
                  <a:srgbClr val="000000"/>
                </a:solidFill>
                <a:effectLst/>
                <a:uLnTx/>
                <a:uFillTx/>
                <a:latin typeface="Arial"/>
                <a:cs typeface="Arial"/>
                <a:sym typeface="Arial"/>
              </a:rPr>
              <a:t>: </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suivi du </a:t>
            </a:r>
            <a:r>
              <a:rPr kumimoji="0" lang="fr-FR" sz="800" b="0" i="0" u="none" strike="noStrike" kern="0" cap="none" spc="0" normalizeH="0" baseline="0" noProof="0" dirty="0" err="1" smtClean="0">
                <a:ln>
                  <a:noFill/>
                </a:ln>
                <a:solidFill>
                  <a:srgbClr val="000000"/>
                </a:solidFill>
                <a:effectLst/>
                <a:uLnTx/>
                <a:uFillTx/>
                <a:latin typeface="Arial"/>
                <a:cs typeface="Arial"/>
                <a:sym typeface="Arial"/>
              </a:rPr>
              <a:t>churn</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 client</a:t>
            </a: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Encours</a:t>
            </a:r>
            <a:r>
              <a:rPr kumimoji="0" lang="fr-FR" sz="800" b="0" i="0" u="none" strike="noStrike" kern="0" cap="none" spc="0" normalizeH="0" baseline="0" noProof="0" dirty="0">
                <a:ln>
                  <a:noFill/>
                </a:ln>
                <a:solidFill>
                  <a:srgbClr val="000000"/>
                </a:solidFill>
                <a:effectLst/>
                <a:uLnTx/>
                <a:uFillTx/>
                <a:latin typeface="Arial"/>
                <a:cs typeface="Arial"/>
                <a:sym typeface="Arial"/>
              </a:rPr>
              <a:t> : suivi des soldes restants </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dus (sains, en défaut, brut), </a:t>
            </a:r>
            <a:r>
              <a:rPr kumimoji="0" lang="fr-FR" sz="800" b="0" i="0" u="none" strike="noStrike" kern="0" cap="none" spc="0" normalizeH="0" baseline="0" noProof="0" dirty="0">
                <a:ln>
                  <a:noFill/>
                </a:ln>
                <a:solidFill>
                  <a:srgbClr val="000000"/>
                </a:solidFill>
                <a:effectLst/>
                <a:uLnTx/>
                <a:uFillTx/>
                <a:latin typeface="Arial"/>
                <a:cs typeface="Arial"/>
                <a:sym typeface="Arial"/>
              </a:rPr>
              <a:t>segmentation des portefeuilles actifs</a:t>
            </a: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Risque</a:t>
            </a:r>
            <a:r>
              <a:rPr kumimoji="0" lang="fr-FR" sz="800" b="0" i="0" u="none" strike="noStrike" kern="0" cap="none" spc="0" normalizeH="0" baseline="0" noProof="0" dirty="0">
                <a:ln>
                  <a:noFill/>
                </a:ln>
                <a:solidFill>
                  <a:srgbClr val="000000"/>
                </a:solidFill>
                <a:effectLst/>
                <a:uLnTx/>
                <a:uFillTx/>
                <a:latin typeface="Arial"/>
                <a:cs typeface="Arial"/>
                <a:sym typeface="Arial"/>
              </a:rPr>
              <a:t> : exposition au risque, </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coût net de risque</a:t>
            </a: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Recouvrement</a:t>
            </a:r>
            <a:r>
              <a:rPr kumimoji="0" lang="fr-FR" sz="800" b="0" i="0" u="none" strike="noStrike" kern="0" cap="none" spc="0" normalizeH="0" baseline="0" noProof="0" dirty="0">
                <a:ln>
                  <a:noFill/>
                </a:ln>
                <a:solidFill>
                  <a:srgbClr val="000000"/>
                </a:solidFill>
                <a:effectLst/>
                <a:uLnTx/>
                <a:uFillTx/>
                <a:latin typeface="Arial"/>
                <a:cs typeface="Arial"/>
                <a:sym typeface="Arial"/>
              </a:rPr>
              <a:t> : efficacité des actions de recouvrement, taux de </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récupération d’encaissement</a:t>
            </a: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Tarification</a:t>
            </a:r>
            <a:r>
              <a:rPr kumimoji="0" lang="fr-FR" sz="800" b="0" i="0" u="none" strike="noStrike" kern="0" cap="none" spc="0" normalizeH="0" baseline="0" noProof="0" dirty="0">
                <a:ln>
                  <a:noFill/>
                </a:ln>
                <a:solidFill>
                  <a:srgbClr val="000000"/>
                </a:solidFill>
                <a:effectLst/>
                <a:uLnTx/>
                <a:uFillTx/>
                <a:latin typeface="Arial"/>
                <a:cs typeface="Arial"/>
                <a:sym typeface="Arial"/>
              </a:rPr>
              <a:t> : t</a:t>
            </a:r>
            <a:r>
              <a:rPr kumimoji="0" lang="fr-FR" sz="800" b="0" i="0" u="none" strike="noStrike" kern="0" cap="none" spc="0" normalizeH="0" baseline="0" noProof="0" dirty="0" smtClean="0">
                <a:ln>
                  <a:noFill/>
                </a:ln>
                <a:solidFill>
                  <a:srgbClr val="000000"/>
                </a:solidFill>
                <a:effectLst/>
                <a:uLnTx/>
                <a:uFillTx/>
                <a:latin typeface="Arial"/>
                <a:cs typeface="Arial"/>
                <a:sym typeface="Arial"/>
              </a:rPr>
              <a:t>aux moyen de sortie, taux de refinancement, taux de rendement interne</a:t>
            </a: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endParaRPr kumimoji="0" lang="fr-FR" sz="8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fr-FR" sz="900" b="1" i="0" u="none" strike="noStrike" kern="0" cap="none" spc="0" normalizeH="0" baseline="0" noProof="0" dirty="0">
                <a:ln>
                  <a:noFill/>
                </a:ln>
                <a:solidFill>
                  <a:srgbClr val="000000"/>
                </a:solidFill>
                <a:effectLst/>
                <a:uLnTx/>
                <a:uFillTx/>
                <a:latin typeface="Arial"/>
                <a:cs typeface="Arial"/>
                <a:sym typeface="Arial"/>
              </a:rPr>
              <a:t>Délai</a:t>
            </a:r>
            <a:r>
              <a:rPr kumimoji="0" lang="fr-FR" sz="800" b="0" i="0" u="none" strike="noStrike" kern="0" cap="none" spc="0" normalizeH="0" baseline="0" noProof="0" dirty="0">
                <a:ln>
                  <a:noFill/>
                </a:ln>
                <a:solidFill>
                  <a:srgbClr val="000000"/>
                </a:solidFill>
                <a:effectLst/>
                <a:uLnTx/>
                <a:uFillTx/>
                <a:latin typeface="Arial"/>
                <a:cs typeface="Arial"/>
                <a:sym typeface="Arial"/>
              </a:rPr>
              <a:t> : temps moyen de traitement ou de réponse, délai de financement, SLA</a:t>
            </a:r>
          </a:p>
        </p:txBody>
      </p:sp>
      <p:sp>
        <p:nvSpPr>
          <p:cNvPr id="43" name="Triangle isocèle 42"/>
          <p:cNvSpPr/>
          <p:nvPr/>
        </p:nvSpPr>
        <p:spPr>
          <a:xfrm rot="5400000">
            <a:off x="3803137" y="2875780"/>
            <a:ext cx="2232248" cy="311485"/>
          </a:xfrm>
          <a:prstGeom prst="triangl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err="1" smtClean="0">
              <a:ln>
                <a:noFill/>
              </a:ln>
              <a:solidFill>
                <a:prstClr val="black"/>
              </a:solidFill>
              <a:effectLst/>
              <a:uLnTx/>
              <a:uFillTx/>
              <a:latin typeface="Arial"/>
              <a:ea typeface="+mn-ea"/>
              <a:cs typeface="Arial"/>
              <a:sym typeface="Arial"/>
            </a:endParaRPr>
          </a:p>
        </p:txBody>
      </p:sp>
      <p:sp>
        <p:nvSpPr>
          <p:cNvPr id="9" name="Rectangle 8"/>
          <p:cNvSpPr/>
          <p:nvPr/>
        </p:nvSpPr>
        <p:spPr>
          <a:xfrm>
            <a:off x="5299248" y="1553632"/>
            <a:ext cx="3695863" cy="2811022"/>
          </a:xfrm>
          <a:prstGeom prst="rect">
            <a:avLst/>
          </a:prstGeom>
          <a:solidFill>
            <a:schemeClr val="accent1">
              <a:alpha val="18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err="1" smtClean="0">
              <a:ln>
                <a:noFill/>
              </a:ln>
              <a:solidFill>
                <a:prstClr val="black"/>
              </a:solidFill>
              <a:effectLst/>
              <a:uLnTx/>
              <a:uFillTx/>
              <a:latin typeface="Arial"/>
              <a:ea typeface="+mn-ea"/>
              <a:cs typeface="Arial"/>
              <a:sym typeface="Arial"/>
            </a:endParaRPr>
          </a:p>
        </p:txBody>
      </p:sp>
      <p:sp>
        <p:nvSpPr>
          <p:cNvPr id="45" name="ZoneTexte 44"/>
          <p:cNvSpPr txBox="1"/>
          <p:nvPr/>
        </p:nvSpPr>
        <p:spPr>
          <a:xfrm>
            <a:off x="5302593" y="1564692"/>
            <a:ext cx="2016224" cy="276999"/>
          </a:xfrm>
          <a:prstGeom prst="rect">
            <a:avLst/>
          </a:prstGeom>
          <a:solidFill>
            <a:schemeClr val="accent1">
              <a:lumMod val="60000"/>
              <a:lumOff val="4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1" u="none" strike="noStrike" kern="0" cap="none" spc="0" normalizeH="0" baseline="0" noProof="0" dirty="0" smtClean="0">
                <a:ln>
                  <a:noFill/>
                </a:ln>
                <a:solidFill>
                  <a:srgbClr val="000000"/>
                </a:solidFill>
                <a:effectLst/>
                <a:uLnTx/>
                <a:uFillTx/>
                <a:latin typeface="Arial"/>
                <a:cs typeface="Arial"/>
                <a:sym typeface="Arial"/>
              </a:rPr>
              <a:t>Objectifs et enjeux</a:t>
            </a:r>
            <a:endParaRPr kumimoji="0" lang="fr-FR" sz="1200" b="1" i="1" u="none" strike="noStrike" kern="0" cap="none" spc="0" normalizeH="0" baseline="0" noProof="0" dirty="0">
              <a:ln>
                <a:noFill/>
              </a:ln>
              <a:solidFill>
                <a:srgbClr val="000000"/>
              </a:solidFill>
              <a:effectLst/>
              <a:uLnTx/>
              <a:uFillTx/>
              <a:latin typeface="Arial"/>
              <a:cs typeface="Arial"/>
              <a:sym typeface="Arial"/>
            </a:endParaRPr>
          </a:p>
        </p:txBody>
      </p:sp>
      <p:pic>
        <p:nvPicPr>
          <p:cNvPr id="131077" name="Picture 5" descr="Target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4397" y="1347614"/>
            <a:ext cx="487988" cy="487988"/>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p:cNvSpPr txBox="1"/>
          <p:nvPr/>
        </p:nvSpPr>
        <p:spPr>
          <a:xfrm>
            <a:off x="5295543" y="1910061"/>
            <a:ext cx="3695863" cy="235449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fr-FR" sz="1050" b="0" i="0" u="none" strike="noStrike" kern="0" cap="none" spc="0" normalizeH="0" baseline="0" noProof="0" dirty="0">
                <a:ln>
                  <a:noFill/>
                </a:ln>
                <a:solidFill>
                  <a:srgbClr val="000000"/>
                </a:solidFill>
                <a:effectLst/>
                <a:uLnTx/>
                <a:uFillTx/>
                <a:latin typeface="Arial"/>
                <a:cs typeface="Arial"/>
                <a:sym typeface="Arial"/>
              </a:rPr>
              <a:t>Identifier les </a:t>
            </a:r>
            <a:r>
              <a:rPr kumimoji="0" lang="fr-FR" sz="1050" b="1" i="0" u="none" strike="noStrike" kern="0" cap="none" spc="0" normalizeH="0" baseline="0" noProof="0" dirty="0">
                <a:ln>
                  <a:noFill/>
                </a:ln>
                <a:solidFill>
                  <a:srgbClr val="000000"/>
                </a:solidFill>
                <a:effectLst/>
                <a:uLnTx/>
                <a:uFillTx/>
                <a:latin typeface="Arial"/>
                <a:cs typeface="Arial"/>
                <a:sym typeface="Arial"/>
              </a:rPr>
              <a:t>leviers de performance </a:t>
            </a:r>
            <a:r>
              <a:rPr kumimoji="0" lang="fr-FR" sz="1050" b="0" i="0" u="none" strike="noStrike" kern="0" cap="none" spc="0" normalizeH="0" baseline="0" noProof="0" dirty="0">
                <a:ln>
                  <a:noFill/>
                </a:ln>
                <a:solidFill>
                  <a:srgbClr val="000000"/>
                </a:solidFill>
                <a:effectLst/>
                <a:uLnTx/>
                <a:uFillTx/>
                <a:latin typeface="Arial"/>
                <a:cs typeface="Arial"/>
                <a:sym typeface="Arial"/>
              </a:rPr>
              <a:t>et les </a:t>
            </a:r>
            <a:r>
              <a:rPr kumimoji="0" lang="fr-FR" sz="1050" b="1" i="0" u="none" strike="noStrike" kern="0" cap="none" spc="0" normalizeH="0" baseline="0" noProof="0" dirty="0">
                <a:ln>
                  <a:noFill/>
                </a:ln>
                <a:solidFill>
                  <a:srgbClr val="000000"/>
                </a:solidFill>
                <a:effectLst/>
                <a:uLnTx/>
                <a:uFillTx/>
                <a:latin typeface="Arial"/>
                <a:cs typeface="Arial"/>
                <a:sym typeface="Arial"/>
              </a:rPr>
              <a:t>zones de vigilance </a:t>
            </a:r>
            <a:r>
              <a:rPr kumimoji="0" lang="fr-FR" sz="1050" b="0" i="0" u="none" strike="noStrike" kern="0" cap="none" spc="0" normalizeH="0" baseline="0" noProof="0" dirty="0">
                <a:ln>
                  <a:noFill/>
                </a:ln>
                <a:solidFill>
                  <a:srgbClr val="000000"/>
                </a:solidFill>
                <a:effectLst/>
                <a:uLnTx/>
                <a:uFillTx/>
                <a:latin typeface="Arial"/>
                <a:cs typeface="Arial"/>
                <a:sym typeface="Arial"/>
              </a:rPr>
              <a:t>sur toute la chaîne de valeur</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fr-FR" sz="105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fr-FR" sz="1050" b="0" i="0" u="none" strike="noStrike" kern="0" cap="none" spc="0" normalizeH="0" baseline="0" noProof="0" dirty="0">
                <a:ln>
                  <a:noFill/>
                </a:ln>
                <a:solidFill>
                  <a:srgbClr val="000000"/>
                </a:solidFill>
                <a:effectLst/>
                <a:uLnTx/>
                <a:uFillTx/>
                <a:latin typeface="Arial"/>
                <a:cs typeface="Arial"/>
                <a:sym typeface="Arial"/>
              </a:rPr>
              <a:t>Offrir une </a:t>
            </a:r>
            <a:r>
              <a:rPr kumimoji="0" lang="fr-FR" sz="1050" b="1" i="0" u="none" strike="noStrike" kern="0" cap="none" spc="0" normalizeH="0" baseline="0" noProof="0" dirty="0">
                <a:ln>
                  <a:noFill/>
                </a:ln>
                <a:solidFill>
                  <a:srgbClr val="000000"/>
                </a:solidFill>
                <a:effectLst/>
                <a:uLnTx/>
                <a:uFillTx/>
                <a:latin typeface="Arial"/>
                <a:cs typeface="Arial"/>
                <a:sym typeface="Arial"/>
              </a:rPr>
              <a:t>lecture unifiée</a:t>
            </a:r>
            <a:r>
              <a:rPr kumimoji="0" lang="fr-FR" sz="1050" b="0" i="0" u="none" strike="noStrike" kern="0" cap="none" spc="0" normalizeH="0" baseline="0" noProof="0" dirty="0">
                <a:ln>
                  <a:noFill/>
                </a:ln>
                <a:solidFill>
                  <a:srgbClr val="000000"/>
                </a:solidFill>
                <a:effectLst/>
                <a:uLnTx/>
                <a:uFillTx/>
                <a:latin typeface="Arial"/>
                <a:cs typeface="Arial"/>
                <a:sym typeface="Arial"/>
              </a:rPr>
              <a:t> des indicateurs de performance </a:t>
            </a:r>
            <a:r>
              <a:rPr kumimoji="0" lang="fr-FR" sz="1050" b="1" i="0" u="none" strike="noStrike" kern="0" cap="none" spc="0" normalizeH="0" baseline="0" noProof="0" dirty="0">
                <a:ln>
                  <a:noFill/>
                </a:ln>
                <a:solidFill>
                  <a:srgbClr val="000000"/>
                </a:solidFill>
                <a:effectLst/>
                <a:uLnTx/>
                <a:uFillTx/>
                <a:latin typeface="Arial"/>
                <a:cs typeface="Arial"/>
                <a:sym typeface="Arial"/>
              </a:rPr>
              <a:t>à tous les niveaux de l’organisation</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fr-FR" sz="105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fr-FR" sz="1050" b="0" i="0" u="none" strike="noStrike" kern="0" cap="none" spc="0" normalizeH="0" baseline="0" noProof="0" dirty="0">
                <a:ln>
                  <a:noFill/>
                </a:ln>
                <a:solidFill>
                  <a:srgbClr val="000000"/>
                </a:solidFill>
                <a:effectLst/>
                <a:uLnTx/>
                <a:uFillTx/>
                <a:latin typeface="Arial"/>
                <a:cs typeface="Arial"/>
                <a:sym typeface="Arial"/>
              </a:rPr>
              <a:t>Centraliser les KPI stratégiques </a:t>
            </a:r>
            <a:r>
              <a:rPr kumimoji="0" lang="fr-FR" sz="1050" b="1" i="0" u="none" strike="noStrike" kern="0" cap="none" spc="0" normalizeH="0" baseline="0" noProof="0" dirty="0">
                <a:ln>
                  <a:noFill/>
                </a:ln>
                <a:solidFill>
                  <a:srgbClr val="000000"/>
                </a:solidFill>
                <a:effectLst/>
                <a:uLnTx/>
                <a:uFillTx/>
                <a:latin typeface="Arial"/>
                <a:cs typeface="Arial"/>
                <a:sym typeface="Arial"/>
              </a:rPr>
              <a:t>dans un référentiel partagé, validé par les directions métiers</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fr-FR" sz="105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fr-FR" sz="1050" b="1" i="0" u="none" strike="noStrike" kern="0" cap="none" spc="0" normalizeH="0" baseline="0" noProof="0" dirty="0">
                <a:ln>
                  <a:noFill/>
                </a:ln>
                <a:solidFill>
                  <a:srgbClr val="000000"/>
                </a:solidFill>
                <a:effectLst/>
                <a:uLnTx/>
                <a:uFillTx/>
                <a:latin typeface="Arial"/>
                <a:cs typeface="Arial"/>
                <a:sym typeface="Arial"/>
              </a:rPr>
              <a:t>Accélérer le pilotage opérationnel et stratégique </a:t>
            </a:r>
            <a:r>
              <a:rPr kumimoji="0" lang="fr-FR" sz="1050" b="0" i="0" u="none" strike="noStrike" kern="0" cap="none" spc="0" normalizeH="0" baseline="0" noProof="0" dirty="0">
                <a:ln>
                  <a:noFill/>
                </a:ln>
                <a:solidFill>
                  <a:srgbClr val="000000"/>
                </a:solidFill>
                <a:effectLst/>
                <a:uLnTx/>
                <a:uFillTx/>
                <a:latin typeface="Arial"/>
                <a:cs typeface="Arial"/>
                <a:sym typeface="Arial"/>
              </a:rPr>
              <a:t>grâce à des données à jour, fiables et lisibles</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endParaRPr kumimoji="0" lang="fr-FR" sz="105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kumimoji="0" lang="fr-FR" sz="1050" b="1" i="0" u="none" strike="noStrike" kern="0" cap="none" spc="0" normalizeH="0" baseline="0" noProof="0" dirty="0">
                <a:ln>
                  <a:noFill/>
                </a:ln>
                <a:solidFill>
                  <a:srgbClr val="000000"/>
                </a:solidFill>
                <a:effectLst/>
                <a:uLnTx/>
                <a:uFillTx/>
                <a:latin typeface="Arial"/>
                <a:cs typeface="Arial"/>
                <a:sym typeface="Arial"/>
              </a:rPr>
              <a:t>Favoriser l’alignement inter-directionnel </a:t>
            </a:r>
            <a:r>
              <a:rPr kumimoji="0" lang="fr-FR" sz="1050" b="0" i="0" u="none" strike="noStrike" kern="0" cap="none" spc="0" normalizeH="0" baseline="0" noProof="0" dirty="0">
                <a:ln>
                  <a:noFill/>
                </a:ln>
                <a:solidFill>
                  <a:srgbClr val="000000"/>
                </a:solidFill>
                <a:effectLst/>
                <a:uLnTx/>
                <a:uFillTx/>
                <a:latin typeface="Arial"/>
                <a:cs typeface="Arial"/>
                <a:sym typeface="Arial"/>
              </a:rPr>
              <a:t>sur les priorités business</a:t>
            </a:r>
          </a:p>
        </p:txBody>
      </p:sp>
      <p:pic>
        <p:nvPicPr>
          <p:cNvPr id="131079" name="Picture 7" descr="Accept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543" y="1928591"/>
            <a:ext cx="232101" cy="23210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7" descr="Accept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543" y="2426432"/>
            <a:ext cx="232101" cy="23210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7" descr="Accept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9248" y="2918544"/>
            <a:ext cx="232101" cy="23210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7" descr="Accept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543" y="3383825"/>
            <a:ext cx="232101" cy="23210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 descr="Accept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5543" y="3867894"/>
            <a:ext cx="232101" cy="232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2920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marR="0" lvl="0" indent="0" algn="l" defTabSz="685800" rtl="0" eaLnBrk="1" fontAlgn="auto" latinLnBrk="0" hangingPunct="1">
              <a:lnSpc>
                <a:spcPct val="100000"/>
              </a:lnSpc>
              <a:spcBef>
                <a:spcPts val="0"/>
              </a:spcBef>
              <a:spcAft>
                <a:spcPts val="0"/>
              </a:spcAft>
              <a:buClrTx/>
              <a:buSzTx/>
              <a:buFont typeface="Arial"/>
              <a:buNone/>
              <a:tabLst/>
              <a:defRPr/>
            </a:pPr>
            <a:endParaRPr kumimoji="0" lang="fr-FR" sz="1350" b="0" i="0" u="none" strike="noStrike" kern="1200" cap="none" spc="0" normalizeH="0" baseline="0" noProof="0">
              <a:ln>
                <a:noFill/>
              </a:ln>
              <a:solidFill>
                <a:srgbClr val="051922"/>
              </a:solidFill>
              <a:effectLst/>
              <a:uLnTx/>
              <a:uFillTx/>
              <a:latin typeface="Arial"/>
              <a:ea typeface="+mn-ea"/>
              <a:cs typeface="Arial"/>
              <a:sym typeface="Arial"/>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16148" y="269370"/>
            <a:ext cx="7206242" cy="240641"/>
          </a:xfrm>
        </p:spPr>
        <p:txBody>
          <a:bodyPr/>
          <a:lstStyle/>
          <a:p>
            <a:r>
              <a:rPr lang="fr-FR" dirty="0" smtClean="0">
                <a:latin typeface="Arial" panose="020B0604020202020204" pitchFamily="34" charset="0"/>
                <a:cs typeface="Arial" panose="020B0604020202020204" pitchFamily="34" charset="0"/>
              </a:rPr>
              <a:t>Planning et avancement  </a:t>
            </a:r>
            <a:r>
              <a:rPr lang="fr-FR" dirty="0" err="1" smtClean="0">
                <a:latin typeface="Arial" panose="020B0604020202020204" pitchFamily="34" charset="0"/>
                <a:cs typeface="Arial" panose="020B0604020202020204" pitchFamily="34" charset="0"/>
              </a:rPr>
              <a:t>Tdb</a:t>
            </a:r>
            <a:r>
              <a:rPr lang="fr-FR" dirty="0" smtClean="0">
                <a:latin typeface="Arial" panose="020B0604020202020204" pitchFamily="34" charset="0"/>
                <a:cs typeface="Arial" panose="020B0604020202020204" pitchFamily="34" charset="0"/>
              </a:rPr>
              <a:t> « Performance globale » </a:t>
            </a:r>
            <a:endParaRPr lang="fr-FR" dirty="0">
              <a:solidFill>
                <a:schemeClr val="bg1">
                  <a:lumMod val="10000"/>
                </a:schemeClr>
              </a:solidFill>
              <a:latin typeface="Arial" panose="020B0604020202020204" pitchFamily="34" charset="0"/>
              <a:cs typeface="Arial" panose="020B0604020202020204" pitchFamily="34" charset="0"/>
            </a:endParaRP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3"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4"/>
          <a:stretch>
            <a:fillRect/>
          </a:stretch>
        </p:blipFill>
        <p:spPr>
          <a:xfrm>
            <a:off x="6891377" y="122934"/>
            <a:ext cx="920983" cy="504600"/>
          </a:xfrm>
          <a:prstGeom prst="rect">
            <a:avLst/>
          </a:prstGeom>
        </p:spPr>
      </p:pic>
      <p:graphicFrame>
        <p:nvGraphicFramePr>
          <p:cNvPr id="32" name="Table 65">
            <a:extLst>
              <a:ext uri="{FF2B5EF4-FFF2-40B4-BE49-F238E27FC236}">
                <a16:creationId xmlns:a16="http://schemas.microsoft.com/office/drawing/2014/main" id="{EBD500A8-DB96-41DA-B78B-379546F13F24}"/>
              </a:ext>
            </a:extLst>
          </p:cNvPr>
          <p:cNvGraphicFramePr>
            <a:graphicFrameLocks noGrp="1"/>
          </p:cNvGraphicFramePr>
          <p:nvPr>
            <p:extLst>
              <p:ext uri="{D42A27DB-BD31-4B8C-83A1-F6EECF244321}">
                <p14:modId xmlns:p14="http://schemas.microsoft.com/office/powerpoint/2010/main" val="1670951670"/>
              </p:ext>
            </p:extLst>
          </p:nvPr>
        </p:nvGraphicFramePr>
        <p:xfrm>
          <a:off x="627229" y="1200034"/>
          <a:ext cx="8130600" cy="3675972"/>
        </p:xfrm>
        <a:graphic>
          <a:graphicData uri="http://schemas.openxmlformats.org/drawingml/2006/table">
            <a:tbl>
              <a:tblPr firstRow="1" bandRow="1">
                <a:tableStyleId>{21E4AEA4-8DFA-4A89-87EB-49C32662AFE0}</a:tableStyleId>
              </a:tblPr>
              <a:tblGrid>
                <a:gridCol w="992443">
                  <a:extLst>
                    <a:ext uri="{9D8B030D-6E8A-4147-A177-3AD203B41FA5}">
                      <a16:colId xmlns:a16="http://schemas.microsoft.com/office/drawing/2014/main" val="987469763"/>
                    </a:ext>
                  </a:extLst>
                </a:gridCol>
                <a:gridCol w="936104">
                  <a:extLst>
                    <a:ext uri="{9D8B030D-6E8A-4147-A177-3AD203B41FA5}">
                      <a16:colId xmlns:a16="http://schemas.microsoft.com/office/drawing/2014/main" val="3386674433"/>
                    </a:ext>
                  </a:extLst>
                </a:gridCol>
                <a:gridCol w="1718802">
                  <a:extLst>
                    <a:ext uri="{9D8B030D-6E8A-4147-A177-3AD203B41FA5}">
                      <a16:colId xmlns:a16="http://schemas.microsoft.com/office/drawing/2014/main" val="2922657757"/>
                    </a:ext>
                  </a:extLst>
                </a:gridCol>
                <a:gridCol w="1773051">
                  <a:extLst>
                    <a:ext uri="{9D8B030D-6E8A-4147-A177-3AD203B41FA5}">
                      <a16:colId xmlns:a16="http://schemas.microsoft.com/office/drawing/2014/main" val="2249558806"/>
                    </a:ext>
                  </a:extLst>
                </a:gridCol>
                <a:gridCol w="1548707">
                  <a:extLst>
                    <a:ext uri="{9D8B030D-6E8A-4147-A177-3AD203B41FA5}">
                      <a16:colId xmlns:a16="http://schemas.microsoft.com/office/drawing/2014/main" val="766377105"/>
                    </a:ext>
                  </a:extLst>
                </a:gridCol>
                <a:gridCol w="1161493">
                  <a:extLst>
                    <a:ext uri="{9D8B030D-6E8A-4147-A177-3AD203B41FA5}">
                      <a16:colId xmlns:a16="http://schemas.microsoft.com/office/drawing/2014/main" val="3543150299"/>
                    </a:ext>
                  </a:extLst>
                </a:gridCol>
              </a:tblGrid>
              <a:tr h="276936">
                <a:tc>
                  <a:txBody>
                    <a:bodyPr/>
                    <a:lstStyle/>
                    <a:p>
                      <a:pPr algn="ctr"/>
                      <a:r>
                        <a:rPr lang="fr-FR" sz="900" b="1" dirty="0" smtClean="0">
                          <a:solidFill>
                            <a:schemeClr val="tx1"/>
                          </a:solidFill>
                        </a:rPr>
                        <a:t>Février -</a:t>
                      </a:r>
                      <a:r>
                        <a:rPr lang="fr-FR" sz="900" b="1" baseline="0" dirty="0" smtClean="0">
                          <a:solidFill>
                            <a:schemeClr val="tx1"/>
                          </a:solidFill>
                        </a:rPr>
                        <a:t> Mars</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tc>
                  <a:txBody>
                    <a:bodyPr/>
                    <a:lstStyle/>
                    <a:p>
                      <a:pPr marL="0" indent="0" algn="ctr"/>
                      <a:r>
                        <a:rPr lang="fr-FR" sz="900" b="1" baseline="0" dirty="0" smtClean="0">
                          <a:solidFill>
                            <a:schemeClr val="tx1"/>
                          </a:solidFill>
                        </a:rPr>
                        <a:t>Avril</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tc>
                  <a:txBody>
                    <a:bodyPr/>
                    <a:lstStyle/>
                    <a:p>
                      <a:pPr marL="0" indent="0" algn="ctr"/>
                      <a:r>
                        <a:rPr lang="fr-FR" sz="900" b="1" dirty="0" smtClean="0">
                          <a:solidFill>
                            <a:schemeClr val="tx1"/>
                          </a:solidFill>
                        </a:rPr>
                        <a:t>Mai</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tc>
                  <a:txBody>
                    <a:bodyPr/>
                    <a:lstStyle/>
                    <a:p>
                      <a:pPr marL="0" indent="0" algn="ctr"/>
                      <a:r>
                        <a:rPr lang="fr-FR" sz="900" b="1" dirty="0" smtClean="0">
                          <a:solidFill>
                            <a:schemeClr val="tx1"/>
                          </a:solidFill>
                        </a:rPr>
                        <a:t>Juin</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tc>
                  <a:txBody>
                    <a:bodyPr/>
                    <a:lstStyle/>
                    <a:p>
                      <a:pPr algn="ctr"/>
                      <a:r>
                        <a:rPr lang="fr-FR" sz="900" b="1" dirty="0" smtClean="0">
                          <a:solidFill>
                            <a:schemeClr val="tx1"/>
                          </a:solidFill>
                        </a:rPr>
                        <a:t>Juillet</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tc>
                  <a:txBody>
                    <a:bodyPr/>
                    <a:lstStyle/>
                    <a:p>
                      <a:pPr algn="ctr"/>
                      <a:r>
                        <a:rPr lang="fr-FR" sz="900" b="1" dirty="0" smtClean="0">
                          <a:solidFill>
                            <a:schemeClr val="tx1"/>
                          </a:solidFill>
                        </a:rPr>
                        <a:t>Août</a:t>
                      </a:r>
                      <a:endParaRPr lang="fr-FR" sz="900" b="1" dirty="0">
                        <a:solidFill>
                          <a:schemeClr val="tx1"/>
                        </a:solidFill>
                      </a:endParaRPr>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solidFill>
                      <a:srgbClr val="FFC000"/>
                    </a:solidFill>
                  </a:tcPr>
                </a:tc>
                <a:extLst>
                  <a:ext uri="{0D108BD9-81ED-4DB2-BD59-A6C34878D82A}">
                    <a16:rowId xmlns:a16="http://schemas.microsoft.com/office/drawing/2014/main" val="3311935857"/>
                  </a:ext>
                </a:extLst>
              </a:tr>
              <a:tr h="3399036">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tc>
                  <a:txBody>
                    <a:bodyPr/>
                    <a:lstStyle/>
                    <a:p>
                      <a:endParaRPr lang="fr-FR" sz="1000" b="1" dirty="0"/>
                    </a:p>
                  </a:txBody>
                  <a:tcPr marL="121920" marR="121920">
                    <a:lnL w="9525" cap="flat" cmpd="sng" algn="ctr">
                      <a:solidFill>
                        <a:schemeClr val="tx1"/>
                      </a:solidFill>
                      <a:prstDash val="dot"/>
                      <a:round/>
                      <a:headEnd type="none" w="med" len="med"/>
                      <a:tailEnd type="none" w="med" len="med"/>
                    </a:lnL>
                    <a:lnR w="9525" cap="flat" cmpd="sng" algn="ctr">
                      <a:solidFill>
                        <a:schemeClr val="tx1"/>
                      </a:solidFill>
                      <a:prstDash val="dot"/>
                      <a:round/>
                      <a:headEnd type="none" w="med" len="med"/>
                      <a:tailEnd type="none" w="med" len="med"/>
                    </a:lnR>
                    <a:noFill/>
                  </a:tcPr>
                </a:tc>
                <a:extLst>
                  <a:ext uri="{0D108BD9-81ED-4DB2-BD59-A6C34878D82A}">
                    <a16:rowId xmlns:a16="http://schemas.microsoft.com/office/drawing/2014/main" val="10001"/>
                  </a:ext>
                </a:extLst>
              </a:tr>
            </a:tbl>
          </a:graphicData>
        </a:graphic>
      </p:graphicFrame>
      <p:sp>
        <p:nvSpPr>
          <p:cNvPr id="33" name="Rectangle 32">
            <a:extLst>
              <a:ext uri="{FF2B5EF4-FFF2-40B4-BE49-F238E27FC236}">
                <a16:creationId xmlns:a16="http://schemas.microsoft.com/office/drawing/2014/main" id="{AAA99354-8928-FA8A-6651-C3EC1A779FC2}"/>
              </a:ext>
            </a:extLst>
          </p:cNvPr>
          <p:cNvSpPr/>
          <p:nvPr/>
        </p:nvSpPr>
        <p:spPr>
          <a:xfrm>
            <a:off x="0" y="750602"/>
            <a:ext cx="9144000" cy="326365"/>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378" rtl="0" eaLnBrk="1" fontAlgn="auto" latinLnBrk="0" hangingPunct="1">
              <a:lnSpc>
                <a:spcPct val="100000"/>
              </a:lnSpc>
              <a:spcBef>
                <a:spcPts val="0"/>
              </a:spcBef>
              <a:spcAft>
                <a:spcPts val="0"/>
              </a:spcAft>
              <a:buClr>
                <a:srgbClr val="000000"/>
              </a:buClr>
              <a:buSzTx/>
              <a:buFont typeface="Arial"/>
              <a:buNone/>
              <a:tabLst/>
              <a:defRPr/>
            </a:pPr>
            <a:r>
              <a:rPr kumimoji="0" lang="fr-FR" sz="1300" b="0" i="0" u="none" strike="noStrike" kern="0" cap="none" spc="0" normalizeH="0" baseline="0" noProof="0" dirty="0" smtClean="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Suite à la finalisation de la conception et spécifications, </a:t>
            </a:r>
            <a:r>
              <a:rPr kumimoji="0" lang="fr-FR" sz="1300" b="1" i="0" u="none" strike="noStrike" kern="0" cap="none" spc="0" normalizeH="0" baseline="0" noProof="0" dirty="0" smtClean="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le développement du </a:t>
            </a:r>
            <a:r>
              <a:rPr kumimoji="0" lang="fr-FR" sz="1300" b="1" i="0" u="none" strike="noStrike" kern="0" cap="none" spc="0" normalizeH="0" baseline="0" noProof="0" dirty="0" err="1" smtClean="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TdB</a:t>
            </a:r>
            <a:r>
              <a:rPr kumimoji="0" lang="fr-FR" sz="1300" b="1" i="0" u="none" strike="noStrike" kern="0" cap="none" spc="0" normalizeH="0" baseline="0" noProof="0" dirty="0" smtClean="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 est prévu sur 6 sprints de 2 semaines :</a:t>
            </a:r>
            <a:endParaRPr kumimoji="0" lang="fr-FR" sz="1300" b="1" i="0" u="none" strike="noStrike" kern="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34" name="Flèche : chevron 39">
            <a:extLst>
              <a:ext uri="{FF2B5EF4-FFF2-40B4-BE49-F238E27FC236}">
                <a16:creationId xmlns:a16="http://schemas.microsoft.com/office/drawing/2014/main" id="{303602F4-29BC-274C-93E9-C57B8F99F0C2}"/>
              </a:ext>
            </a:extLst>
          </p:cNvPr>
          <p:cNvSpPr/>
          <p:nvPr/>
        </p:nvSpPr>
        <p:spPr>
          <a:xfrm>
            <a:off x="683568" y="1491630"/>
            <a:ext cx="1800200" cy="288032"/>
          </a:xfrm>
          <a:prstGeom prst="chevron">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900" b="1" i="0" u="none" strike="noStrike" kern="0" cap="none" spc="0" normalizeH="0" baseline="0" noProof="0" dirty="0" smtClean="0">
                <a:ln>
                  <a:noFill/>
                </a:ln>
                <a:solidFill>
                  <a:prstClr val="black"/>
                </a:solidFill>
                <a:effectLst/>
                <a:uLnTx/>
                <a:uFillTx/>
                <a:latin typeface="Trebuchet MS"/>
                <a:ea typeface="+mn-ea"/>
                <a:cs typeface="+mn-cs"/>
                <a:sym typeface="Arial"/>
              </a:rPr>
              <a:t>Conception</a:t>
            </a:r>
            <a:r>
              <a:rPr kumimoji="0" lang="fr-FR" sz="900" b="1" i="0" u="none" strike="noStrike" kern="0" cap="none" spc="0" normalizeH="0" baseline="0" noProof="0" dirty="0">
                <a:ln>
                  <a:noFill/>
                </a:ln>
                <a:solidFill>
                  <a:prstClr val="black"/>
                </a:solidFill>
                <a:effectLst/>
                <a:uLnTx/>
                <a:uFillTx/>
                <a:latin typeface="Trebuchet MS"/>
                <a:ea typeface="+mn-ea"/>
                <a:cs typeface="+mn-cs"/>
                <a:sym typeface="Arial"/>
              </a:rPr>
              <a:t> </a:t>
            </a:r>
            <a:r>
              <a:rPr kumimoji="0" lang="fr-FR" sz="900" b="1" i="0" u="none" strike="noStrike" kern="0" cap="none" spc="0" normalizeH="0" baseline="0" noProof="0" dirty="0" smtClean="0">
                <a:ln>
                  <a:noFill/>
                </a:ln>
                <a:solidFill>
                  <a:prstClr val="black"/>
                </a:solidFill>
                <a:effectLst/>
                <a:uLnTx/>
                <a:uFillTx/>
                <a:latin typeface="Trebuchet MS"/>
                <a:ea typeface="+mn-ea"/>
                <a:cs typeface="+mn-cs"/>
                <a:sym typeface="Arial"/>
              </a:rPr>
              <a:t>et élaboration des spécifications</a:t>
            </a:r>
            <a:endParaRPr kumimoji="0" lang="fr-FR" sz="9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37" name="Rounded Rectangle 130">
            <a:extLst>
              <a:ext uri="{FF2B5EF4-FFF2-40B4-BE49-F238E27FC236}">
                <a16:creationId xmlns:a16="http://schemas.microsoft.com/office/drawing/2014/main" id="{483C68C1-0A7A-A348-B2BF-A8387015CE93}"/>
              </a:ext>
            </a:extLst>
          </p:cNvPr>
          <p:cNvSpPr/>
          <p:nvPr/>
        </p:nvSpPr>
        <p:spPr>
          <a:xfrm>
            <a:off x="669483" y="1843554"/>
            <a:ext cx="915554" cy="841226"/>
          </a:xfrm>
          <a:prstGeom prst="roundRect">
            <a:avLst/>
          </a:prstGeom>
          <a:solidFill>
            <a:srgbClr val="CCAF0A">
              <a:lumMod val="20000"/>
              <a:lumOff val="80000"/>
            </a:srgbClr>
          </a:solidFill>
          <a:ln w="25400" cap="flat" cmpd="sng" algn="ctr">
            <a:noFill/>
            <a:prstDash val="solid"/>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dirty="0" smtClean="0">
                <a:ln>
                  <a:noFill/>
                </a:ln>
                <a:solidFill>
                  <a:prstClr val="black"/>
                </a:solidFill>
                <a:effectLst/>
                <a:uLnTx/>
                <a:uFillTx/>
                <a:latin typeface="Arial"/>
                <a:ea typeface="+mn-ea"/>
                <a:cs typeface="Arial"/>
                <a:sym typeface="Arial"/>
              </a:rPr>
              <a:t>Conception fonctionnelle</a:t>
            </a:r>
            <a:endParaRPr kumimoji="0" lang="fr-FR" sz="400" b="1" i="0" u="none" strike="noStrike" kern="0" cap="none" spc="0" normalizeH="0" baseline="0" noProof="0" dirty="0" smtClean="0">
              <a:ln>
                <a:noFill/>
              </a:ln>
              <a:solidFill>
                <a:prstClr val="black"/>
              </a:solidFill>
              <a:effectLst/>
              <a:uLnTx/>
              <a:uFillTx/>
              <a:latin typeface="Arial"/>
              <a:ea typeface="+mn-ea"/>
              <a:cs typeface="Arial"/>
              <a:sym typeface="Arial"/>
            </a:endParaRPr>
          </a:p>
          <a:p>
            <a:pPr marL="44450" marR="0" lvl="0" indent="-444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Identification des </a:t>
            </a:r>
            <a:r>
              <a:rPr kumimoji="0" lang="fr-FR" sz="600" b="0" i="1" u="none" strike="noStrike" kern="0" cap="none" spc="0" normalizeH="0" baseline="0" noProof="0" dirty="0" err="1" smtClean="0">
                <a:ln>
                  <a:noFill/>
                </a:ln>
                <a:solidFill>
                  <a:prstClr val="black"/>
                </a:solidFill>
                <a:effectLst/>
                <a:uLnTx/>
                <a:uFillTx/>
                <a:latin typeface="Arial"/>
                <a:ea typeface="+mn-ea"/>
                <a:cs typeface="Arial"/>
                <a:sym typeface="Arial"/>
              </a:rPr>
              <a:t>KPIs</a:t>
            </a: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 par domaine métier</a:t>
            </a:r>
          </a:p>
          <a:p>
            <a:pPr marL="44450" marR="0" lvl="0" indent="-444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fr-FR" sz="600" b="0" i="1" u="none" strike="noStrike" kern="0" cap="none" spc="0" normalizeH="0" baseline="0" noProof="0" dirty="0" err="1" smtClean="0">
                <a:ln>
                  <a:noFill/>
                </a:ln>
                <a:solidFill>
                  <a:prstClr val="black"/>
                </a:solidFill>
                <a:effectLst/>
                <a:uLnTx/>
                <a:uFillTx/>
                <a:latin typeface="Arial"/>
                <a:ea typeface="+mn-ea"/>
                <a:cs typeface="Arial"/>
                <a:sym typeface="Arial"/>
              </a:rPr>
              <a:t>Renseignement</a:t>
            </a: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 des définitions fonctionnelles et règles de gestion</a:t>
            </a:r>
          </a:p>
        </p:txBody>
      </p:sp>
      <p:sp>
        <p:nvSpPr>
          <p:cNvPr id="39" name="Rounded Rectangle 130">
            <a:extLst>
              <a:ext uri="{FF2B5EF4-FFF2-40B4-BE49-F238E27FC236}">
                <a16:creationId xmlns:a16="http://schemas.microsoft.com/office/drawing/2014/main" id="{483C68C1-0A7A-A348-B2BF-A8387015CE93}"/>
              </a:ext>
            </a:extLst>
          </p:cNvPr>
          <p:cNvSpPr/>
          <p:nvPr/>
        </p:nvSpPr>
        <p:spPr>
          <a:xfrm>
            <a:off x="1641376" y="1843554"/>
            <a:ext cx="914400" cy="841226"/>
          </a:xfrm>
          <a:prstGeom prst="roundRect">
            <a:avLst/>
          </a:prstGeom>
          <a:solidFill>
            <a:srgbClr val="CCAF0A">
              <a:lumMod val="20000"/>
              <a:lumOff val="80000"/>
            </a:srgbClr>
          </a:solidFill>
          <a:ln w="25400" cap="flat" cmpd="sng" algn="ctr">
            <a:noFill/>
            <a:prstDash val="solid"/>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dirty="0" smtClean="0">
                <a:ln>
                  <a:noFill/>
                </a:ln>
                <a:solidFill>
                  <a:prstClr val="black"/>
                </a:solidFill>
                <a:effectLst/>
                <a:uLnTx/>
                <a:uFillTx/>
                <a:latin typeface="Arial"/>
                <a:ea typeface="+mn-ea"/>
                <a:cs typeface="Arial"/>
                <a:sym typeface="Arial"/>
              </a:rPr>
              <a:t>Conception technique</a:t>
            </a:r>
            <a:endParaRPr kumimoji="0" lang="fr-FR" sz="400" b="1" i="0" u="none" strike="noStrike" kern="0" cap="none" spc="0" normalizeH="0" baseline="0" noProof="0" dirty="0" smtClean="0">
              <a:ln>
                <a:noFill/>
              </a:ln>
              <a:solidFill>
                <a:prstClr val="black"/>
              </a:solidFill>
              <a:effectLst/>
              <a:uLnTx/>
              <a:uFillTx/>
              <a:latin typeface="Arial"/>
              <a:ea typeface="+mn-ea"/>
              <a:cs typeface="Arial"/>
              <a:sym typeface="Arial"/>
            </a:endParaRPr>
          </a:p>
          <a:p>
            <a:pPr marL="44450" marR="0" lvl="0" indent="-444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Elaboration des requêtes SQL</a:t>
            </a:r>
          </a:p>
          <a:p>
            <a:pPr marL="44450" marR="0" lvl="0" indent="-444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fr-FR" sz="600" b="0" i="1" u="none" strike="noStrike" kern="0" cap="none" spc="0" normalizeH="0" baseline="0" noProof="0" dirty="0" err="1" smtClean="0">
                <a:ln>
                  <a:noFill/>
                </a:ln>
                <a:solidFill>
                  <a:prstClr val="black"/>
                </a:solidFill>
                <a:effectLst/>
                <a:uLnTx/>
                <a:uFillTx/>
                <a:latin typeface="Arial"/>
                <a:ea typeface="+mn-ea"/>
                <a:cs typeface="Arial"/>
                <a:sym typeface="Arial"/>
              </a:rPr>
              <a:t>Renseignement</a:t>
            </a: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 du </a:t>
            </a:r>
            <a:r>
              <a:rPr kumimoji="0" lang="fr-FR" sz="600" b="0" i="1" u="none" strike="noStrike" kern="0" cap="none" spc="0" normalizeH="0" baseline="0" noProof="0" dirty="0" err="1" smtClean="0">
                <a:ln>
                  <a:noFill/>
                </a:ln>
                <a:solidFill>
                  <a:prstClr val="black"/>
                </a:solidFill>
                <a:effectLst/>
                <a:uLnTx/>
                <a:uFillTx/>
                <a:latin typeface="Arial"/>
                <a:ea typeface="+mn-ea"/>
                <a:cs typeface="Arial"/>
                <a:sym typeface="Arial"/>
              </a:rPr>
              <a:t>mapping</a:t>
            </a:r>
            <a:r>
              <a:rPr kumimoji="0" lang="fr-FR" sz="600" b="0" i="1" u="none" strike="noStrike" kern="0" cap="none" spc="0" normalizeH="0" baseline="0" noProof="0" dirty="0" smtClean="0">
                <a:ln>
                  <a:noFill/>
                </a:ln>
                <a:solidFill>
                  <a:prstClr val="black"/>
                </a:solidFill>
                <a:effectLst/>
                <a:uLnTx/>
                <a:uFillTx/>
                <a:latin typeface="Arial"/>
                <a:ea typeface="+mn-ea"/>
                <a:cs typeface="Arial"/>
                <a:sym typeface="Arial"/>
              </a:rPr>
              <a:t> des données élémentaires avec les tables/champs client</a:t>
            </a:r>
          </a:p>
        </p:txBody>
      </p:sp>
      <p:sp>
        <p:nvSpPr>
          <p:cNvPr id="40" name="Flèche : chevron 39">
            <a:extLst>
              <a:ext uri="{FF2B5EF4-FFF2-40B4-BE49-F238E27FC236}">
                <a16:creationId xmlns:a16="http://schemas.microsoft.com/office/drawing/2014/main" id="{303602F4-29BC-274C-93E9-C57B8F99F0C2}"/>
              </a:ext>
            </a:extLst>
          </p:cNvPr>
          <p:cNvSpPr/>
          <p:nvPr/>
        </p:nvSpPr>
        <p:spPr>
          <a:xfrm>
            <a:off x="2699793" y="2133139"/>
            <a:ext cx="5256584" cy="238894"/>
          </a:xfrm>
          <a:prstGeom prst="chevron">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900" b="1" i="0" u="none" strike="noStrike" kern="0" cap="none" spc="0" normalizeH="0" baseline="0" noProof="0" dirty="0" smtClean="0">
                <a:ln>
                  <a:noFill/>
                </a:ln>
                <a:solidFill>
                  <a:prstClr val="black"/>
                </a:solidFill>
                <a:effectLst/>
                <a:uLnTx/>
                <a:uFillTx/>
                <a:latin typeface="Trebuchet MS"/>
                <a:ea typeface="+mn-ea"/>
                <a:cs typeface="+mn-cs"/>
                <a:sym typeface="Arial"/>
              </a:rPr>
              <a:t>Paramétrage, Développement et </a:t>
            </a:r>
            <a:r>
              <a:rPr kumimoji="0" lang="fr-FR" sz="900" b="1" i="0" u="none" strike="noStrike" kern="0" cap="none" spc="0" normalizeH="0" baseline="0" noProof="0" dirty="0" err="1">
                <a:ln>
                  <a:noFill/>
                </a:ln>
                <a:solidFill>
                  <a:prstClr val="black"/>
                </a:solidFill>
                <a:effectLst/>
                <a:uLnTx/>
                <a:uFillTx/>
                <a:latin typeface="Trebuchet MS"/>
                <a:ea typeface="+mn-ea"/>
                <a:cs typeface="+mn-cs"/>
                <a:sym typeface="Arial"/>
              </a:rPr>
              <a:t>T</a:t>
            </a:r>
            <a:r>
              <a:rPr kumimoji="0" lang="fr-FR" sz="900" b="1" i="0" u="none" strike="noStrike" kern="0" cap="none" spc="0" normalizeH="0" baseline="0" noProof="0" dirty="0" err="1" smtClean="0">
                <a:ln>
                  <a:noFill/>
                </a:ln>
                <a:solidFill>
                  <a:prstClr val="black"/>
                </a:solidFill>
                <a:effectLst/>
                <a:uLnTx/>
                <a:uFillTx/>
                <a:latin typeface="Trebuchet MS"/>
                <a:ea typeface="+mn-ea"/>
                <a:cs typeface="+mn-cs"/>
                <a:sym typeface="Arial"/>
              </a:rPr>
              <a:t>esting</a:t>
            </a:r>
            <a:endParaRPr kumimoji="0" lang="fr-FR" sz="900" b="1" i="0" u="none" strike="noStrike" kern="0" cap="none" spc="0" normalizeH="0" baseline="0" noProof="0" dirty="0">
              <a:ln>
                <a:noFill/>
              </a:ln>
              <a:solidFill>
                <a:prstClr val="black"/>
              </a:solidFill>
              <a:effectLst/>
              <a:uLnTx/>
              <a:uFillTx/>
              <a:latin typeface="Trebuchet MS"/>
              <a:ea typeface="+mn-ea"/>
              <a:cs typeface="+mn-cs"/>
              <a:sym typeface="Arial"/>
            </a:endParaRPr>
          </a:p>
        </p:txBody>
      </p:sp>
      <p:grpSp>
        <p:nvGrpSpPr>
          <p:cNvPr id="42" name="Groupe 41">
            <a:extLst>
              <a:ext uri="{FF2B5EF4-FFF2-40B4-BE49-F238E27FC236}">
                <a16:creationId xmlns:a16="http://schemas.microsoft.com/office/drawing/2014/main" id="{5C18DB1B-11F6-9F4F-9AF8-B59EE10730B1}"/>
              </a:ext>
            </a:extLst>
          </p:cNvPr>
          <p:cNvGrpSpPr/>
          <p:nvPr/>
        </p:nvGrpSpPr>
        <p:grpSpPr>
          <a:xfrm>
            <a:off x="2689084" y="1923678"/>
            <a:ext cx="5195284" cy="154097"/>
            <a:chOff x="1259632" y="3744783"/>
            <a:chExt cx="3276000" cy="98359"/>
          </a:xfrm>
        </p:grpSpPr>
        <p:cxnSp>
          <p:nvCxnSpPr>
            <p:cNvPr id="43" name="Connecteur droit avec flèche 42">
              <a:extLst>
                <a:ext uri="{FF2B5EF4-FFF2-40B4-BE49-F238E27FC236}">
                  <a16:creationId xmlns:a16="http://schemas.microsoft.com/office/drawing/2014/main" id="{9AD114F8-5536-BE49-AA3C-210F9AD9B6C3}"/>
                </a:ext>
              </a:extLst>
            </p:cNvPr>
            <p:cNvCxnSpPr>
              <a:cxnSpLocks/>
            </p:cNvCxnSpPr>
            <p:nvPr/>
          </p:nvCxnSpPr>
          <p:spPr>
            <a:xfrm>
              <a:off x="1259632" y="3809308"/>
              <a:ext cx="3276000" cy="0"/>
            </a:xfrm>
            <a:prstGeom prst="straightConnector1">
              <a:avLst/>
            </a:prstGeom>
            <a:ln>
              <a:solidFill>
                <a:schemeClr val="tx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ZoneTexte 43">
              <a:extLst>
                <a:ext uri="{FF2B5EF4-FFF2-40B4-BE49-F238E27FC236}">
                  <a16:creationId xmlns:a16="http://schemas.microsoft.com/office/drawing/2014/main" id="{788ED0A9-445C-9046-BCEF-5B38E9A7C193}"/>
                </a:ext>
              </a:extLst>
            </p:cNvPr>
            <p:cNvSpPr txBox="1"/>
            <p:nvPr/>
          </p:nvSpPr>
          <p:spPr>
            <a:xfrm>
              <a:off x="2699792" y="3744783"/>
              <a:ext cx="648072" cy="98359"/>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1" i="1" u="none" strike="noStrike" kern="0" cap="none" spc="0" normalizeH="0" baseline="0" noProof="0" dirty="0" smtClean="0">
                  <a:ln>
                    <a:noFill/>
                  </a:ln>
                  <a:solidFill>
                    <a:srgbClr val="000000"/>
                  </a:solidFill>
                  <a:effectLst/>
                  <a:uLnTx/>
                  <a:uFillTx/>
                  <a:latin typeface="Arial"/>
                  <a:cs typeface="Arial"/>
                  <a:sym typeface="Arial"/>
                </a:rPr>
                <a:t>12 </a:t>
              </a:r>
              <a:r>
                <a:rPr kumimoji="0" lang="fr-FR" sz="800" b="1" i="1" u="none" strike="noStrike" kern="0" cap="none" spc="0" normalizeH="0" baseline="0" noProof="0" dirty="0">
                  <a:ln>
                    <a:noFill/>
                  </a:ln>
                  <a:solidFill>
                    <a:srgbClr val="000000"/>
                  </a:solidFill>
                  <a:effectLst/>
                  <a:uLnTx/>
                  <a:uFillTx/>
                  <a:latin typeface="Arial"/>
                  <a:cs typeface="Arial"/>
                  <a:sym typeface="Arial"/>
                </a:rPr>
                <a:t>semaines</a:t>
              </a:r>
            </a:p>
          </p:txBody>
        </p:sp>
      </p:grpSp>
      <p:sp>
        <p:nvSpPr>
          <p:cNvPr id="82" name="ZoneTexte 81">
            <a:extLst>
              <a:ext uri="{FF2B5EF4-FFF2-40B4-BE49-F238E27FC236}">
                <a16:creationId xmlns:a16="http://schemas.microsoft.com/office/drawing/2014/main" id="{7B072F0D-C252-F937-FE71-D19506A2957A}"/>
              </a:ext>
            </a:extLst>
          </p:cNvPr>
          <p:cNvSpPr txBox="1"/>
          <p:nvPr/>
        </p:nvSpPr>
        <p:spPr>
          <a:xfrm>
            <a:off x="2699792"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#1</a:t>
            </a:r>
          </a:p>
        </p:txBody>
      </p:sp>
      <p:sp>
        <p:nvSpPr>
          <p:cNvPr id="83" name="ZoneTexte 82">
            <a:extLst>
              <a:ext uri="{FF2B5EF4-FFF2-40B4-BE49-F238E27FC236}">
                <a16:creationId xmlns:a16="http://schemas.microsoft.com/office/drawing/2014/main" id="{40C2E404-57F5-961F-50C0-85DEF41339B6}"/>
              </a:ext>
            </a:extLst>
          </p:cNvPr>
          <p:cNvSpPr txBox="1"/>
          <p:nvPr/>
        </p:nvSpPr>
        <p:spPr>
          <a:xfrm>
            <a:off x="3573277"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#2</a:t>
            </a:r>
          </a:p>
        </p:txBody>
      </p:sp>
      <p:sp>
        <p:nvSpPr>
          <p:cNvPr id="84" name="ZoneTexte 83">
            <a:extLst>
              <a:ext uri="{FF2B5EF4-FFF2-40B4-BE49-F238E27FC236}">
                <a16:creationId xmlns:a16="http://schemas.microsoft.com/office/drawing/2014/main" id="{53AB80FC-119E-16D1-407D-7FCDB918630D}"/>
              </a:ext>
            </a:extLst>
          </p:cNvPr>
          <p:cNvSpPr txBox="1"/>
          <p:nvPr/>
        </p:nvSpPr>
        <p:spPr>
          <a:xfrm>
            <a:off x="4446762"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#3</a:t>
            </a:r>
          </a:p>
        </p:txBody>
      </p:sp>
      <p:sp>
        <p:nvSpPr>
          <p:cNvPr id="85" name="ZoneTexte 84">
            <a:extLst>
              <a:ext uri="{FF2B5EF4-FFF2-40B4-BE49-F238E27FC236}">
                <a16:creationId xmlns:a16="http://schemas.microsoft.com/office/drawing/2014/main" id="{1C180ED4-BEB3-80C9-B103-17A1C16D833A}"/>
              </a:ext>
            </a:extLst>
          </p:cNvPr>
          <p:cNvSpPr txBox="1"/>
          <p:nvPr/>
        </p:nvSpPr>
        <p:spPr>
          <a:xfrm>
            <a:off x="5320247"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#4</a:t>
            </a:r>
          </a:p>
        </p:txBody>
      </p:sp>
      <p:sp>
        <p:nvSpPr>
          <p:cNvPr id="86" name="ZoneTexte 85">
            <a:extLst>
              <a:ext uri="{FF2B5EF4-FFF2-40B4-BE49-F238E27FC236}">
                <a16:creationId xmlns:a16="http://schemas.microsoft.com/office/drawing/2014/main" id="{AEACD08A-6E56-9B9F-40DF-0683B3EEE87E}"/>
              </a:ext>
            </a:extLst>
          </p:cNvPr>
          <p:cNvSpPr txBox="1"/>
          <p:nvPr/>
        </p:nvSpPr>
        <p:spPr>
          <a:xfrm>
            <a:off x="6193732"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#5</a:t>
            </a:r>
          </a:p>
        </p:txBody>
      </p:sp>
      <p:sp>
        <p:nvSpPr>
          <p:cNvPr id="87" name="ZoneTexte 86">
            <a:extLst>
              <a:ext uri="{FF2B5EF4-FFF2-40B4-BE49-F238E27FC236}">
                <a16:creationId xmlns:a16="http://schemas.microsoft.com/office/drawing/2014/main" id="{683CCBFF-ED11-55AF-B0A7-E55DB82F05CC}"/>
              </a:ext>
            </a:extLst>
          </p:cNvPr>
          <p:cNvSpPr txBox="1"/>
          <p:nvPr/>
        </p:nvSpPr>
        <p:spPr>
          <a:xfrm>
            <a:off x="7067215" y="2427398"/>
            <a:ext cx="828000" cy="160660"/>
          </a:xfrm>
          <a:prstGeom prst="rect">
            <a:avLst/>
          </a:prstGeom>
          <a:solidFill>
            <a:srgbClr val="E6F5FE">
              <a:alpha val="79000"/>
            </a:srgbClr>
          </a:solidFill>
          <a:ln w="9525" cap="rnd" cmpd="sng" algn="ctr">
            <a:noFill/>
            <a:prstDash val="solid"/>
            <a:round/>
          </a:ln>
          <a:effectLst/>
        </p:spPr>
        <p:txBody>
          <a:bodyPr wrap="square" lIns="0" rIns="0" anchor="ctr">
            <a:no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fr-FR" sz="600" b="1" i="1" u="none" strike="noStrike" kern="0" cap="none" spc="0" normalizeH="0" baseline="0" noProof="0" dirty="0">
                <a:ln>
                  <a:noFill/>
                </a:ln>
                <a:solidFill>
                  <a:prstClr val="black"/>
                </a:solidFill>
                <a:effectLst/>
                <a:uLnTx/>
                <a:uFillTx/>
                <a:latin typeface="Arial"/>
                <a:ea typeface="+mn-ea"/>
                <a:cs typeface="Arial"/>
                <a:sym typeface="Arial"/>
              </a:rPr>
              <a:t>Sprint #6</a:t>
            </a:r>
          </a:p>
        </p:txBody>
      </p:sp>
      <p:sp>
        <p:nvSpPr>
          <p:cNvPr id="88" name="Rounded Rectangle 130">
            <a:extLst>
              <a:ext uri="{FF2B5EF4-FFF2-40B4-BE49-F238E27FC236}">
                <a16:creationId xmlns:a16="http://schemas.microsoft.com/office/drawing/2014/main" id="{7921957D-D472-7C45-958D-7AED12365470}"/>
              </a:ext>
            </a:extLst>
          </p:cNvPr>
          <p:cNvSpPr/>
          <p:nvPr/>
        </p:nvSpPr>
        <p:spPr>
          <a:xfrm>
            <a:off x="2689084" y="2631640"/>
            <a:ext cx="1188000"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 Production (6)</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89" name="Rounded Rectangle 130">
            <a:extLst>
              <a:ext uri="{FF2B5EF4-FFF2-40B4-BE49-F238E27FC236}">
                <a16:creationId xmlns:a16="http://schemas.microsoft.com/office/drawing/2014/main" id="{7921957D-D472-7C45-958D-7AED12365470}"/>
              </a:ext>
            </a:extLst>
          </p:cNvPr>
          <p:cNvSpPr/>
          <p:nvPr/>
        </p:nvSpPr>
        <p:spPr>
          <a:xfrm>
            <a:off x="3590265" y="2882351"/>
            <a:ext cx="1188000"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d’Attrition (8)</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90" name="Rounded Rectangle 130">
            <a:extLst>
              <a:ext uri="{FF2B5EF4-FFF2-40B4-BE49-F238E27FC236}">
                <a16:creationId xmlns:a16="http://schemas.microsoft.com/office/drawing/2014/main" id="{7921957D-D472-7C45-958D-7AED12365470}"/>
              </a:ext>
            </a:extLst>
          </p:cNvPr>
          <p:cNvSpPr/>
          <p:nvPr/>
        </p:nvSpPr>
        <p:spPr>
          <a:xfrm>
            <a:off x="4553623" y="3122224"/>
            <a:ext cx="1188000"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d’Encours (5)</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91" name="Rounded Rectangle 130">
            <a:extLst>
              <a:ext uri="{FF2B5EF4-FFF2-40B4-BE49-F238E27FC236}">
                <a16:creationId xmlns:a16="http://schemas.microsoft.com/office/drawing/2014/main" id="{7921957D-D472-7C45-958D-7AED12365470}"/>
              </a:ext>
            </a:extLst>
          </p:cNvPr>
          <p:cNvSpPr/>
          <p:nvPr/>
        </p:nvSpPr>
        <p:spPr>
          <a:xfrm>
            <a:off x="5321968" y="3366673"/>
            <a:ext cx="1188000"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 Délai (6)</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92" name="Rounded Rectangle 130">
            <a:extLst>
              <a:ext uri="{FF2B5EF4-FFF2-40B4-BE49-F238E27FC236}">
                <a16:creationId xmlns:a16="http://schemas.microsoft.com/office/drawing/2014/main" id="{7921957D-D472-7C45-958D-7AED12365470}"/>
              </a:ext>
            </a:extLst>
          </p:cNvPr>
          <p:cNvSpPr/>
          <p:nvPr/>
        </p:nvSpPr>
        <p:spPr>
          <a:xfrm>
            <a:off x="6193732" y="3611122"/>
            <a:ext cx="1188000"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 Risques (5)</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93" name="Rounded Rectangle 130">
            <a:extLst>
              <a:ext uri="{FF2B5EF4-FFF2-40B4-BE49-F238E27FC236}">
                <a16:creationId xmlns:a16="http://schemas.microsoft.com/office/drawing/2014/main" id="{7921957D-D472-7C45-958D-7AED12365470}"/>
              </a:ext>
            </a:extLst>
          </p:cNvPr>
          <p:cNvSpPr/>
          <p:nvPr/>
        </p:nvSpPr>
        <p:spPr>
          <a:xfrm>
            <a:off x="6891377" y="3860269"/>
            <a:ext cx="1003839" cy="244449"/>
          </a:xfrm>
          <a:prstGeom prst="roundRect">
            <a:avLst/>
          </a:prstGeom>
          <a:solidFill>
            <a:srgbClr val="FCF5C7"/>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 Tarification (3) et Recouvrement (2)</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pic>
        <p:nvPicPr>
          <p:cNvPr id="94" name="Picture 2" descr="Scrum Icons - Download Free Vector Icons | Noun Project">
            <a:extLst>
              <a:ext uri="{FF2B5EF4-FFF2-40B4-BE49-F238E27FC236}">
                <a16:creationId xmlns:a16="http://schemas.microsoft.com/office/drawing/2014/main" id="{1F27AEB0-F9F1-124B-A6DC-BD3EED805D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3402" y="2574244"/>
            <a:ext cx="257875" cy="25787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Scrum Icons - Download Free Vector Icons | Noun Project">
            <a:extLst>
              <a:ext uri="{FF2B5EF4-FFF2-40B4-BE49-F238E27FC236}">
                <a16:creationId xmlns:a16="http://schemas.microsoft.com/office/drawing/2014/main" id="{1F27AEB0-F9F1-124B-A6DC-BD3EED805D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9147" y="2877775"/>
            <a:ext cx="257875" cy="257875"/>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Scrum Icons - Download Free Vector Icons | Noun Project">
            <a:extLst>
              <a:ext uri="{FF2B5EF4-FFF2-40B4-BE49-F238E27FC236}">
                <a16:creationId xmlns:a16="http://schemas.microsoft.com/office/drawing/2014/main" id="{1F27AEB0-F9F1-124B-A6DC-BD3EED805D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6435" y="3115511"/>
            <a:ext cx="257875" cy="257875"/>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Scrum Icons - Download Free Vector Icons | Noun Project">
            <a:extLst>
              <a:ext uri="{FF2B5EF4-FFF2-40B4-BE49-F238E27FC236}">
                <a16:creationId xmlns:a16="http://schemas.microsoft.com/office/drawing/2014/main" id="{1F27AEB0-F9F1-124B-A6DC-BD3EED805D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2794" y="3357032"/>
            <a:ext cx="257875" cy="257875"/>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Scrum Icons - Download Free Vector Icons | Noun Project">
            <a:extLst>
              <a:ext uri="{FF2B5EF4-FFF2-40B4-BE49-F238E27FC236}">
                <a16:creationId xmlns:a16="http://schemas.microsoft.com/office/drawing/2014/main" id="{1F27AEB0-F9F1-124B-A6DC-BD3EED805D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7340" y="3611122"/>
            <a:ext cx="257875" cy="257875"/>
          </a:xfrm>
          <a:prstGeom prst="rect">
            <a:avLst/>
          </a:prstGeom>
          <a:noFill/>
          <a:extLst>
            <a:ext uri="{909E8E84-426E-40DD-AFC4-6F175D3DCCD1}">
              <a14:hiddenFill xmlns:a14="http://schemas.microsoft.com/office/drawing/2010/main">
                <a:solidFill>
                  <a:srgbClr val="FFFFFF"/>
                </a:solidFill>
              </a14:hiddenFill>
            </a:ext>
          </a:extLst>
        </p:spPr>
      </p:pic>
      <p:sp>
        <p:nvSpPr>
          <p:cNvPr id="99" name="Étoile : 5 branches 45">
            <a:extLst>
              <a:ext uri="{FF2B5EF4-FFF2-40B4-BE49-F238E27FC236}">
                <a16:creationId xmlns:a16="http://schemas.microsoft.com/office/drawing/2014/main" id="{DA33B570-5A3D-1044-9408-04B09F411EFE}"/>
              </a:ext>
            </a:extLst>
          </p:cNvPr>
          <p:cNvSpPr/>
          <p:nvPr/>
        </p:nvSpPr>
        <p:spPr>
          <a:xfrm>
            <a:off x="3472620" y="2971377"/>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2" name="ZoneTexte 1"/>
          <p:cNvSpPr txBox="1"/>
          <p:nvPr/>
        </p:nvSpPr>
        <p:spPr>
          <a:xfrm>
            <a:off x="3126295" y="3097897"/>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00" name="Étoile : 5 branches 45">
            <a:extLst>
              <a:ext uri="{FF2B5EF4-FFF2-40B4-BE49-F238E27FC236}">
                <a16:creationId xmlns:a16="http://schemas.microsoft.com/office/drawing/2014/main" id="{DA33B570-5A3D-1044-9408-04B09F411EFE}"/>
              </a:ext>
            </a:extLst>
          </p:cNvPr>
          <p:cNvSpPr/>
          <p:nvPr/>
        </p:nvSpPr>
        <p:spPr>
          <a:xfrm>
            <a:off x="4434037" y="3215917"/>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01" name="ZoneTexte 100"/>
          <p:cNvSpPr txBox="1"/>
          <p:nvPr/>
        </p:nvSpPr>
        <p:spPr>
          <a:xfrm>
            <a:off x="4087712" y="3342437"/>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02" name="Étoile : 5 branches 45">
            <a:extLst>
              <a:ext uri="{FF2B5EF4-FFF2-40B4-BE49-F238E27FC236}">
                <a16:creationId xmlns:a16="http://schemas.microsoft.com/office/drawing/2014/main" id="{DA33B570-5A3D-1044-9408-04B09F411EFE}"/>
              </a:ext>
            </a:extLst>
          </p:cNvPr>
          <p:cNvSpPr/>
          <p:nvPr/>
        </p:nvSpPr>
        <p:spPr>
          <a:xfrm>
            <a:off x="5181622" y="3460366"/>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03" name="ZoneTexte 102"/>
          <p:cNvSpPr txBox="1"/>
          <p:nvPr/>
        </p:nvSpPr>
        <p:spPr>
          <a:xfrm>
            <a:off x="4835297" y="3586886"/>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04" name="Étoile : 5 branches 45">
            <a:extLst>
              <a:ext uri="{FF2B5EF4-FFF2-40B4-BE49-F238E27FC236}">
                <a16:creationId xmlns:a16="http://schemas.microsoft.com/office/drawing/2014/main" id="{DA33B570-5A3D-1044-9408-04B09F411EFE}"/>
              </a:ext>
            </a:extLst>
          </p:cNvPr>
          <p:cNvSpPr/>
          <p:nvPr/>
        </p:nvSpPr>
        <p:spPr>
          <a:xfrm>
            <a:off x="6064208" y="3683187"/>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05" name="ZoneTexte 104"/>
          <p:cNvSpPr txBox="1"/>
          <p:nvPr/>
        </p:nvSpPr>
        <p:spPr>
          <a:xfrm>
            <a:off x="5717883" y="3809707"/>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06" name="Étoile : 5 branches 45">
            <a:extLst>
              <a:ext uri="{FF2B5EF4-FFF2-40B4-BE49-F238E27FC236}">
                <a16:creationId xmlns:a16="http://schemas.microsoft.com/office/drawing/2014/main" id="{DA33B570-5A3D-1044-9408-04B09F411EFE}"/>
              </a:ext>
            </a:extLst>
          </p:cNvPr>
          <p:cNvSpPr/>
          <p:nvPr/>
        </p:nvSpPr>
        <p:spPr>
          <a:xfrm>
            <a:off x="6718525" y="3966787"/>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07" name="ZoneTexte 106"/>
          <p:cNvSpPr txBox="1"/>
          <p:nvPr/>
        </p:nvSpPr>
        <p:spPr>
          <a:xfrm>
            <a:off x="6372200" y="4093307"/>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08" name="Étoile : 5 branches 45">
            <a:extLst>
              <a:ext uri="{FF2B5EF4-FFF2-40B4-BE49-F238E27FC236}">
                <a16:creationId xmlns:a16="http://schemas.microsoft.com/office/drawing/2014/main" id="{DA33B570-5A3D-1044-9408-04B09F411EFE}"/>
              </a:ext>
            </a:extLst>
          </p:cNvPr>
          <p:cNvSpPr/>
          <p:nvPr/>
        </p:nvSpPr>
        <p:spPr>
          <a:xfrm>
            <a:off x="7721719" y="4157165"/>
            <a:ext cx="99436" cy="96516"/>
          </a:xfrm>
          <a:prstGeom prst="star5">
            <a:avLst/>
          </a:prstGeom>
          <a:solidFill>
            <a:srgbClr val="FFC0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09" name="ZoneTexte 108"/>
          <p:cNvSpPr txBox="1"/>
          <p:nvPr/>
        </p:nvSpPr>
        <p:spPr>
          <a:xfrm>
            <a:off x="7375394" y="4283685"/>
            <a:ext cx="792085" cy="1403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400" b="1" i="0" u="none" strike="noStrike" kern="0" cap="none" spc="0" normalizeH="0" baseline="0" noProof="0" dirty="0" smtClean="0">
                <a:ln>
                  <a:noFill/>
                </a:ln>
                <a:solidFill>
                  <a:prstClr val="black"/>
                </a:solidFill>
                <a:effectLst/>
                <a:uLnTx/>
                <a:uFillTx/>
                <a:latin typeface="Trebuchet MS"/>
                <a:ea typeface="+mn-ea"/>
                <a:cs typeface="+mn-cs"/>
                <a:sym typeface="Arial"/>
              </a:rPr>
              <a:t>Recette métier</a:t>
            </a:r>
          </a:p>
        </p:txBody>
      </p:sp>
      <p:sp>
        <p:nvSpPr>
          <p:cNvPr id="110" name="Rounded Rectangle 130">
            <a:extLst>
              <a:ext uri="{FF2B5EF4-FFF2-40B4-BE49-F238E27FC236}">
                <a16:creationId xmlns:a16="http://schemas.microsoft.com/office/drawing/2014/main" id="{5263FD69-80C6-4F44-8891-B8FF1E943ABA}"/>
              </a:ext>
            </a:extLst>
          </p:cNvPr>
          <p:cNvSpPr/>
          <p:nvPr/>
        </p:nvSpPr>
        <p:spPr>
          <a:xfrm>
            <a:off x="7990131" y="4484593"/>
            <a:ext cx="686325" cy="18772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800" b="1" i="0" u="none" strike="noStrike" kern="0" cap="none" spc="0" normalizeH="0" baseline="0" noProof="0" dirty="0">
                <a:ln>
                  <a:noFill/>
                </a:ln>
                <a:solidFill>
                  <a:prstClr val="black"/>
                </a:solidFill>
                <a:effectLst/>
                <a:uLnTx/>
                <a:uFillTx/>
                <a:latin typeface="Trebuchet MS"/>
                <a:ea typeface="+mn-ea"/>
                <a:cs typeface="+mn-cs"/>
                <a:sym typeface="Arial"/>
              </a:rPr>
              <a:t>Déploiement</a:t>
            </a:r>
          </a:p>
        </p:txBody>
      </p:sp>
      <p:sp>
        <p:nvSpPr>
          <p:cNvPr id="111" name="Losange 110">
            <a:extLst>
              <a:ext uri="{FF2B5EF4-FFF2-40B4-BE49-F238E27FC236}">
                <a16:creationId xmlns:a16="http://schemas.microsoft.com/office/drawing/2014/main" id="{86FAB44F-11B8-E44F-BAA8-25CCAA07ABD9}"/>
              </a:ext>
            </a:extLst>
          </p:cNvPr>
          <p:cNvSpPr/>
          <p:nvPr/>
        </p:nvSpPr>
        <p:spPr>
          <a:xfrm>
            <a:off x="8172400" y="4371950"/>
            <a:ext cx="108202" cy="108335"/>
          </a:xfrm>
          <a:prstGeom prst="diamond">
            <a:avLst/>
          </a:prstGeom>
          <a:solidFill>
            <a:srgbClr val="C00000"/>
          </a:solidFill>
          <a:ln w="9525">
            <a:solidFill>
              <a:schemeClr val="tx1"/>
            </a:solidFill>
          </a:ln>
          <a:effectLst>
            <a:glow rad="99039">
              <a:srgbClr val="C000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112" name="ZoneTexte 111">
            <a:extLst>
              <a:ext uri="{FF2B5EF4-FFF2-40B4-BE49-F238E27FC236}">
                <a16:creationId xmlns:a16="http://schemas.microsoft.com/office/drawing/2014/main" id="{3CB86BC7-2FB8-F94B-A027-DD31F6CC949A}"/>
              </a:ext>
            </a:extLst>
          </p:cNvPr>
          <p:cNvSpPr txBox="1"/>
          <p:nvPr/>
        </p:nvSpPr>
        <p:spPr>
          <a:xfrm>
            <a:off x="2627784" y="1464511"/>
            <a:ext cx="1024985" cy="2000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1" u="none" strike="noStrike" kern="0" cap="none" spc="0" normalizeH="0" baseline="0" noProof="0" dirty="0" smtClean="0">
                <a:ln>
                  <a:noFill/>
                </a:ln>
                <a:solidFill>
                  <a:srgbClr val="C00000"/>
                </a:solidFill>
                <a:effectLst/>
                <a:uLnTx/>
                <a:uFillTx/>
                <a:latin typeface="Arial"/>
                <a:cs typeface="Arial"/>
                <a:sym typeface="Arial"/>
              </a:rPr>
              <a:t>Kick-off Data</a:t>
            </a:r>
            <a:endParaRPr kumimoji="0" lang="fr-FR" sz="700" b="0" i="1" u="none" strike="noStrike" kern="0" cap="none" spc="0" normalizeH="0" baseline="0" noProof="0" dirty="0">
              <a:ln>
                <a:noFill/>
              </a:ln>
              <a:solidFill>
                <a:srgbClr val="C00000"/>
              </a:solidFill>
              <a:effectLst/>
              <a:uLnTx/>
              <a:uFillTx/>
              <a:latin typeface="Arial"/>
              <a:cs typeface="Arial"/>
              <a:sym typeface="Arial"/>
            </a:endParaRPr>
          </a:p>
        </p:txBody>
      </p:sp>
      <p:sp>
        <p:nvSpPr>
          <p:cNvPr id="113" name="Losange 112">
            <a:extLst>
              <a:ext uri="{FF2B5EF4-FFF2-40B4-BE49-F238E27FC236}">
                <a16:creationId xmlns:a16="http://schemas.microsoft.com/office/drawing/2014/main" id="{464399EB-CA9F-734C-8DD4-5946C7FA283C}"/>
              </a:ext>
            </a:extLst>
          </p:cNvPr>
          <p:cNvSpPr/>
          <p:nvPr/>
        </p:nvSpPr>
        <p:spPr>
          <a:xfrm>
            <a:off x="2650401" y="1495073"/>
            <a:ext cx="144016" cy="144193"/>
          </a:xfrm>
          <a:prstGeom prst="diamond">
            <a:avLst/>
          </a:prstGeom>
          <a:solidFill>
            <a:srgbClr val="C0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Trebuchet MS"/>
              <a:ea typeface="+mn-ea"/>
              <a:cs typeface="+mn-cs"/>
              <a:sym typeface="Arial"/>
            </a:endParaRPr>
          </a:p>
        </p:txBody>
      </p:sp>
      <p:cxnSp>
        <p:nvCxnSpPr>
          <p:cNvPr id="114" name="Connecteur droit 113">
            <a:extLst>
              <a:ext uri="{FF2B5EF4-FFF2-40B4-BE49-F238E27FC236}">
                <a16:creationId xmlns:a16="http://schemas.microsoft.com/office/drawing/2014/main" id="{29B9543C-A252-824A-9F42-2B14422D49BF}"/>
              </a:ext>
            </a:extLst>
          </p:cNvPr>
          <p:cNvCxnSpPr>
            <a:cxnSpLocks/>
          </p:cNvCxnSpPr>
          <p:nvPr/>
        </p:nvCxnSpPr>
        <p:spPr>
          <a:xfrm flipH="1">
            <a:off x="2483768" y="2372033"/>
            <a:ext cx="216024" cy="1110764"/>
          </a:xfrm>
          <a:prstGeom prst="line">
            <a:avLst/>
          </a:prstGeom>
          <a:ln>
            <a:prstDash val="dash"/>
            <a:tailEnd type="none"/>
          </a:ln>
        </p:spPr>
        <p:style>
          <a:lnRef idx="1">
            <a:schemeClr val="accent2"/>
          </a:lnRef>
          <a:fillRef idx="0">
            <a:schemeClr val="accent2"/>
          </a:fillRef>
          <a:effectRef idx="0">
            <a:schemeClr val="accent2"/>
          </a:effectRef>
          <a:fontRef idx="minor">
            <a:schemeClr val="tx1"/>
          </a:fontRef>
        </p:style>
      </p:cxnSp>
      <p:sp>
        <p:nvSpPr>
          <p:cNvPr id="115" name="Rectangle 114">
            <a:extLst>
              <a:ext uri="{FF2B5EF4-FFF2-40B4-BE49-F238E27FC236}">
                <a16:creationId xmlns:a16="http://schemas.microsoft.com/office/drawing/2014/main" id="{DEEA92EF-2AF9-024D-9E68-DAD429CF346B}"/>
              </a:ext>
            </a:extLst>
          </p:cNvPr>
          <p:cNvSpPr/>
          <p:nvPr/>
        </p:nvSpPr>
        <p:spPr>
          <a:xfrm>
            <a:off x="1719527" y="3219822"/>
            <a:ext cx="1637253" cy="501869"/>
          </a:xfrm>
          <a:prstGeom prst="rect">
            <a:avLst/>
          </a:prstGeom>
          <a:solidFill>
            <a:srgbClr val="FCF5C7"/>
          </a:solidFill>
          <a:ln w="9525" cap="flat" cmpd="sng" algn="ctr">
            <a:solidFill>
              <a:srgbClr val="C3B154"/>
            </a:solidFill>
            <a:prstDash val="dash"/>
          </a:ln>
          <a:effectLst>
            <a:outerShdw blurRad="50800" dist="38100" dir="2700000" algn="tl" rotWithShape="0">
              <a:prstClr val="black">
                <a:alpha val="40000"/>
              </a:prstClr>
            </a:outerShdw>
          </a:effectLst>
        </p:spPr>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0" i="1" u="none" strike="noStrike" kern="0" cap="none" spc="0" normalizeH="0" baseline="0" noProof="0" dirty="0" smtClean="0">
                <a:ln>
                  <a:noFill/>
                </a:ln>
                <a:solidFill>
                  <a:prstClr val="black"/>
                </a:solidFill>
                <a:effectLst/>
                <a:uLnTx/>
                <a:uFillTx/>
                <a:latin typeface="Arial"/>
                <a:cs typeface="Arial"/>
                <a:sym typeface="Arial"/>
              </a:rPr>
              <a:t>Le développement, la recette et la prise en charge des retours seront réalisés en Agile, en compagnie des équipes métier concernées.</a:t>
            </a:r>
            <a:endParaRPr kumimoji="0" lang="fr-FR" sz="700" b="0" i="1" u="none" strike="noStrike" kern="0" cap="none" spc="0" normalizeH="0" baseline="0" noProof="0" dirty="0">
              <a:ln>
                <a:noFill/>
              </a:ln>
              <a:solidFill>
                <a:prstClr val="black"/>
              </a:solidFill>
              <a:effectLst/>
              <a:uLnTx/>
              <a:uFillTx/>
              <a:latin typeface="Arial"/>
              <a:cs typeface="Arial"/>
              <a:sym typeface="Arial"/>
            </a:endParaRPr>
          </a:p>
        </p:txBody>
      </p:sp>
      <p:pic>
        <p:nvPicPr>
          <p:cNvPr id="132098" name="Picture 2" descr="Teamwork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6458" y="3632533"/>
            <a:ext cx="303725" cy="303725"/>
          </a:xfrm>
          <a:prstGeom prst="rect">
            <a:avLst/>
          </a:prstGeom>
          <a:noFill/>
          <a:extLst>
            <a:ext uri="{909E8E84-426E-40DD-AFC4-6F175D3DCCD1}">
              <a14:hiddenFill xmlns:a14="http://schemas.microsoft.com/office/drawing/2010/main">
                <a:solidFill>
                  <a:srgbClr val="FFFFFF"/>
                </a:solidFill>
              </a14:hiddenFill>
            </a:ext>
          </a:extLst>
        </p:spPr>
      </p:pic>
      <p:sp>
        <p:nvSpPr>
          <p:cNvPr id="52" name="Rounded Rectangle 130">
            <a:extLst>
              <a:ext uri="{FF2B5EF4-FFF2-40B4-BE49-F238E27FC236}">
                <a16:creationId xmlns:a16="http://schemas.microsoft.com/office/drawing/2014/main" id="{7921957D-D472-7C45-958D-7AED12365470}"/>
              </a:ext>
            </a:extLst>
          </p:cNvPr>
          <p:cNvSpPr/>
          <p:nvPr/>
        </p:nvSpPr>
        <p:spPr>
          <a:xfrm>
            <a:off x="2953113" y="3853485"/>
            <a:ext cx="1095895" cy="323120"/>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Spécification des </a:t>
            </a:r>
            <a:r>
              <a:rPr kumimoji="0" lang="fr-FR" sz="600" b="1" i="0"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600" b="1" i="0" u="none" strike="noStrike" kern="0" cap="none" spc="0" normalizeH="0" baseline="0" noProof="0" dirty="0" smtClean="0">
                <a:ln>
                  <a:noFill/>
                </a:ln>
                <a:solidFill>
                  <a:prstClr val="black"/>
                </a:solidFill>
                <a:effectLst/>
                <a:uLnTx/>
                <a:uFillTx/>
                <a:latin typeface="Trebuchet MS"/>
                <a:ea typeface="+mn-ea"/>
                <a:cs typeface="+mn-cs"/>
                <a:sym typeface="Arial"/>
              </a:rPr>
              <a:t> de Tarification et Recouvrement</a:t>
            </a:r>
            <a:endParaRPr kumimoji="0" lang="fr-FR" sz="600" b="1" i="0" u="none" strike="noStrike" kern="0" cap="none" spc="0" normalizeH="0" baseline="0" noProof="0" dirty="0">
              <a:ln>
                <a:noFill/>
              </a:ln>
              <a:solidFill>
                <a:prstClr val="black"/>
              </a:solidFill>
              <a:effectLst/>
              <a:uLnTx/>
              <a:uFillTx/>
              <a:latin typeface="Trebuchet MS"/>
              <a:ea typeface="+mn-ea"/>
              <a:cs typeface="+mn-cs"/>
              <a:sym typeface="Arial"/>
            </a:endParaRPr>
          </a:p>
        </p:txBody>
      </p:sp>
      <p:sp>
        <p:nvSpPr>
          <p:cNvPr id="3" name="ZoneTexte 2"/>
          <p:cNvSpPr txBox="1"/>
          <p:nvPr/>
        </p:nvSpPr>
        <p:spPr>
          <a:xfrm>
            <a:off x="2915816" y="4150245"/>
            <a:ext cx="1158482" cy="26688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500" b="1" i="1" u="none" strike="noStrike" kern="0" cap="none" spc="0" normalizeH="0" baseline="0" noProof="0" dirty="0" smtClean="0">
                <a:ln>
                  <a:noFill/>
                </a:ln>
                <a:solidFill>
                  <a:prstClr val="black"/>
                </a:solidFill>
                <a:effectLst/>
                <a:uLnTx/>
                <a:uFillTx/>
                <a:latin typeface="Trebuchet MS"/>
                <a:ea typeface="+mn-ea"/>
                <a:cs typeface="+mn-cs"/>
                <a:sym typeface="Arial"/>
              </a:rPr>
              <a:t>Tributaire de la réalisation du Kick-off</a:t>
            </a:r>
          </a:p>
        </p:txBody>
      </p:sp>
      <p:sp>
        <p:nvSpPr>
          <p:cNvPr id="54" name="ZoneTexte 53"/>
          <p:cNvSpPr txBox="1"/>
          <p:nvPr/>
        </p:nvSpPr>
        <p:spPr>
          <a:xfrm>
            <a:off x="645293" y="2684203"/>
            <a:ext cx="1844439" cy="26688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700" b="1" i="1" u="none" strike="noStrike" kern="0" cap="none" spc="0" normalizeH="0" baseline="0" noProof="0" dirty="0" smtClean="0">
                <a:ln>
                  <a:noFill/>
                </a:ln>
                <a:solidFill>
                  <a:prstClr val="black"/>
                </a:solidFill>
                <a:effectLst/>
                <a:uLnTx/>
                <a:uFillTx/>
                <a:latin typeface="Trebuchet MS"/>
                <a:ea typeface="+mn-ea"/>
                <a:cs typeface="+mn-cs"/>
                <a:sym typeface="Arial"/>
              </a:rPr>
              <a:t>Hors </a:t>
            </a:r>
            <a:r>
              <a:rPr kumimoji="0" lang="fr-FR" sz="700" b="1" i="1" u="none" strike="noStrike" kern="0" cap="none" spc="0" normalizeH="0" baseline="0" noProof="0" dirty="0" err="1" smtClean="0">
                <a:ln>
                  <a:noFill/>
                </a:ln>
                <a:solidFill>
                  <a:prstClr val="black"/>
                </a:solidFill>
                <a:effectLst/>
                <a:uLnTx/>
                <a:uFillTx/>
                <a:latin typeface="Trebuchet MS"/>
                <a:ea typeface="+mn-ea"/>
                <a:cs typeface="+mn-cs"/>
                <a:sym typeface="Arial"/>
              </a:rPr>
              <a:t>KPIs</a:t>
            </a:r>
            <a:r>
              <a:rPr kumimoji="0" lang="fr-FR" sz="700" b="1" i="1" u="none" strike="noStrike" kern="0" cap="none" spc="0" normalizeH="0" baseline="0" noProof="0" dirty="0" smtClean="0">
                <a:ln>
                  <a:noFill/>
                </a:ln>
                <a:solidFill>
                  <a:prstClr val="black"/>
                </a:solidFill>
                <a:effectLst/>
                <a:uLnTx/>
                <a:uFillTx/>
                <a:latin typeface="Trebuchet MS"/>
                <a:ea typeface="+mn-ea"/>
                <a:cs typeface="+mn-cs"/>
                <a:sym typeface="Arial"/>
              </a:rPr>
              <a:t> de Tarification et Recouvrement</a:t>
            </a:r>
          </a:p>
        </p:txBody>
      </p:sp>
    </p:spTree>
    <p:extLst>
      <p:ext uri="{BB962C8B-B14F-4D97-AF65-F5344CB8AC3E}">
        <p14:creationId xmlns:p14="http://schemas.microsoft.com/office/powerpoint/2010/main" val="3347135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 coins arrondis 25">
            <a:extLst>
              <a:ext uri="{FF2B5EF4-FFF2-40B4-BE49-F238E27FC236}">
                <a16:creationId xmlns:a16="http://schemas.microsoft.com/office/drawing/2014/main" id="{6D9FC607-D323-A166-AB1A-A6A1B9403C3D}"/>
              </a:ext>
            </a:extLst>
          </p:cNvPr>
          <p:cNvSpPr/>
          <p:nvPr/>
        </p:nvSpPr>
        <p:spPr>
          <a:xfrm rot="16200000">
            <a:off x="-11795" y="1308869"/>
            <a:ext cx="972000" cy="283561"/>
          </a:xfrm>
          <a:prstGeom prst="roundRect">
            <a:avLst>
              <a:gd name="adj" fmla="val 8554"/>
            </a:avLst>
          </a:prstGeom>
          <a:solidFill>
            <a:srgbClr val="FFC000"/>
          </a:solidFill>
          <a:ln w="9525" cap="flat" cmpd="sng" algn="ctr">
            <a:noFill/>
            <a:prstDash val="solid"/>
          </a:ln>
          <a:effectLst/>
        </p:spPr>
        <p:txBody>
          <a:bodyPr lIns="0" tIns="0" rIns="0" bIns="0" rtlCol="0" anchor="ctr"/>
          <a:lstStyle/>
          <a:p>
            <a:pPr algn="ctr" defTabSz="914378">
              <a:buClrTx/>
              <a:defRPr/>
            </a:pPr>
            <a:r>
              <a:rPr lang="fr-FR" sz="1050" b="1" dirty="0">
                <a:solidFill>
                  <a:prstClr val="black"/>
                </a:solidFill>
                <a:ea typeface="+mn-ea"/>
              </a:rPr>
              <a:t>Sponsors</a:t>
            </a:r>
          </a:p>
        </p:txBody>
      </p:sp>
      <p:sp>
        <p:nvSpPr>
          <p:cNvPr id="27" name="Rectangle : coins arrondis 26">
            <a:extLst>
              <a:ext uri="{FF2B5EF4-FFF2-40B4-BE49-F238E27FC236}">
                <a16:creationId xmlns:a16="http://schemas.microsoft.com/office/drawing/2014/main" id="{430BAB6C-3E7F-B24F-37FF-F85B6A7196CE}"/>
              </a:ext>
            </a:extLst>
          </p:cNvPr>
          <p:cNvSpPr/>
          <p:nvPr/>
        </p:nvSpPr>
        <p:spPr>
          <a:xfrm rot="16200000">
            <a:off x="-322292" y="3857708"/>
            <a:ext cx="1593000" cy="288000"/>
          </a:xfrm>
          <a:prstGeom prst="roundRect">
            <a:avLst>
              <a:gd name="adj" fmla="val 8554"/>
            </a:avLst>
          </a:prstGeom>
          <a:solidFill>
            <a:srgbClr val="FFC000"/>
          </a:solidFill>
          <a:ln w="9525" cap="flat" cmpd="sng" algn="ctr">
            <a:noFill/>
            <a:prstDash val="solid"/>
          </a:ln>
          <a:effectLst/>
        </p:spPr>
        <p:txBody>
          <a:bodyPr lIns="0" tIns="0" rIns="0" bIns="0" rtlCol="0" anchor="ctr"/>
          <a:lstStyle/>
          <a:p>
            <a:pPr algn="ctr" defTabSz="914378">
              <a:buClrTx/>
              <a:defRPr/>
            </a:pPr>
            <a:r>
              <a:rPr lang="fr-FR" sz="1050" b="1" dirty="0">
                <a:solidFill>
                  <a:prstClr val="black"/>
                </a:solidFill>
                <a:ea typeface="+mn-ea"/>
              </a:rPr>
              <a:t>Equipe Opérationnelle</a:t>
            </a:r>
          </a:p>
        </p:txBody>
      </p:sp>
      <p:cxnSp>
        <p:nvCxnSpPr>
          <p:cNvPr id="29" name="Forme 166">
            <a:extLst>
              <a:ext uri="{FF2B5EF4-FFF2-40B4-BE49-F238E27FC236}">
                <a16:creationId xmlns:a16="http://schemas.microsoft.com/office/drawing/2014/main" id="{5E9926EA-79ED-5269-7C64-EE60FD315AF3}"/>
              </a:ext>
            </a:extLst>
          </p:cNvPr>
          <p:cNvCxnSpPr>
            <a:cxnSpLocks/>
          </p:cNvCxnSpPr>
          <p:nvPr/>
        </p:nvCxnSpPr>
        <p:spPr>
          <a:xfrm>
            <a:off x="1015311" y="3249633"/>
            <a:ext cx="3618000" cy="0"/>
          </a:xfrm>
          <a:prstGeom prst="straightConnector1">
            <a:avLst/>
          </a:prstGeom>
          <a:solidFill>
            <a:srgbClr val="FCF5CC"/>
          </a:solidFill>
          <a:ln w="9525" cap="flat" cmpd="sng" algn="ctr">
            <a:solidFill>
              <a:sysClr val="windowText" lastClr="000000">
                <a:lumMod val="50000"/>
                <a:lumOff val="50000"/>
              </a:sysClr>
            </a:solidFill>
            <a:prstDash val="dash"/>
          </a:ln>
          <a:effectLst/>
        </p:spPr>
      </p:cxnSp>
      <p:sp>
        <p:nvSpPr>
          <p:cNvPr id="31" name="Rectangle 30">
            <a:extLst>
              <a:ext uri="{FF2B5EF4-FFF2-40B4-BE49-F238E27FC236}">
                <a16:creationId xmlns:a16="http://schemas.microsoft.com/office/drawing/2014/main" id="{A51CC610-FEDB-62F0-2881-F8986D80DBA6}"/>
              </a:ext>
            </a:extLst>
          </p:cNvPr>
          <p:cNvSpPr/>
          <p:nvPr/>
        </p:nvSpPr>
        <p:spPr>
          <a:xfrm>
            <a:off x="150697" y="843558"/>
            <a:ext cx="4921398" cy="4065194"/>
          </a:xfrm>
          <a:prstGeom prst="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defRPr/>
            </a:pPr>
            <a:endParaRPr lang="fr-FR">
              <a:solidFill>
                <a:prstClr val="white"/>
              </a:solidFill>
              <a:latin typeface="Arial"/>
              <a:cs typeface="Arial"/>
            </a:endParaRPr>
          </a:p>
        </p:txBody>
      </p:sp>
      <p:sp>
        <p:nvSpPr>
          <p:cNvPr id="32" name="Rectangle 31">
            <a:extLst>
              <a:ext uri="{FF2B5EF4-FFF2-40B4-BE49-F238E27FC236}">
                <a16:creationId xmlns:a16="http://schemas.microsoft.com/office/drawing/2014/main" id="{78174E9A-2164-568B-8954-2BF8685121EC}"/>
              </a:ext>
            </a:extLst>
          </p:cNvPr>
          <p:cNvSpPr/>
          <p:nvPr/>
        </p:nvSpPr>
        <p:spPr>
          <a:xfrm>
            <a:off x="5192800" y="843558"/>
            <a:ext cx="3850895" cy="4065194"/>
          </a:xfrm>
          <a:prstGeom prst="rect">
            <a:avLst/>
          </a:prstGeom>
          <a:noFill/>
          <a:ln w="127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defRPr/>
            </a:pPr>
            <a:endParaRPr lang="fr-FR">
              <a:solidFill>
                <a:prstClr val="white"/>
              </a:solidFill>
              <a:latin typeface="Arial"/>
              <a:cs typeface="Arial"/>
            </a:endParaRPr>
          </a:p>
        </p:txBody>
      </p:sp>
      <p:cxnSp>
        <p:nvCxnSpPr>
          <p:cNvPr id="37" name="Forme 166">
            <a:extLst>
              <a:ext uri="{FF2B5EF4-FFF2-40B4-BE49-F238E27FC236}">
                <a16:creationId xmlns:a16="http://schemas.microsoft.com/office/drawing/2014/main" id="{20CA77AF-74A2-5011-7FCB-ADCE45BAF68D}"/>
              </a:ext>
            </a:extLst>
          </p:cNvPr>
          <p:cNvCxnSpPr>
            <a:cxnSpLocks/>
          </p:cNvCxnSpPr>
          <p:nvPr/>
        </p:nvCxnSpPr>
        <p:spPr>
          <a:xfrm>
            <a:off x="5306767" y="2468601"/>
            <a:ext cx="3618000" cy="0"/>
          </a:xfrm>
          <a:prstGeom prst="straightConnector1">
            <a:avLst/>
          </a:prstGeom>
          <a:solidFill>
            <a:srgbClr val="FCF5CC"/>
          </a:solidFill>
          <a:ln w="9525" cap="flat" cmpd="sng" algn="ctr">
            <a:solidFill>
              <a:sysClr val="windowText" lastClr="000000">
                <a:lumMod val="50000"/>
                <a:lumOff val="50000"/>
              </a:sysClr>
            </a:solidFill>
            <a:prstDash val="dash"/>
          </a:ln>
          <a:effectLst/>
        </p:spPr>
      </p:cxnSp>
      <p:sp>
        <p:nvSpPr>
          <p:cNvPr id="38" name="ZoneTexte 37">
            <a:extLst>
              <a:ext uri="{FF2B5EF4-FFF2-40B4-BE49-F238E27FC236}">
                <a16:creationId xmlns:a16="http://schemas.microsoft.com/office/drawing/2014/main" id="{0F8DCA6D-C500-9B25-09DF-0297A316544F}"/>
              </a:ext>
            </a:extLst>
          </p:cNvPr>
          <p:cNvSpPr txBox="1"/>
          <p:nvPr/>
        </p:nvSpPr>
        <p:spPr>
          <a:xfrm>
            <a:off x="6492305" y="920811"/>
            <a:ext cx="1408462" cy="276999"/>
          </a:xfrm>
          <a:prstGeom prst="rect">
            <a:avLst/>
          </a:prstGeom>
          <a:noFill/>
        </p:spPr>
        <p:txBody>
          <a:bodyPr wrap="square">
            <a:spAutoFit/>
          </a:bodyPr>
          <a:lstStyle/>
          <a:p>
            <a:pPr algn="ctr" defTabSz="914378">
              <a:buClrTx/>
              <a:defRPr/>
            </a:pPr>
            <a:r>
              <a:rPr lang="en-US" sz="1200" b="1" u="sng" dirty="0">
                <a:solidFill>
                  <a:prstClr val="black"/>
                </a:solidFill>
                <a:ea typeface="+mn-ea"/>
              </a:rPr>
              <a:t>Direction </a:t>
            </a:r>
            <a:r>
              <a:rPr lang="en-US" sz="1200" b="1" u="sng" dirty="0" err="1">
                <a:solidFill>
                  <a:prstClr val="black"/>
                </a:solidFill>
                <a:ea typeface="+mn-ea"/>
              </a:rPr>
              <a:t>projet</a:t>
            </a:r>
            <a:endParaRPr lang="en-US" sz="1200" b="1" u="sng" dirty="0">
              <a:solidFill>
                <a:prstClr val="black"/>
              </a:solidFill>
              <a:ea typeface="+mn-ea"/>
            </a:endParaRPr>
          </a:p>
        </p:txBody>
      </p:sp>
      <p:sp>
        <p:nvSpPr>
          <p:cNvPr id="39" name="Rectangle 38">
            <a:extLst>
              <a:ext uri="{FF2B5EF4-FFF2-40B4-BE49-F238E27FC236}">
                <a16:creationId xmlns:a16="http://schemas.microsoft.com/office/drawing/2014/main" id="{9E8B2AD0-7FB2-DD97-320B-BF3BD0ED5DE1}"/>
              </a:ext>
            </a:extLst>
          </p:cNvPr>
          <p:cNvSpPr/>
          <p:nvPr/>
        </p:nvSpPr>
        <p:spPr>
          <a:xfrm>
            <a:off x="5410250" y="2536017"/>
            <a:ext cx="3403542" cy="2262191"/>
          </a:xfrm>
          <a:prstGeom prst="rect">
            <a:avLst/>
          </a:prstGeom>
          <a:noFill/>
          <a:ln w="12700" cap="flat" cmpd="sng" algn="ctr">
            <a:solidFill>
              <a:srgbClr val="FCF4C7"/>
            </a:solidFill>
            <a:prstDash val="sysDash"/>
          </a:ln>
          <a:effectLst/>
        </p:spPr>
        <p:txBody>
          <a:bodyPr lIns="72000" tIns="36000" rIns="72000" bIns="36000" rtlCol="0" anchor="ctr"/>
          <a:lstStyle/>
          <a:p>
            <a:pPr algn="ctr" defTabSz="914378">
              <a:buClrTx/>
              <a:defRPr/>
            </a:pPr>
            <a:endParaRPr lang="en-US" sz="1800" dirty="0" err="1">
              <a:solidFill>
                <a:prstClr val="black"/>
              </a:solidFill>
              <a:ea typeface="+mn-ea"/>
            </a:endParaRPr>
          </a:p>
        </p:txBody>
      </p:sp>
      <p:sp>
        <p:nvSpPr>
          <p:cNvPr id="40" name="ZoneTexte 39">
            <a:extLst>
              <a:ext uri="{FF2B5EF4-FFF2-40B4-BE49-F238E27FC236}">
                <a16:creationId xmlns:a16="http://schemas.microsoft.com/office/drawing/2014/main" id="{2B584096-00C3-5E47-B02B-D7EA074FE0F0}"/>
              </a:ext>
            </a:extLst>
          </p:cNvPr>
          <p:cNvSpPr txBox="1"/>
          <p:nvPr/>
        </p:nvSpPr>
        <p:spPr>
          <a:xfrm>
            <a:off x="6094801" y="2499742"/>
            <a:ext cx="2203475" cy="276999"/>
          </a:xfrm>
          <a:prstGeom prst="rect">
            <a:avLst/>
          </a:prstGeom>
          <a:noFill/>
        </p:spPr>
        <p:txBody>
          <a:bodyPr wrap="square">
            <a:spAutoFit/>
          </a:bodyPr>
          <a:lstStyle/>
          <a:p>
            <a:pPr algn="ctr" defTabSz="914378">
              <a:buClrTx/>
              <a:defRPr/>
            </a:pPr>
            <a:r>
              <a:rPr lang="en-US" sz="1200" b="1" u="sng" dirty="0" err="1">
                <a:solidFill>
                  <a:prstClr val="black"/>
                </a:solidFill>
                <a:ea typeface="+mn-ea"/>
              </a:rPr>
              <a:t>Membres</a:t>
            </a:r>
            <a:r>
              <a:rPr lang="en-US" sz="1200" b="1" u="sng" dirty="0">
                <a:solidFill>
                  <a:prstClr val="black"/>
                </a:solidFill>
                <a:ea typeface="+mn-ea"/>
              </a:rPr>
              <a:t> de </a:t>
            </a:r>
            <a:r>
              <a:rPr lang="en-US" sz="1200" b="1" u="sng" dirty="0" err="1">
                <a:solidFill>
                  <a:prstClr val="black"/>
                </a:solidFill>
                <a:ea typeface="+mn-ea"/>
              </a:rPr>
              <a:t>l’équipe</a:t>
            </a:r>
            <a:r>
              <a:rPr lang="en-US" sz="1200" b="1" u="sng" dirty="0">
                <a:solidFill>
                  <a:prstClr val="black"/>
                </a:solidFill>
                <a:ea typeface="+mn-ea"/>
              </a:rPr>
              <a:t> </a:t>
            </a:r>
            <a:r>
              <a:rPr lang="en-US" sz="1200" b="1" u="sng" dirty="0" err="1">
                <a:solidFill>
                  <a:prstClr val="black"/>
                </a:solidFill>
                <a:ea typeface="+mn-ea"/>
              </a:rPr>
              <a:t>projet</a:t>
            </a:r>
            <a:endParaRPr lang="en-US" sz="1200" b="1" u="sng" dirty="0">
              <a:solidFill>
                <a:prstClr val="black"/>
              </a:solidFill>
              <a:ea typeface="+mn-ea"/>
            </a:endParaRPr>
          </a:p>
        </p:txBody>
      </p:sp>
      <p:sp>
        <p:nvSpPr>
          <p:cNvPr id="45" name="Rectangle : coins arrondis 44">
            <a:extLst>
              <a:ext uri="{FF2B5EF4-FFF2-40B4-BE49-F238E27FC236}">
                <a16:creationId xmlns:a16="http://schemas.microsoft.com/office/drawing/2014/main" id="{5D4E2178-592C-8366-52C9-D789547D2275}"/>
              </a:ext>
            </a:extLst>
          </p:cNvPr>
          <p:cNvSpPr/>
          <p:nvPr/>
        </p:nvSpPr>
        <p:spPr>
          <a:xfrm>
            <a:off x="843563" y="2713836"/>
            <a:ext cx="1504970" cy="192215"/>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smtClean="0">
                <a:solidFill>
                  <a:prstClr val="black"/>
                </a:solidFill>
                <a:ea typeface="+mn-ea"/>
              </a:rPr>
              <a:t>Ali NEDLOUF</a:t>
            </a:r>
            <a:endParaRPr lang="fr-FR" sz="1050" dirty="0">
              <a:solidFill>
                <a:prstClr val="black"/>
              </a:solidFill>
              <a:ea typeface="+mn-ea"/>
            </a:endParaRPr>
          </a:p>
          <a:p>
            <a:pPr algn="ctr" defTabSz="914378">
              <a:buClrTx/>
              <a:defRPr/>
            </a:pPr>
            <a:r>
              <a:rPr lang="fr-FR" sz="1050" b="1" i="1" dirty="0">
                <a:solidFill>
                  <a:prstClr val="black"/>
                </a:solidFill>
                <a:ea typeface="+mn-ea"/>
              </a:rPr>
              <a:t>Chief Data </a:t>
            </a:r>
            <a:r>
              <a:rPr lang="fr-FR" sz="1050" b="1" i="1" dirty="0" err="1">
                <a:solidFill>
                  <a:prstClr val="black"/>
                </a:solidFill>
                <a:ea typeface="+mn-ea"/>
              </a:rPr>
              <a:t>Officer</a:t>
            </a:r>
            <a:endParaRPr lang="fr-FR" sz="1050" b="1" i="1" dirty="0">
              <a:solidFill>
                <a:prstClr val="black"/>
              </a:solidFill>
              <a:ea typeface="+mn-ea"/>
            </a:endParaRPr>
          </a:p>
        </p:txBody>
      </p:sp>
      <p:sp>
        <p:nvSpPr>
          <p:cNvPr id="46" name="Rectangle 45">
            <a:extLst>
              <a:ext uri="{FF2B5EF4-FFF2-40B4-BE49-F238E27FC236}">
                <a16:creationId xmlns:a16="http://schemas.microsoft.com/office/drawing/2014/main" id="{B730FF65-10F5-06A1-5797-44B51CFD623D}"/>
              </a:ext>
            </a:extLst>
          </p:cNvPr>
          <p:cNvSpPr/>
          <p:nvPr/>
        </p:nvSpPr>
        <p:spPr>
          <a:xfrm>
            <a:off x="738913" y="3356597"/>
            <a:ext cx="4104000" cy="301624"/>
          </a:xfrm>
          <a:prstGeom prst="rect">
            <a:avLst/>
          </a:prstGeom>
          <a:solidFill>
            <a:schemeClr val="accent2">
              <a:lumMod val="20000"/>
              <a:lumOff val="80000"/>
            </a:schemeClr>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defTabSz="685800">
              <a:buClrTx/>
              <a:defRPr/>
            </a:pPr>
            <a:r>
              <a:rPr lang="fr-FR" sz="1200" b="1" kern="1200" dirty="0">
                <a:solidFill>
                  <a:prstClr val="black"/>
                </a:solidFill>
                <a:latin typeface="Arial"/>
                <a:cs typeface="Arial"/>
              </a:rPr>
              <a:t>Pilote Team</a:t>
            </a:r>
          </a:p>
        </p:txBody>
      </p:sp>
      <p:sp>
        <p:nvSpPr>
          <p:cNvPr id="49" name="Rectangle 48">
            <a:extLst>
              <a:ext uri="{FF2B5EF4-FFF2-40B4-BE49-F238E27FC236}">
                <a16:creationId xmlns:a16="http://schemas.microsoft.com/office/drawing/2014/main" id="{94789F99-F2C4-C37C-7811-29CB522B5709}"/>
              </a:ext>
            </a:extLst>
          </p:cNvPr>
          <p:cNvSpPr/>
          <p:nvPr/>
        </p:nvSpPr>
        <p:spPr>
          <a:xfrm>
            <a:off x="738170" y="3723878"/>
            <a:ext cx="4113166" cy="1074330"/>
          </a:xfrm>
          <a:prstGeom prst="rect">
            <a:avLst/>
          </a:prstGeom>
          <a:solidFill>
            <a:schemeClr val="accent2">
              <a:lumMod val="20000"/>
              <a:lumOff val="80000"/>
              <a:alpha val="5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defTabSz="685800">
              <a:buClrTx/>
              <a:defRPr/>
            </a:pPr>
            <a:r>
              <a:rPr lang="fr-FR" sz="1200" kern="1200" dirty="0">
                <a:solidFill>
                  <a:prstClr val="black"/>
                </a:solidFill>
                <a:latin typeface="Arial"/>
                <a:cs typeface="Arial"/>
              </a:rPr>
              <a:t>Equipe à définir en fonction du </a:t>
            </a:r>
            <a:r>
              <a:rPr lang="fr-FR" sz="1200" kern="1200" dirty="0" smtClean="0">
                <a:solidFill>
                  <a:prstClr val="black"/>
                </a:solidFill>
                <a:latin typeface="Arial"/>
                <a:cs typeface="Arial"/>
              </a:rPr>
              <a:t>Use-Case métier :</a:t>
            </a:r>
            <a:endParaRPr lang="fr-FR" sz="1200" kern="1200" dirty="0">
              <a:solidFill>
                <a:prstClr val="black"/>
              </a:solidFill>
              <a:latin typeface="Arial"/>
              <a:cs typeface="Arial"/>
            </a:endParaRPr>
          </a:p>
          <a:p>
            <a:pPr algn="ctr" defTabSz="685800">
              <a:buClrTx/>
              <a:defRPr/>
            </a:pPr>
            <a:r>
              <a:rPr lang="fr-FR" sz="1200" kern="1200" dirty="0">
                <a:solidFill>
                  <a:prstClr val="black"/>
                </a:solidFill>
                <a:latin typeface="Arial"/>
                <a:cs typeface="Arial"/>
              </a:rPr>
              <a:t> </a:t>
            </a:r>
            <a:r>
              <a:rPr lang="fr-FR" sz="1200" i="1" kern="1200" dirty="0">
                <a:solidFill>
                  <a:prstClr val="black"/>
                </a:solidFill>
                <a:latin typeface="Arial"/>
                <a:cs typeface="Arial"/>
              </a:rPr>
              <a:t>Data </a:t>
            </a:r>
            <a:r>
              <a:rPr lang="fr-FR" sz="1200" i="1" kern="1200" dirty="0" err="1">
                <a:solidFill>
                  <a:prstClr val="black"/>
                </a:solidFill>
                <a:latin typeface="Arial"/>
                <a:cs typeface="Arial"/>
              </a:rPr>
              <a:t>Owners</a:t>
            </a:r>
            <a:r>
              <a:rPr lang="fr-FR" sz="1200" i="1" kern="1200" dirty="0">
                <a:solidFill>
                  <a:prstClr val="black"/>
                </a:solidFill>
                <a:latin typeface="Arial"/>
                <a:cs typeface="Arial"/>
              </a:rPr>
              <a:t>, Data Stewards, DPO, Data </a:t>
            </a:r>
            <a:r>
              <a:rPr lang="fr-FR" sz="1200" i="1" kern="1200" dirty="0" err="1">
                <a:solidFill>
                  <a:prstClr val="black"/>
                </a:solidFill>
                <a:latin typeface="Arial"/>
                <a:cs typeface="Arial"/>
              </a:rPr>
              <a:t>Custodians</a:t>
            </a:r>
            <a:r>
              <a:rPr lang="fr-FR" sz="1200" i="1" kern="1200" dirty="0">
                <a:solidFill>
                  <a:prstClr val="black"/>
                </a:solidFill>
                <a:latin typeface="Arial"/>
                <a:cs typeface="Arial"/>
              </a:rPr>
              <a:t>, Business </a:t>
            </a:r>
            <a:r>
              <a:rPr lang="fr-FR" sz="1200" i="1" kern="1200" dirty="0" err="1">
                <a:solidFill>
                  <a:prstClr val="black"/>
                </a:solidFill>
                <a:latin typeface="Arial"/>
                <a:cs typeface="Arial"/>
              </a:rPr>
              <a:t>Analysts</a:t>
            </a:r>
            <a:endParaRPr lang="fr-FR" sz="1200" i="1" kern="1200" dirty="0">
              <a:solidFill>
                <a:prstClr val="black"/>
              </a:solidFill>
              <a:latin typeface="Arial"/>
              <a:cs typeface="Arial"/>
            </a:endParaRPr>
          </a:p>
        </p:txBody>
      </p:sp>
      <p:sp>
        <p:nvSpPr>
          <p:cNvPr id="52" name="Rectangle : coins arrondis 51">
            <a:extLst>
              <a:ext uri="{FF2B5EF4-FFF2-40B4-BE49-F238E27FC236}">
                <a16:creationId xmlns:a16="http://schemas.microsoft.com/office/drawing/2014/main" id="{247C3E44-1828-DF01-3E04-E1123EFA8200}"/>
              </a:ext>
            </a:extLst>
          </p:cNvPr>
          <p:cNvSpPr/>
          <p:nvPr/>
        </p:nvSpPr>
        <p:spPr>
          <a:xfrm rot="16200000">
            <a:off x="-69168" y="2429148"/>
            <a:ext cx="1107000" cy="283561"/>
          </a:xfrm>
          <a:prstGeom prst="roundRect">
            <a:avLst>
              <a:gd name="adj" fmla="val 8554"/>
            </a:avLst>
          </a:prstGeom>
          <a:solidFill>
            <a:srgbClr val="FFC000"/>
          </a:solidFill>
          <a:ln w="9525" cap="flat" cmpd="sng" algn="ctr">
            <a:noFill/>
            <a:prstDash val="solid"/>
          </a:ln>
          <a:effectLst/>
        </p:spPr>
        <p:txBody>
          <a:bodyPr lIns="0" tIns="0" rIns="0" bIns="0" rtlCol="0" anchor="ctr"/>
          <a:lstStyle/>
          <a:p>
            <a:pPr algn="ctr" defTabSz="914378">
              <a:buClrTx/>
              <a:defRPr/>
            </a:pPr>
            <a:r>
              <a:rPr lang="fr-FR" sz="1050" b="1" dirty="0">
                <a:solidFill>
                  <a:prstClr val="black"/>
                </a:solidFill>
                <a:ea typeface="+mn-ea"/>
              </a:rPr>
              <a:t>Direction projet</a:t>
            </a:r>
          </a:p>
        </p:txBody>
      </p:sp>
      <p:sp>
        <p:nvSpPr>
          <p:cNvPr id="57" name="Rectangle 56">
            <a:extLst>
              <a:ext uri="{FF2B5EF4-FFF2-40B4-BE49-F238E27FC236}">
                <a16:creationId xmlns:a16="http://schemas.microsoft.com/office/drawing/2014/main" id="{F54912A6-7AED-F37F-985B-A7CB1CA19F57}"/>
              </a:ext>
            </a:extLst>
          </p:cNvPr>
          <p:cNvSpPr/>
          <p:nvPr/>
        </p:nvSpPr>
        <p:spPr>
          <a:xfrm>
            <a:off x="738170" y="946279"/>
            <a:ext cx="2091012" cy="975924"/>
          </a:xfrm>
          <a:prstGeom prst="rect">
            <a:avLst/>
          </a:prstGeom>
          <a:solidFill>
            <a:schemeClr val="accent2">
              <a:lumMod val="20000"/>
              <a:lumOff val="80000"/>
              <a:alpha val="5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defTabSz="685800">
              <a:buClrTx/>
              <a:defRPr/>
            </a:pPr>
            <a:r>
              <a:rPr lang="fr-FR" sz="1200" b="1" kern="1200" dirty="0" err="1" smtClean="0">
                <a:solidFill>
                  <a:prstClr val="black"/>
                </a:solidFill>
                <a:latin typeface="Arial"/>
                <a:cs typeface="Arial"/>
              </a:rPr>
              <a:t>Najoua</a:t>
            </a:r>
            <a:r>
              <a:rPr lang="fr-FR" sz="1200" b="1" kern="1200" dirty="0" smtClean="0">
                <a:solidFill>
                  <a:prstClr val="black"/>
                </a:solidFill>
                <a:latin typeface="Arial"/>
                <a:cs typeface="Arial"/>
              </a:rPr>
              <a:t> BENSOUDA</a:t>
            </a:r>
            <a:endParaRPr lang="fr-FR" sz="1200" b="1" kern="1200" dirty="0">
              <a:solidFill>
                <a:prstClr val="black"/>
              </a:solidFill>
              <a:latin typeface="Arial"/>
              <a:cs typeface="Arial"/>
            </a:endParaRPr>
          </a:p>
          <a:p>
            <a:pPr algn="ctr" defTabSz="685800">
              <a:buClrTx/>
              <a:defRPr/>
            </a:pPr>
            <a:r>
              <a:rPr lang="fr-FR" sz="1100" kern="1200" dirty="0" smtClean="0">
                <a:solidFill>
                  <a:prstClr val="black"/>
                </a:solidFill>
                <a:latin typeface="Arial"/>
                <a:cs typeface="Arial"/>
              </a:rPr>
              <a:t>Direction Générale</a:t>
            </a:r>
            <a:endParaRPr lang="fr-FR" sz="1100" kern="1200" dirty="0">
              <a:solidFill>
                <a:prstClr val="black"/>
              </a:solidFill>
              <a:latin typeface="Arial"/>
              <a:cs typeface="Arial"/>
            </a:endParaRPr>
          </a:p>
        </p:txBody>
      </p:sp>
      <p:sp>
        <p:nvSpPr>
          <p:cNvPr id="58" name="Rectangle 57">
            <a:extLst>
              <a:ext uri="{FF2B5EF4-FFF2-40B4-BE49-F238E27FC236}">
                <a16:creationId xmlns:a16="http://schemas.microsoft.com/office/drawing/2014/main" id="{08532DCD-BACF-BA9A-039E-57CDCB6CDB5B}"/>
              </a:ext>
            </a:extLst>
          </p:cNvPr>
          <p:cNvSpPr/>
          <p:nvPr/>
        </p:nvSpPr>
        <p:spPr>
          <a:xfrm>
            <a:off x="2912448" y="946279"/>
            <a:ext cx="2091600" cy="975924"/>
          </a:xfrm>
          <a:prstGeom prst="rect">
            <a:avLst/>
          </a:prstGeom>
          <a:solidFill>
            <a:schemeClr val="accent2">
              <a:lumMod val="20000"/>
              <a:lumOff val="80000"/>
              <a:alpha val="5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27000" rIns="54000" bIns="27000" rtlCol="0" anchor="ctr"/>
          <a:lstStyle/>
          <a:p>
            <a:pPr algn="ctr" defTabSz="685800">
              <a:buClrTx/>
              <a:defRPr/>
            </a:pPr>
            <a:r>
              <a:rPr lang="fr-FR" sz="1200" b="1" kern="1200" dirty="0" smtClean="0">
                <a:solidFill>
                  <a:prstClr val="black"/>
                </a:solidFill>
                <a:latin typeface="Arial"/>
                <a:cs typeface="Arial"/>
              </a:rPr>
              <a:t>Asma GUENOUN</a:t>
            </a:r>
            <a:endParaRPr lang="fr-FR" sz="1200" b="1" kern="1200" dirty="0">
              <a:solidFill>
                <a:prstClr val="black"/>
              </a:solidFill>
              <a:latin typeface="Arial"/>
              <a:cs typeface="Arial"/>
            </a:endParaRPr>
          </a:p>
          <a:p>
            <a:pPr algn="ctr" defTabSz="685800">
              <a:buClrTx/>
              <a:defRPr/>
            </a:pPr>
            <a:r>
              <a:rPr lang="fr-FR" sz="1100" kern="1200" dirty="0" smtClean="0">
                <a:solidFill>
                  <a:prstClr val="black"/>
                </a:solidFill>
                <a:latin typeface="Arial"/>
                <a:cs typeface="Arial"/>
              </a:rPr>
              <a:t>Direction DOSI</a:t>
            </a:r>
            <a:endParaRPr lang="fr-FR" sz="1100" kern="1200" dirty="0">
              <a:solidFill>
                <a:prstClr val="black"/>
              </a:solidFill>
              <a:latin typeface="Arial"/>
              <a:cs typeface="Arial"/>
            </a:endParaRPr>
          </a:p>
        </p:txBody>
      </p:sp>
      <p:pic>
        <p:nvPicPr>
          <p:cNvPr id="60" name="Image 59" descr="logo SEVEN-01.png">
            <a:extLst>
              <a:ext uri="{FF2B5EF4-FFF2-40B4-BE49-F238E27FC236}">
                <a16:creationId xmlns:a16="http://schemas.microsoft.com/office/drawing/2014/main" id="{6AFFB264-0B3E-1F35-941B-65D44DF90EBC}"/>
              </a:ext>
            </a:extLst>
          </p:cNvPr>
          <p:cNvPicPr>
            <a:picLocks noChangeAspect="1"/>
          </p:cNvPicPr>
          <p:nvPr/>
        </p:nvPicPr>
        <p:blipFill>
          <a:blip r:embed="rId3" cstate="print"/>
          <a:stretch>
            <a:fillRect/>
          </a:stretch>
        </p:blipFill>
        <p:spPr>
          <a:xfrm>
            <a:off x="5306767" y="946279"/>
            <a:ext cx="786723" cy="792259"/>
          </a:xfrm>
          <a:prstGeom prst="rect">
            <a:avLst/>
          </a:prstGeom>
        </p:spPr>
      </p:pic>
      <p:sp>
        <p:nvSpPr>
          <p:cNvPr id="61" name="Rectangle : coins arrondis 60">
            <a:extLst>
              <a:ext uri="{FF2B5EF4-FFF2-40B4-BE49-F238E27FC236}">
                <a16:creationId xmlns:a16="http://schemas.microsoft.com/office/drawing/2014/main" id="{19AE2597-285F-3571-7042-19999D7A84A1}"/>
              </a:ext>
            </a:extLst>
          </p:cNvPr>
          <p:cNvSpPr/>
          <p:nvPr/>
        </p:nvSpPr>
        <p:spPr>
          <a:xfrm>
            <a:off x="6444052" y="2134842"/>
            <a:ext cx="1504970" cy="192215"/>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a:solidFill>
                  <a:prstClr val="black"/>
                </a:solidFill>
                <a:ea typeface="+mn-ea"/>
              </a:rPr>
              <a:t>Jalal BENABDOUH</a:t>
            </a:r>
          </a:p>
          <a:p>
            <a:pPr algn="ctr" defTabSz="914378">
              <a:buClrTx/>
              <a:defRPr/>
            </a:pPr>
            <a:r>
              <a:rPr lang="fr-FR" sz="1050" b="1" i="1" dirty="0">
                <a:solidFill>
                  <a:prstClr val="black"/>
                </a:solidFill>
                <a:ea typeface="+mn-ea"/>
              </a:rPr>
              <a:t>Chef de projet</a:t>
            </a:r>
          </a:p>
        </p:txBody>
      </p:sp>
      <p:pic>
        <p:nvPicPr>
          <p:cNvPr id="62" name="Image 61">
            <a:extLst>
              <a:ext uri="{FF2B5EF4-FFF2-40B4-BE49-F238E27FC236}">
                <a16:creationId xmlns:a16="http://schemas.microsoft.com/office/drawing/2014/main" id="{9E324957-E5CA-638F-0FA2-7AF67E779051}"/>
              </a:ext>
            </a:extLst>
          </p:cNvPr>
          <p:cNvPicPr/>
          <p:nvPr/>
        </p:nvPicPr>
        <p:blipFill>
          <a:blip r:embed="rId4" cstate="email">
            <a:grayscl/>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a:ext>
            </a:extLst>
          </a:blip>
          <a:stretch>
            <a:fillRect/>
          </a:stretch>
        </p:blipFill>
        <p:spPr bwMode="auto">
          <a:xfrm>
            <a:off x="6889033" y="1434241"/>
            <a:ext cx="615006" cy="562661"/>
          </a:xfrm>
          <a:prstGeom prst="ellipse">
            <a:avLst/>
          </a:prstGeom>
          <a:noFill/>
          <a:ln>
            <a:noFill/>
          </a:ln>
          <a:effectLst/>
        </p:spPr>
      </p:pic>
      <p:pic>
        <p:nvPicPr>
          <p:cNvPr id="33" name="Image 32">
            <a:extLst>
              <a:ext uri="{FF2B5EF4-FFF2-40B4-BE49-F238E27FC236}">
                <a16:creationId xmlns:a16="http://schemas.microsoft.com/office/drawing/2014/main" id="{3EBA0446-283A-D268-3C1C-3F149E47247B}"/>
              </a:ext>
            </a:extLst>
          </p:cNvPr>
          <p:cNvPicPr>
            <a:picLocks noChangeAspect="1"/>
          </p:cNvPicPr>
          <p:nvPr/>
        </p:nvPicPr>
        <p:blipFill>
          <a:blip r:embed="rId6">
            <a:grayscl/>
          </a:blip>
          <a:stretch>
            <a:fillRect/>
          </a:stretch>
        </p:blipFill>
        <p:spPr>
          <a:xfrm>
            <a:off x="6933033" y="2803746"/>
            <a:ext cx="527008" cy="527008"/>
          </a:xfrm>
          <a:prstGeom prst="ellipse">
            <a:avLst/>
          </a:prstGeom>
          <a:noFill/>
          <a:ln>
            <a:noFill/>
          </a:ln>
          <a:effectLst/>
        </p:spPr>
      </p:pic>
      <p:sp>
        <p:nvSpPr>
          <p:cNvPr id="34" name="Rectangle : coins arrondis 60">
            <a:extLst>
              <a:ext uri="{FF2B5EF4-FFF2-40B4-BE49-F238E27FC236}">
                <a16:creationId xmlns:a16="http://schemas.microsoft.com/office/drawing/2014/main" id="{19AE2597-285F-3571-7042-19999D7A84A1}"/>
              </a:ext>
            </a:extLst>
          </p:cNvPr>
          <p:cNvSpPr/>
          <p:nvPr/>
        </p:nvSpPr>
        <p:spPr>
          <a:xfrm>
            <a:off x="6444052" y="3452210"/>
            <a:ext cx="1504970" cy="192215"/>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a:solidFill>
                  <a:prstClr val="black"/>
                </a:solidFill>
                <a:ea typeface="+mn-ea"/>
              </a:rPr>
              <a:t>Mohamed EL AMRANI</a:t>
            </a:r>
          </a:p>
          <a:p>
            <a:pPr algn="ctr" defTabSz="914378">
              <a:buClrTx/>
              <a:defRPr/>
            </a:pPr>
            <a:r>
              <a:rPr lang="fr-FR" sz="1050" b="1" i="1" dirty="0">
                <a:solidFill>
                  <a:prstClr val="black"/>
                </a:solidFill>
                <a:ea typeface="+mn-ea"/>
              </a:rPr>
              <a:t>Directeur Data &amp; IA</a:t>
            </a:r>
          </a:p>
        </p:txBody>
      </p:sp>
      <p:pic>
        <p:nvPicPr>
          <p:cNvPr id="35" name="Image 34">
            <a:extLst>
              <a:ext uri="{FF2B5EF4-FFF2-40B4-BE49-F238E27FC236}">
                <a16:creationId xmlns:a16="http://schemas.microsoft.com/office/drawing/2014/main" id="{B565C77D-8CA4-E431-D34C-AF2409BFD95A}"/>
              </a:ext>
            </a:extLst>
          </p:cNvPr>
          <p:cNvPicPr>
            <a:picLocks noChangeAspect="1"/>
          </p:cNvPicPr>
          <p:nvPr/>
        </p:nvPicPr>
        <p:blipFill rotWithShape="1">
          <a:blip r:embed="rId7">
            <a:grayscl/>
          </a:blip>
          <a:srcRect l="23665" t="-1242" r="14957" b="39170"/>
          <a:stretch/>
        </p:blipFill>
        <p:spPr>
          <a:xfrm>
            <a:off x="5716106" y="3651870"/>
            <a:ext cx="606279" cy="613136"/>
          </a:xfrm>
          <a:prstGeom prst="ellipse">
            <a:avLst/>
          </a:prstGeom>
          <a:noFill/>
          <a:ln>
            <a:noFill/>
          </a:ln>
          <a:effectLst/>
        </p:spPr>
      </p:pic>
      <p:sp>
        <p:nvSpPr>
          <p:cNvPr id="36" name="Rectangle : coins arrondis 60">
            <a:extLst>
              <a:ext uri="{FF2B5EF4-FFF2-40B4-BE49-F238E27FC236}">
                <a16:creationId xmlns:a16="http://schemas.microsoft.com/office/drawing/2014/main" id="{19AE2597-285F-3571-7042-19999D7A84A1}"/>
              </a:ext>
            </a:extLst>
          </p:cNvPr>
          <p:cNvSpPr/>
          <p:nvPr/>
        </p:nvSpPr>
        <p:spPr>
          <a:xfrm>
            <a:off x="5257570" y="4421913"/>
            <a:ext cx="1504970" cy="192215"/>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a:solidFill>
                  <a:prstClr val="black"/>
                </a:solidFill>
                <a:ea typeface="+mn-ea"/>
              </a:rPr>
              <a:t>Jalil BENNANI</a:t>
            </a:r>
          </a:p>
          <a:p>
            <a:pPr algn="ctr" defTabSz="914378">
              <a:buClrTx/>
              <a:defRPr/>
            </a:pPr>
            <a:r>
              <a:rPr lang="fr-FR" sz="1050" b="1" i="1" dirty="0">
                <a:solidFill>
                  <a:prstClr val="black"/>
                </a:solidFill>
                <a:ea typeface="+mn-ea"/>
              </a:rPr>
              <a:t>Sr. Consultant Data</a:t>
            </a:r>
          </a:p>
        </p:txBody>
      </p:sp>
      <p:sp>
        <p:nvSpPr>
          <p:cNvPr id="43" name="Rectangle : coins arrondis 60">
            <a:extLst>
              <a:ext uri="{FF2B5EF4-FFF2-40B4-BE49-F238E27FC236}">
                <a16:creationId xmlns:a16="http://schemas.microsoft.com/office/drawing/2014/main" id="{19AE2597-285F-3571-7042-19999D7A84A1}"/>
              </a:ext>
            </a:extLst>
          </p:cNvPr>
          <p:cNvSpPr/>
          <p:nvPr/>
        </p:nvSpPr>
        <p:spPr>
          <a:xfrm>
            <a:off x="7460041" y="4388356"/>
            <a:ext cx="1583654" cy="263276"/>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err="1" smtClean="0">
                <a:solidFill>
                  <a:prstClr val="black"/>
                </a:solidFill>
                <a:ea typeface="+mn-ea"/>
              </a:rPr>
              <a:t>Zine</a:t>
            </a:r>
            <a:r>
              <a:rPr lang="fr-FR" sz="1050" dirty="0" smtClean="0">
                <a:solidFill>
                  <a:prstClr val="black"/>
                </a:solidFill>
                <a:ea typeface="+mn-ea"/>
              </a:rPr>
              <a:t> </a:t>
            </a:r>
            <a:r>
              <a:rPr lang="fr-FR" sz="1050" dirty="0" err="1" smtClean="0">
                <a:solidFill>
                  <a:prstClr val="black"/>
                </a:solidFill>
                <a:ea typeface="+mn-ea"/>
              </a:rPr>
              <a:t>Labidine</a:t>
            </a:r>
            <a:r>
              <a:rPr lang="fr-FR" sz="1050" dirty="0" smtClean="0">
                <a:solidFill>
                  <a:prstClr val="black"/>
                </a:solidFill>
                <a:ea typeface="+mn-ea"/>
              </a:rPr>
              <a:t> EL GHALLAOUI</a:t>
            </a:r>
            <a:endParaRPr lang="fr-FR" sz="1050" dirty="0">
              <a:solidFill>
                <a:prstClr val="black"/>
              </a:solidFill>
              <a:ea typeface="+mn-ea"/>
            </a:endParaRPr>
          </a:p>
          <a:p>
            <a:pPr algn="ctr" defTabSz="914378">
              <a:buClrTx/>
              <a:defRPr/>
            </a:pPr>
            <a:r>
              <a:rPr lang="fr-FR" sz="1050" b="1" i="1" dirty="0">
                <a:solidFill>
                  <a:prstClr val="black"/>
                </a:solidFill>
                <a:ea typeface="+mn-ea"/>
              </a:rPr>
              <a:t>Sr. Data </a:t>
            </a:r>
            <a:r>
              <a:rPr lang="fr-FR" sz="1050" b="1" i="1" dirty="0" err="1">
                <a:solidFill>
                  <a:prstClr val="black"/>
                </a:solidFill>
                <a:ea typeface="+mn-ea"/>
              </a:rPr>
              <a:t>Engineer</a:t>
            </a:r>
            <a:endParaRPr lang="fr-FR" sz="1050" b="1" i="1" dirty="0">
              <a:solidFill>
                <a:prstClr val="black"/>
              </a:solidFill>
              <a:ea typeface="+mn-ea"/>
            </a:endParaRPr>
          </a:p>
        </p:txBody>
      </p:sp>
      <p:sp>
        <p:nvSpPr>
          <p:cNvPr id="41" name="Rectangle 40">
            <a:extLst>
              <a:ext uri="{FF2B5EF4-FFF2-40B4-BE49-F238E27FC236}">
                <a16:creationId xmlns:a16="http://schemas.microsoft.com/office/drawing/2014/main" id="{1E49455E-652D-F771-1179-9F6F82A29697}"/>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4</a:t>
            </a:r>
            <a:endParaRPr lang="fr-FR" sz="2800" b="1" dirty="0">
              <a:solidFill>
                <a:prstClr val="white"/>
              </a:solidFill>
              <a:latin typeface="Rockwell Condensed" pitchFamily="18" charset="0"/>
              <a:ea typeface="Cambria Math" pitchFamily="18" charset="0"/>
              <a:cs typeface="Arial" pitchFamily="34" charset="0"/>
            </a:endParaRPr>
          </a:p>
        </p:txBody>
      </p:sp>
      <p:sp>
        <p:nvSpPr>
          <p:cNvPr id="44" name="Rectangle 2">
            <a:extLst>
              <a:ext uri="{FF2B5EF4-FFF2-40B4-BE49-F238E27FC236}">
                <a16:creationId xmlns:a16="http://schemas.microsoft.com/office/drawing/2014/main" id="{08F6F3F4-D56A-4770-BA5C-A46E6BB24FDB}"/>
              </a:ext>
            </a:extLst>
          </p:cNvPr>
          <p:cNvSpPr txBox="1">
            <a:spLocks noChangeArrowheads="1"/>
          </p:cNvSpPr>
          <p:nvPr/>
        </p:nvSpPr>
        <p:spPr bwMode="auto">
          <a:xfrm>
            <a:off x="611560" y="86918"/>
            <a:ext cx="5832492" cy="619125"/>
          </a:xfrm>
          <a:prstGeom prst="rect">
            <a:avLst/>
          </a:prstGeom>
          <a:noFill/>
          <a:ln w="9525" algn="ctr">
            <a:noFill/>
            <a:miter lim="800000"/>
            <a:headEnd/>
            <a:tailEnd/>
          </a:ln>
        </p:spPr>
        <p:txBody>
          <a:bodyPr vert="horz" wrap="square" lIns="0" tIns="38947" rIns="0" bIns="38947" numCol="1" anchor="ctr" anchorCtr="0" compatLnSpc="1">
            <a:prstTxWarp prst="textNoShape">
              <a:avLst/>
            </a:prstTxWarp>
          </a:bodyPr>
          <a:lstStyle/>
          <a:p>
            <a:pPr defTabSz="914378">
              <a:defRPr/>
            </a:pPr>
            <a:r>
              <a:rPr lang="fr-FR" sz="1700" b="1" dirty="0">
                <a:solidFill>
                  <a:srgbClr val="3B3B3B"/>
                </a:solidFill>
                <a:ea typeface="+mn-ea"/>
              </a:rPr>
              <a:t>Gouvernance projet</a:t>
            </a:r>
            <a:endParaRPr lang="fr-FR" sz="1600" i="1" dirty="0">
              <a:solidFill>
                <a:srgbClr val="3B3B3B"/>
              </a:solidFill>
              <a:ea typeface="+mn-ea"/>
            </a:endParaRPr>
          </a:p>
        </p:txBody>
      </p:sp>
      <p:sp>
        <p:nvSpPr>
          <p:cNvPr id="2" name="Rectangle : coins arrondis 1">
            <a:extLst>
              <a:ext uri="{FF2B5EF4-FFF2-40B4-BE49-F238E27FC236}">
                <a16:creationId xmlns:a16="http://schemas.microsoft.com/office/drawing/2014/main" id="{DF582DB2-3CE1-336F-2AE2-B05AC018B964}"/>
              </a:ext>
            </a:extLst>
          </p:cNvPr>
          <p:cNvSpPr/>
          <p:nvPr/>
        </p:nvSpPr>
        <p:spPr>
          <a:xfrm>
            <a:off x="3252161" y="2736038"/>
            <a:ext cx="1504970" cy="192215"/>
          </a:xfrm>
          <a:prstGeom prst="roundRect">
            <a:avLst>
              <a:gd name="adj" fmla="val 8554"/>
            </a:avLst>
          </a:prstGeom>
          <a:noFill/>
          <a:ln w="9525" cap="flat" cmpd="sng" algn="ctr">
            <a:noFill/>
            <a:prstDash val="solid"/>
          </a:ln>
          <a:effectLst/>
        </p:spPr>
        <p:txBody>
          <a:bodyPr lIns="0" tIns="0" rIns="0" bIns="0" rtlCol="0" anchor="ctr"/>
          <a:lstStyle/>
          <a:p>
            <a:pPr algn="ctr" defTabSz="914378">
              <a:buClrTx/>
              <a:defRPr/>
            </a:pPr>
            <a:r>
              <a:rPr lang="fr-FR" sz="1050" dirty="0" smtClean="0">
                <a:solidFill>
                  <a:prstClr val="black"/>
                </a:solidFill>
                <a:ea typeface="+mn-ea"/>
              </a:rPr>
              <a:t>Sara EL ALAOUI</a:t>
            </a:r>
            <a:endParaRPr lang="fr-FR" sz="1050" dirty="0">
              <a:solidFill>
                <a:prstClr val="black"/>
              </a:solidFill>
              <a:ea typeface="+mn-ea"/>
            </a:endParaRPr>
          </a:p>
          <a:p>
            <a:pPr algn="ctr" defTabSz="914378">
              <a:buClrTx/>
              <a:defRPr/>
            </a:pPr>
            <a:r>
              <a:rPr lang="fr-FR" sz="1050" b="1" i="1" dirty="0" smtClean="0">
                <a:solidFill>
                  <a:prstClr val="black"/>
                </a:solidFill>
                <a:ea typeface="+mn-ea"/>
              </a:rPr>
              <a:t>PMO</a:t>
            </a:r>
            <a:endParaRPr lang="fr-FR" sz="1050" b="1" i="1" dirty="0">
              <a:solidFill>
                <a:prstClr val="black"/>
              </a:solidFill>
              <a:ea typeface="+mn-ea"/>
            </a:endParaRPr>
          </a:p>
        </p:txBody>
      </p:sp>
      <p:pic>
        <p:nvPicPr>
          <p:cNvPr id="47" name="Image 46"/>
          <p:cNvPicPr>
            <a:picLocks noChangeAspect="1"/>
          </p:cNvPicPr>
          <p:nvPr/>
        </p:nvPicPr>
        <p:blipFill>
          <a:blip r:embed="rId8"/>
          <a:stretch>
            <a:fillRect/>
          </a:stretch>
        </p:blipFill>
        <p:spPr>
          <a:xfrm>
            <a:off x="6891377" y="122934"/>
            <a:ext cx="920983" cy="504600"/>
          </a:xfrm>
          <a:prstGeom prst="rect">
            <a:avLst/>
          </a:prstGeom>
        </p:spPr>
      </p:pic>
      <p:pic>
        <p:nvPicPr>
          <p:cNvPr id="48" name="Image 47"/>
          <p:cNvPicPr>
            <a:picLocks noChangeAspect="1"/>
          </p:cNvPicPr>
          <p:nvPr/>
        </p:nvPicPr>
        <p:blipFill>
          <a:blip r:embed="rId8"/>
          <a:stretch>
            <a:fillRect/>
          </a:stretch>
        </p:blipFill>
        <p:spPr>
          <a:xfrm>
            <a:off x="2388612" y="2162358"/>
            <a:ext cx="920983" cy="504600"/>
          </a:xfrm>
          <a:prstGeom prst="rect">
            <a:avLst/>
          </a:prstGeom>
        </p:spPr>
      </p:pic>
      <p:pic>
        <p:nvPicPr>
          <p:cNvPr id="132098" name="Picture 2" descr="Photo de profil de Zine labidine El Ghallaoui"/>
          <p:cNvPicPr>
            <a:picLocks noChangeAspect="1" noChangeArrowheads="1"/>
          </p:cNvPicPr>
          <p:nvPr/>
        </p:nvPicPr>
        <p:blipFill>
          <a:blip r:embed="rId9">
            <a:grayscl/>
            <a:extLst>
              <a:ext uri="{28A0092B-C50C-407E-A947-70E740481C1C}">
                <a14:useLocalDpi xmlns:a14="http://schemas.microsoft.com/office/drawing/2010/main" val="0"/>
              </a:ext>
            </a:extLst>
          </a:blip>
          <a:srcRect/>
          <a:stretch>
            <a:fillRect/>
          </a:stretch>
        </p:blipFill>
        <p:spPr bwMode="auto">
          <a:xfrm>
            <a:off x="7919304" y="3651870"/>
            <a:ext cx="613136" cy="613136"/>
          </a:xfrm>
          <a:prstGeom prst="ellipse">
            <a:avLst/>
          </a:prstGeom>
          <a:noFill/>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2771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a:buClrTx/>
              <a:defRPr/>
            </a:pPr>
            <a:endParaRPr lang="fr-FR" sz="1350" kern="1200">
              <a:solidFill>
                <a:srgbClr val="051922"/>
              </a:solidFill>
              <a:ea typeface="+mn-ea"/>
              <a:cs typeface="+mn-cs"/>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585589" y="268518"/>
            <a:ext cx="7206242" cy="718031"/>
          </a:xfrm>
        </p:spPr>
        <p:txBody>
          <a:bodyPr/>
          <a:lstStyle/>
          <a:p>
            <a:r>
              <a:rPr lang="fr-FR" dirty="0" smtClean="0">
                <a:latin typeface="Arial" panose="020B0604020202020204" pitchFamily="34" charset="0"/>
                <a:cs typeface="Arial" panose="020B0604020202020204" pitchFamily="34" charset="0"/>
              </a:rPr>
              <a:t>NEXT STEPS</a:t>
            </a: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4"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5"/>
          <a:stretch>
            <a:fillRect/>
          </a:stretch>
        </p:blipFill>
        <p:spPr>
          <a:xfrm>
            <a:off x="6891377" y="122934"/>
            <a:ext cx="920983" cy="504600"/>
          </a:xfrm>
          <a:prstGeom prst="rect">
            <a:avLst/>
          </a:prstGeom>
        </p:spPr>
      </p:pic>
      <p:sp>
        <p:nvSpPr>
          <p:cNvPr id="31" name="Rectangle 30">
            <a:extLst>
              <a:ext uri="{FF2B5EF4-FFF2-40B4-BE49-F238E27FC236}">
                <a16:creationId xmlns:a16="http://schemas.microsoft.com/office/drawing/2014/main" id="{A0469C42-FB92-ED37-2874-BBE4D63FB6D3}"/>
              </a:ext>
            </a:extLst>
          </p:cNvPr>
          <p:cNvSpPr/>
          <p:nvPr>
            <p:custDataLst>
              <p:tags r:id="rId1"/>
            </p:custDataLst>
          </p:nvPr>
        </p:nvSpPr>
        <p:spPr>
          <a:xfrm>
            <a:off x="162455" y="100933"/>
            <a:ext cx="323193" cy="540569"/>
          </a:xfrm>
          <a:prstGeom prst="rect">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indent="-342892" algn="ctr" defTabSz="914378">
              <a:buSzPct val="100000"/>
              <a:defRPr/>
            </a:pPr>
            <a:r>
              <a:rPr lang="fr-FR" sz="2800" b="1" dirty="0" smtClean="0">
                <a:solidFill>
                  <a:prstClr val="white"/>
                </a:solidFill>
                <a:latin typeface="Rockwell Condensed" pitchFamily="18" charset="0"/>
                <a:ea typeface="Cambria Math" pitchFamily="18" charset="0"/>
                <a:cs typeface="Arial" pitchFamily="34" charset="0"/>
              </a:rPr>
              <a:t>5</a:t>
            </a:r>
            <a:endParaRPr lang="fr-FR" sz="2800" b="1" dirty="0">
              <a:solidFill>
                <a:prstClr val="white"/>
              </a:solidFill>
              <a:latin typeface="Rockwell Condensed" pitchFamily="18" charset="0"/>
              <a:ea typeface="Cambria Math" pitchFamily="18" charset="0"/>
              <a:cs typeface="Arial" pitchFamily="34" charset="0"/>
            </a:endParaRPr>
          </a:p>
        </p:txBody>
      </p:sp>
      <p:graphicFrame>
        <p:nvGraphicFramePr>
          <p:cNvPr id="7" name="Tableau 6"/>
          <p:cNvGraphicFramePr>
            <a:graphicFrameLocks noGrp="1"/>
          </p:cNvGraphicFramePr>
          <p:nvPr>
            <p:extLst>
              <p:ext uri="{D42A27DB-BD31-4B8C-83A1-F6EECF244321}">
                <p14:modId xmlns:p14="http://schemas.microsoft.com/office/powerpoint/2010/main" val="1361636011"/>
              </p:ext>
            </p:extLst>
          </p:nvPr>
        </p:nvGraphicFramePr>
        <p:xfrm>
          <a:off x="774195" y="1697977"/>
          <a:ext cx="7453166" cy="2099016"/>
        </p:xfrm>
        <a:graphic>
          <a:graphicData uri="http://schemas.openxmlformats.org/drawingml/2006/table">
            <a:tbl>
              <a:tblPr firstRow="1" bandRow="1">
                <a:tableStyleId>{21E4AEA4-8DFA-4A89-87EB-49C32662AFE0}</a:tableStyleId>
              </a:tblPr>
              <a:tblGrid>
                <a:gridCol w="4014344">
                  <a:extLst>
                    <a:ext uri="{9D8B030D-6E8A-4147-A177-3AD203B41FA5}">
                      <a16:colId xmlns:a16="http://schemas.microsoft.com/office/drawing/2014/main" val="3684293086"/>
                    </a:ext>
                  </a:extLst>
                </a:gridCol>
                <a:gridCol w="1512168">
                  <a:extLst>
                    <a:ext uri="{9D8B030D-6E8A-4147-A177-3AD203B41FA5}">
                      <a16:colId xmlns:a16="http://schemas.microsoft.com/office/drawing/2014/main" val="2404158424"/>
                    </a:ext>
                  </a:extLst>
                </a:gridCol>
                <a:gridCol w="1926654">
                  <a:extLst>
                    <a:ext uri="{9D8B030D-6E8A-4147-A177-3AD203B41FA5}">
                      <a16:colId xmlns:a16="http://schemas.microsoft.com/office/drawing/2014/main" val="354815925"/>
                    </a:ext>
                  </a:extLst>
                </a:gridCol>
              </a:tblGrid>
              <a:tr h="331214">
                <a:tc>
                  <a:txBody>
                    <a:bodyPr/>
                    <a:lstStyle/>
                    <a:p>
                      <a:pPr algn="ctr"/>
                      <a:r>
                        <a:rPr lang="fr-FR" sz="1100" dirty="0" smtClean="0">
                          <a:solidFill>
                            <a:sysClr val="windowText" lastClr="000000"/>
                          </a:solidFill>
                        </a:rPr>
                        <a:t>Action</a:t>
                      </a:r>
                      <a:endParaRPr lang="fr-FR" sz="1100" dirty="0">
                        <a:solidFill>
                          <a:sysClr val="windowText" lastClr="000000"/>
                        </a:solidFill>
                      </a:endParaRPr>
                    </a:p>
                  </a:txBody>
                  <a:tcPr anchor="ctr">
                    <a:solidFill>
                      <a:srgbClr val="FFC000"/>
                    </a:solidFill>
                  </a:tcPr>
                </a:tc>
                <a:tc>
                  <a:txBody>
                    <a:bodyPr/>
                    <a:lstStyle/>
                    <a:p>
                      <a:pPr algn="ctr"/>
                      <a:r>
                        <a:rPr lang="fr-FR" sz="1100" dirty="0" smtClean="0">
                          <a:solidFill>
                            <a:sysClr val="windowText" lastClr="000000"/>
                          </a:solidFill>
                        </a:rPr>
                        <a:t>Acteur</a:t>
                      </a:r>
                      <a:endParaRPr lang="fr-FR" sz="1100" dirty="0">
                        <a:solidFill>
                          <a:sysClr val="windowText" lastClr="000000"/>
                        </a:solidFill>
                      </a:endParaRPr>
                    </a:p>
                  </a:txBody>
                  <a:tcPr anchor="ctr">
                    <a:solidFill>
                      <a:srgbClr val="FFC000"/>
                    </a:solidFill>
                  </a:tcPr>
                </a:tc>
                <a:tc>
                  <a:txBody>
                    <a:bodyPr/>
                    <a:lstStyle/>
                    <a:p>
                      <a:pPr algn="ctr"/>
                      <a:r>
                        <a:rPr lang="fr-FR" sz="1100" dirty="0" smtClean="0">
                          <a:solidFill>
                            <a:sysClr val="windowText" lastClr="000000"/>
                          </a:solidFill>
                        </a:rPr>
                        <a:t>Date d’échéance</a:t>
                      </a:r>
                      <a:endParaRPr lang="fr-FR" sz="1100" dirty="0">
                        <a:solidFill>
                          <a:sysClr val="windowText" lastClr="000000"/>
                        </a:solidFill>
                      </a:endParaRPr>
                    </a:p>
                  </a:txBody>
                  <a:tcPr anchor="ctr">
                    <a:solidFill>
                      <a:srgbClr val="FFC000"/>
                    </a:solidFill>
                  </a:tcPr>
                </a:tc>
                <a:extLst>
                  <a:ext uri="{0D108BD9-81ED-4DB2-BD59-A6C34878D82A}">
                    <a16:rowId xmlns:a16="http://schemas.microsoft.com/office/drawing/2014/main" val="820332559"/>
                  </a:ext>
                </a:extLst>
              </a:tr>
              <a:tr h="410557">
                <a:tc>
                  <a:txBody>
                    <a:bodyPr/>
                    <a:lstStyle/>
                    <a:p>
                      <a:r>
                        <a:rPr lang="fr-FR" sz="1050" b="1" i="0" dirty="0" smtClean="0">
                          <a:solidFill>
                            <a:schemeClr val="dk1"/>
                          </a:solidFill>
                        </a:rPr>
                        <a:t>Finaliser le paramétrage</a:t>
                      </a:r>
                      <a:r>
                        <a:rPr lang="fr-FR" sz="1050" b="0" i="0" baseline="0" dirty="0" smtClean="0">
                          <a:solidFill>
                            <a:schemeClr val="dk1"/>
                          </a:solidFill>
                        </a:rPr>
                        <a:t> </a:t>
                      </a:r>
                      <a:r>
                        <a:rPr lang="fr-FR" sz="1050" b="1" i="0" baseline="0" dirty="0" smtClean="0">
                          <a:solidFill>
                            <a:schemeClr val="dk1"/>
                          </a:solidFill>
                        </a:rPr>
                        <a:t>et déploiement </a:t>
                      </a:r>
                      <a:r>
                        <a:rPr lang="fr-FR" sz="1050" b="0" i="0" baseline="0" dirty="0" smtClean="0">
                          <a:solidFill>
                            <a:schemeClr val="dk1"/>
                          </a:solidFill>
                        </a:rPr>
                        <a:t>de la Data Plateforme</a:t>
                      </a:r>
                      <a:endParaRPr lang="fr-FR" sz="800" b="0" i="1" dirty="0">
                        <a:solidFill>
                          <a:schemeClr val="tx1"/>
                        </a:solidFill>
                      </a:endParaRPr>
                    </a:p>
                  </a:txBody>
                  <a:tcPr anchor="ctr"/>
                </a:tc>
                <a:tc>
                  <a:txBody>
                    <a:bodyPr/>
                    <a:lstStyle/>
                    <a:p>
                      <a:pPr algn="ctr"/>
                      <a:r>
                        <a:rPr lang="fr-FR" sz="1100" b="1" dirty="0" smtClean="0"/>
                        <a:t>SEVEN</a:t>
                      </a:r>
                      <a:endParaRPr lang="fr-FR" sz="1100" b="1" dirty="0"/>
                    </a:p>
                  </a:txBody>
                  <a:tcPr anchor="ctr"/>
                </a:tc>
                <a:tc>
                  <a:txBody>
                    <a:bodyPr/>
                    <a:lstStyle/>
                    <a:p>
                      <a:pPr algn="ctr"/>
                      <a:r>
                        <a:rPr lang="fr-FR" sz="1100" b="1" i="1" dirty="0" smtClean="0"/>
                        <a:t>09/05</a:t>
                      </a:r>
                      <a:endParaRPr lang="fr-FR" sz="1100" b="1" i="1" dirty="0"/>
                    </a:p>
                  </a:txBody>
                  <a:tcPr anchor="ctr"/>
                </a:tc>
                <a:extLst>
                  <a:ext uri="{0D108BD9-81ED-4DB2-BD59-A6C34878D82A}">
                    <a16:rowId xmlns:a16="http://schemas.microsoft.com/office/drawing/2014/main" val="865793213"/>
                  </a:ext>
                </a:extLst>
              </a:tr>
              <a:tr h="410557">
                <a:tc>
                  <a:txBody>
                    <a:bodyPr/>
                    <a:lstStyle/>
                    <a:p>
                      <a:r>
                        <a:rPr lang="fr-FR" sz="1050" b="1" i="0" dirty="0" smtClean="0">
                          <a:solidFill>
                            <a:schemeClr val="dk1"/>
                          </a:solidFill>
                        </a:rPr>
                        <a:t>Prioriser et initier</a:t>
                      </a:r>
                      <a:r>
                        <a:rPr lang="fr-FR" sz="1050" b="1" i="0" baseline="0" dirty="0" smtClean="0">
                          <a:solidFill>
                            <a:schemeClr val="dk1"/>
                          </a:solidFill>
                        </a:rPr>
                        <a:t> les développements des </a:t>
                      </a:r>
                      <a:r>
                        <a:rPr lang="fr-FR" sz="1050" b="1" i="0" baseline="0" dirty="0" err="1" smtClean="0">
                          <a:solidFill>
                            <a:schemeClr val="dk1"/>
                          </a:solidFill>
                        </a:rPr>
                        <a:t>KPIs</a:t>
                      </a:r>
                      <a:r>
                        <a:rPr lang="fr-FR" sz="1050" b="1" i="0" baseline="0" dirty="0" smtClean="0">
                          <a:solidFill>
                            <a:schemeClr val="dk1"/>
                          </a:solidFill>
                        </a:rPr>
                        <a:t> validés </a:t>
                      </a:r>
                      <a:r>
                        <a:rPr lang="fr-FR" sz="1050" b="0" i="0" baseline="0" dirty="0" smtClean="0">
                          <a:solidFill>
                            <a:schemeClr val="dk1"/>
                          </a:solidFill>
                        </a:rPr>
                        <a:t>fonctionnellement et techniquement</a:t>
                      </a:r>
                      <a:endParaRPr lang="fr-FR" sz="800" b="0" i="1" dirty="0">
                        <a:solidFill>
                          <a:schemeClr val="tx1"/>
                        </a:solidFill>
                      </a:endParaRPr>
                    </a:p>
                  </a:txBody>
                  <a:tcPr anchor="ctr"/>
                </a:tc>
                <a:tc>
                  <a:txBody>
                    <a:bodyPr/>
                    <a:lstStyle/>
                    <a:p>
                      <a:pPr algn="ctr"/>
                      <a:r>
                        <a:rPr lang="fr-FR" sz="1100" b="1" dirty="0" smtClean="0"/>
                        <a:t>SEVEN</a:t>
                      </a:r>
                      <a:endParaRPr lang="fr-FR" sz="1100" b="1" dirty="0"/>
                    </a:p>
                  </a:txBody>
                  <a:tcPr anchor="ctr"/>
                </a:tc>
                <a:tc>
                  <a:txBody>
                    <a:bodyPr/>
                    <a:lstStyle/>
                    <a:p>
                      <a:pPr algn="ctr"/>
                      <a:r>
                        <a:rPr lang="fr-FR" sz="1100" b="1" i="1" dirty="0" smtClean="0"/>
                        <a:t>09/05</a:t>
                      </a:r>
                      <a:endParaRPr lang="fr-FR" sz="1100" b="1" i="1" dirty="0"/>
                    </a:p>
                  </a:txBody>
                  <a:tcPr anchor="ctr"/>
                </a:tc>
                <a:extLst>
                  <a:ext uri="{0D108BD9-81ED-4DB2-BD59-A6C34878D82A}">
                    <a16:rowId xmlns:a16="http://schemas.microsoft.com/office/drawing/2014/main" val="3022926277"/>
                  </a:ext>
                </a:extLst>
              </a:tr>
              <a:tr h="472421">
                <a:tc>
                  <a:txBody>
                    <a:bodyPr/>
                    <a:lstStyle/>
                    <a:p>
                      <a:pPr marL="0" marR="0" lvl="0" indent="0" algn="l" defTabSz="778809"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dirty="0" smtClean="0">
                          <a:ln>
                            <a:noFill/>
                          </a:ln>
                          <a:solidFill>
                            <a:prstClr val="black"/>
                          </a:solidFill>
                          <a:effectLst/>
                          <a:uLnTx/>
                          <a:uFillTx/>
                          <a:latin typeface="+mn-lt"/>
                          <a:ea typeface="+mn-ea"/>
                          <a:cs typeface="+mn-cs"/>
                        </a:rPr>
                        <a:t>Organiser des ateliers de spécifications </a:t>
                      </a:r>
                      <a:r>
                        <a:rPr kumimoji="0" lang="fr-FR" sz="1050" b="0" i="0" u="none" strike="noStrike" kern="1200" cap="none" spc="0" normalizeH="0" baseline="0" noProof="0" dirty="0" smtClean="0">
                          <a:ln>
                            <a:noFill/>
                          </a:ln>
                          <a:solidFill>
                            <a:prstClr val="black"/>
                          </a:solidFill>
                          <a:effectLst/>
                          <a:uLnTx/>
                          <a:uFillTx/>
                          <a:latin typeface="+mn-lt"/>
                          <a:ea typeface="+mn-ea"/>
                          <a:cs typeface="+mn-cs"/>
                        </a:rPr>
                        <a:t>pour les </a:t>
                      </a:r>
                      <a:r>
                        <a:rPr kumimoji="0" lang="fr-FR" sz="1050" b="0" i="0" u="none" strike="noStrike" kern="1200" cap="none" spc="0" normalizeH="0" baseline="0" noProof="0" dirty="0" err="1" smtClean="0">
                          <a:ln>
                            <a:noFill/>
                          </a:ln>
                          <a:solidFill>
                            <a:prstClr val="black"/>
                          </a:solidFill>
                          <a:effectLst/>
                          <a:uLnTx/>
                          <a:uFillTx/>
                          <a:latin typeface="+mn-lt"/>
                          <a:ea typeface="+mn-ea"/>
                          <a:cs typeface="+mn-cs"/>
                        </a:rPr>
                        <a:t>KPIs</a:t>
                      </a:r>
                      <a:r>
                        <a:rPr kumimoji="0" lang="fr-FR" sz="1050" b="0" i="0" u="none" strike="noStrike" kern="1200" cap="none" spc="0" normalizeH="0" baseline="0" noProof="0" dirty="0" smtClean="0">
                          <a:ln>
                            <a:noFill/>
                          </a:ln>
                          <a:solidFill>
                            <a:prstClr val="black"/>
                          </a:solidFill>
                          <a:effectLst/>
                          <a:uLnTx/>
                          <a:uFillTx/>
                          <a:latin typeface="+mn-lt"/>
                          <a:ea typeface="+mn-ea"/>
                          <a:cs typeface="+mn-cs"/>
                        </a:rPr>
                        <a:t> de Tarification avec l’entité Finance.</a:t>
                      </a:r>
                    </a:p>
                  </a:txBody>
                  <a:tcPr anchor="ctr"/>
                </a:tc>
                <a:tc>
                  <a:txBody>
                    <a:bodyPr/>
                    <a:lstStyle/>
                    <a:p>
                      <a:pPr algn="ctr"/>
                      <a:r>
                        <a:rPr lang="fr-FR" sz="1100" b="1" dirty="0" smtClean="0"/>
                        <a:t>SEVEN / EQDOM</a:t>
                      </a:r>
                      <a:endParaRPr lang="fr-FR" sz="1100" b="1" dirty="0"/>
                    </a:p>
                  </a:txBody>
                  <a:tcPr anchor="ctr"/>
                </a:tc>
                <a:tc>
                  <a:txBody>
                    <a:bodyPr/>
                    <a:lstStyle/>
                    <a:p>
                      <a:pPr algn="ctr"/>
                      <a:r>
                        <a:rPr lang="fr-FR" sz="1100" b="1" i="1" dirty="0" smtClean="0"/>
                        <a:t>Mi-Mai</a:t>
                      </a:r>
                      <a:endParaRPr lang="fr-FR" sz="1100" b="1" i="1" dirty="0"/>
                    </a:p>
                  </a:txBody>
                  <a:tcPr anchor="ctr"/>
                </a:tc>
                <a:extLst>
                  <a:ext uri="{0D108BD9-81ED-4DB2-BD59-A6C34878D82A}">
                    <a16:rowId xmlns:a16="http://schemas.microsoft.com/office/drawing/2014/main" val="2290811057"/>
                  </a:ext>
                </a:extLst>
              </a:tr>
              <a:tr h="472421">
                <a:tc>
                  <a:txBody>
                    <a:bodyPr/>
                    <a:lstStyle/>
                    <a:p>
                      <a:pPr marL="0" marR="0" lvl="0" indent="0" algn="l" defTabSz="778809"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dirty="0" smtClean="0">
                          <a:ln>
                            <a:noFill/>
                          </a:ln>
                          <a:solidFill>
                            <a:prstClr val="black"/>
                          </a:solidFill>
                          <a:effectLst/>
                          <a:uLnTx/>
                          <a:uFillTx/>
                          <a:latin typeface="+mn-lt"/>
                          <a:ea typeface="+mn-ea"/>
                          <a:cs typeface="+mn-cs"/>
                        </a:rPr>
                        <a:t>Organiser des ateliers de spécifications </a:t>
                      </a:r>
                      <a:r>
                        <a:rPr kumimoji="0" lang="fr-FR" sz="1050" b="0" i="0" u="none" strike="noStrike" kern="1200" cap="none" spc="0" normalizeH="0" baseline="0" noProof="0" dirty="0" smtClean="0">
                          <a:ln>
                            <a:noFill/>
                          </a:ln>
                          <a:solidFill>
                            <a:prstClr val="black"/>
                          </a:solidFill>
                          <a:effectLst/>
                          <a:uLnTx/>
                          <a:uFillTx/>
                          <a:latin typeface="+mn-lt"/>
                          <a:ea typeface="+mn-ea"/>
                          <a:cs typeface="+mn-cs"/>
                        </a:rPr>
                        <a:t>pour les </a:t>
                      </a:r>
                      <a:r>
                        <a:rPr kumimoji="0" lang="fr-FR" sz="1050" b="0" i="0" u="none" strike="noStrike" kern="1200" cap="none" spc="0" normalizeH="0" baseline="0" noProof="0" dirty="0" err="1" smtClean="0">
                          <a:ln>
                            <a:noFill/>
                          </a:ln>
                          <a:solidFill>
                            <a:prstClr val="black"/>
                          </a:solidFill>
                          <a:effectLst/>
                          <a:uLnTx/>
                          <a:uFillTx/>
                          <a:latin typeface="+mn-lt"/>
                          <a:ea typeface="+mn-ea"/>
                          <a:cs typeface="+mn-cs"/>
                        </a:rPr>
                        <a:t>KPIs</a:t>
                      </a:r>
                      <a:r>
                        <a:rPr kumimoji="0" lang="fr-FR" sz="1050" b="0" i="0" u="none" strike="noStrike" kern="1200" cap="none" spc="0" normalizeH="0" baseline="0" noProof="0" dirty="0" smtClean="0">
                          <a:ln>
                            <a:noFill/>
                          </a:ln>
                          <a:solidFill>
                            <a:prstClr val="black"/>
                          </a:solidFill>
                          <a:effectLst/>
                          <a:uLnTx/>
                          <a:uFillTx/>
                          <a:latin typeface="+mn-lt"/>
                          <a:ea typeface="+mn-ea"/>
                          <a:cs typeface="+mn-cs"/>
                        </a:rPr>
                        <a:t> de Recouvrement avec l’entité Recouvrement.</a:t>
                      </a:r>
                    </a:p>
                  </a:txBody>
                  <a:tcPr anchor="ctr"/>
                </a:tc>
                <a:tc>
                  <a:txBody>
                    <a:bodyPr/>
                    <a:lstStyle/>
                    <a:p>
                      <a:pPr algn="ctr"/>
                      <a:r>
                        <a:rPr lang="fr-FR" sz="1100" b="1" dirty="0" smtClean="0"/>
                        <a:t>SEVEN / EQDOM</a:t>
                      </a:r>
                      <a:endParaRPr lang="fr-FR" sz="1100" b="1" dirty="0"/>
                    </a:p>
                  </a:txBody>
                  <a:tcPr anchor="ctr"/>
                </a:tc>
                <a:tc>
                  <a:txBody>
                    <a:bodyPr/>
                    <a:lstStyle/>
                    <a:p>
                      <a:pPr algn="ctr"/>
                      <a:r>
                        <a:rPr lang="fr-FR" sz="1100" b="1" i="1" dirty="0" smtClean="0"/>
                        <a:t>Mi-Mai</a:t>
                      </a:r>
                      <a:endParaRPr lang="fr-FR" sz="1100" b="1" i="1" dirty="0"/>
                    </a:p>
                  </a:txBody>
                  <a:tcPr anchor="ctr"/>
                </a:tc>
                <a:extLst>
                  <a:ext uri="{0D108BD9-81ED-4DB2-BD59-A6C34878D82A}">
                    <a16:rowId xmlns:a16="http://schemas.microsoft.com/office/drawing/2014/main" val="2511140483"/>
                  </a:ext>
                </a:extLst>
              </a:tr>
            </a:tbl>
          </a:graphicData>
        </a:graphic>
      </p:graphicFrame>
      <p:sp>
        <p:nvSpPr>
          <p:cNvPr id="9" name="Espace réservé du texte 6">
            <a:extLst>
              <a:ext uri="{FF2B5EF4-FFF2-40B4-BE49-F238E27FC236}">
                <a16:creationId xmlns:a16="http://schemas.microsoft.com/office/drawing/2014/main" id="{7B9C299B-7F22-0F53-7BFE-C953BA9FBE9A}"/>
              </a:ext>
            </a:extLst>
          </p:cNvPr>
          <p:cNvSpPr txBox="1">
            <a:spLocks/>
          </p:cNvSpPr>
          <p:nvPr/>
        </p:nvSpPr>
        <p:spPr>
          <a:xfrm>
            <a:off x="494826" y="1161379"/>
            <a:ext cx="8138057" cy="472057"/>
          </a:xfrm>
          <a:prstGeom prst="rect">
            <a:avLst/>
          </a:prstGeom>
        </p:spPr>
        <p:txBody>
          <a:bodyPr vert="horz" lIns="68580" tIns="34290" rIns="68580" bIns="34290" rtlCol="0" anchor="t" anchorCtr="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1" kern="1200" dirty="0">
                <a:solidFill>
                  <a:schemeClr val="tx1"/>
                </a:solidFill>
                <a:latin typeface="Arial"/>
                <a:ea typeface="Arial" charset="0"/>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fr-FR" sz="1100" b="1" i="0" u="none" strike="noStrike" kern="1200" cap="none" spc="0" normalizeH="0" baseline="0" noProof="0" dirty="0" smtClean="0">
                <a:ln>
                  <a:noFill/>
                </a:ln>
                <a:solidFill>
                  <a:sysClr val="windowText" lastClr="000000"/>
                </a:solidFill>
                <a:effectLst/>
                <a:uLnTx/>
                <a:uFillTx/>
                <a:latin typeface="Arial"/>
                <a:cs typeface="Arial"/>
              </a:rPr>
              <a:t>Ci-dessous les</a:t>
            </a:r>
            <a:r>
              <a:rPr kumimoji="0" lang="fr-FR" sz="1100" b="1" i="0" u="none" strike="noStrike" kern="1200" cap="none" spc="0" normalizeH="0" noProof="0" dirty="0" smtClean="0">
                <a:ln>
                  <a:noFill/>
                </a:ln>
                <a:solidFill>
                  <a:sysClr val="windowText" lastClr="000000"/>
                </a:solidFill>
                <a:effectLst/>
                <a:uLnTx/>
                <a:uFillTx/>
                <a:latin typeface="Arial"/>
                <a:cs typeface="Arial"/>
              </a:rPr>
              <a:t> </a:t>
            </a:r>
            <a:r>
              <a:rPr kumimoji="0" lang="fr-FR" sz="1100" b="1" i="0" u="none" strike="noStrike" kern="1200" cap="none" spc="0" normalizeH="0" noProof="0" dirty="0" err="1" smtClean="0">
                <a:ln>
                  <a:noFill/>
                </a:ln>
                <a:solidFill>
                  <a:sysClr val="windowText" lastClr="000000"/>
                </a:solidFill>
                <a:effectLst/>
                <a:uLnTx/>
                <a:uFillTx/>
                <a:latin typeface="Arial"/>
                <a:cs typeface="Arial"/>
              </a:rPr>
              <a:t>nexts</a:t>
            </a:r>
            <a:r>
              <a:rPr kumimoji="0" lang="fr-FR" sz="1100" b="1" i="0" u="none" strike="noStrike" kern="1200" cap="none" spc="0" normalizeH="0" noProof="0" dirty="0" smtClean="0">
                <a:ln>
                  <a:noFill/>
                </a:ln>
                <a:solidFill>
                  <a:sysClr val="windowText" lastClr="000000"/>
                </a:solidFill>
                <a:effectLst/>
                <a:uLnTx/>
                <a:uFillTx/>
                <a:latin typeface="Arial"/>
                <a:cs typeface="Arial"/>
              </a:rPr>
              <a:t> </a:t>
            </a:r>
            <a:r>
              <a:rPr kumimoji="0" lang="fr-FR" sz="1100" b="1" i="0" u="none" strike="noStrike" kern="1200" cap="none" spc="0" normalizeH="0" noProof="0" dirty="0" err="1" smtClean="0">
                <a:ln>
                  <a:noFill/>
                </a:ln>
                <a:solidFill>
                  <a:sysClr val="windowText" lastClr="000000"/>
                </a:solidFill>
                <a:effectLst/>
                <a:uLnTx/>
                <a:uFillTx/>
                <a:latin typeface="Arial"/>
                <a:cs typeface="Arial"/>
              </a:rPr>
              <a:t>steps</a:t>
            </a:r>
            <a:r>
              <a:rPr kumimoji="0" lang="fr-FR" sz="1100" b="1" i="0" u="none" strike="noStrike" kern="1200" cap="none" spc="0" normalizeH="0" noProof="0" dirty="0" smtClean="0">
                <a:ln>
                  <a:noFill/>
                </a:ln>
                <a:solidFill>
                  <a:sysClr val="windowText" lastClr="000000"/>
                </a:solidFill>
                <a:effectLst/>
                <a:uLnTx/>
                <a:uFillTx/>
                <a:latin typeface="Arial"/>
                <a:cs typeface="Arial"/>
              </a:rPr>
              <a:t> prioritaires sur les semaines à venir :</a:t>
            </a:r>
            <a:r>
              <a:rPr kumimoji="0" lang="fr-FR" sz="1100" b="1" i="0" u="none" strike="noStrike" kern="1200" cap="none" spc="0" normalizeH="0" baseline="0" noProof="0" dirty="0" smtClean="0">
                <a:ln>
                  <a:noFill/>
                </a:ln>
                <a:solidFill>
                  <a:sysClr val="windowText" lastClr="000000"/>
                </a:solidFill>
                <a:effectLst/>
                <a:uLnTx/>
                <a:uFillTx/>
                <a:latin typeface="Arial"/>
                <a:cs typeface="Arial"/>
              </a:rPr>
              <a:t> </a:t>
            </a:r>
            <a:endParaRPr kumimoji="0" lang="fr-FR" sz="1100" b="1" i="0" u="none" strike="noStrike" kern="1200" cap="none" spc="0" normalizeH="0" baseline="0" noProof="0" dirty="0">
              <a:ln>
                <a:noFill/>
              </a:ln>
              <a:solidFill>
                <a:sysClr val="windowText" lastClr="000000"/>
              </a:solidFill>
              <a:effectLst/>
              <a:uLnTx/>
              <a:uFillTx/>
              <a:latin typeface="Arial"/>
              <a:cs typeface="Arial"/>
            </a:endParaRPr>
          </a:p>
        </p:txBody>
      </p:sp>
    </p:spTree>
    <p:extLst>
      <p:ext uri="{BB962C8B-B14F-4D97-AF65-F5344CB8AC3E}">
        <p14:creationId xmlns:p14="http://schemas.microsoft.com/office/powerpoint/2010/main" val="648869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267744" y="2139702"/>
            <a:ext cx="4680520" cy="400110"/>
          </a:xfrm>
          <a:prstGeom prst="rect">
            <a:avLst/>
          </a:prstGeom>
          <a:noFill/>
        </p:spPr>
        <p:txBody>
          <a:bodyPr wrap="square" rtlCol="0">
            <a:spAutoFit/>
          </a:bodyPr>
          <a:lstStyle/>
          <a:p>
            <a:pPr algn="ctr"/>
            <a:r>
              <a:rPr lang="fr-FR" sz="2000" b="1" dirty="0" smtClean="0"/>
              <a:t>ANNEXE</a:t>
            </a:r>
            <a:endParaRPr lang="fr-FR" sz="2000" b="1" dirty="0"/>
          </a:p>
        </p:txBody>
      </p:sp>
    </p:spTree>
    <p:extLst>
      <p:ext uri="{BB962C8B-B14F-4D97-AF65-F5344CB8AC3E}">
        <p14:creationId xmlns:p14="http://schemas.microsoft.com/office/powerpoint/2010/main" val="25624799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F42BBF91-F5CA-47D2-8FB8-98FB6AA4BAE4}"/>
              </a:ext>
            </a:extLst>
          </p:cNvPr>
          <p:cNvSpPr txBox="1">
            <a:spLocks noChangeArrowheads="1"/>
          </p:cNvSpPr>
          <p:nvPr/>
        </p:nvSpPr>
        <p:spPr bwMode="auto">
          <a:xfrm>
            <a:off x="611560" y="154223"/>
            <a:ext cx="7484156" cy="432237"/>
          </a:xfrm>
          <a:prstGeom prst="rect">
            <a:avLst/>
          </a:prstGeom>
          <a:noFill/>
          <a:ln w="9525" algn="ctr">
            <a:noFill/>
            <a:miter lim="800000"/>
            <a:headEnd/>
            <a:tailEnd/>
          </a:ln>
        </p:spPr>
        <p:txBody>
          <a:bodyPr vert="horz" wrap="square" lIns="0" tIns="45713" rIns="0" bIns="45713"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600" i="1" dirty="0" smtClean="0">
                <a:solidFill>
                  <a:srgbClr val="3B3B3B"/>
                </a:solidFill>
                <a:ea typeface="+mj-ea"/>
              </a:rPr>
              <a:t>Rôles clés : Data </a:t>
            </a:r>
            <a:r>
              <a:rPr lang="fr-FR" sz="1600" i="1" dirty="0" err="1" smtClean="0">
                <a:solidFill>
                  <a:srgbClr val="3B3B3B"/>
                </a:solidFill>
                <a:ea typeface="+mj-ea"/>
              </a:rPr>
              <a:t>Owner</a:t>
            </a:r>
            <a:r>
              <a:rPr lang="fr-FR" sz="1600" i="1" dirty="0" smtClean="0">
                <a:solidFill>
                  <a:srgbClr val="3B3B3B"/>
                </a:solidFill>
                <a:ea typeface="+mj-ea"/>
              </a:rPr>
              <a:t> et Data Steward</a:t>
            </a:r>
          </a:p>
        </p:txBody>
      </p:sp>
      <p:sp>
        <p:nvSpPr>
          <p:cNvPr id="182" name="Google Shape;416;p3">
            <a:extLst>
              <a:ext uri="{FF2B5EF4-FFF2-40B4-BE49-F238E27FC236}">
                <a16:creationId xmlns:a16="http://schemas.microsoft.com/office/drawing/2014/main" id="{97710903-2726-793D-998C-18F302F00F0A}"/>
              </a:ext>
            </a:extLst>
          </p:cNvPr>
          <p:cNvSpPr txBox="1"/>
          <p:nvPr/>
        </p:nvSpPr>
        <p:spPr>
          <a:xfrm>
            <a:off x="611560" y="410263"/>
            <a:ext cx="1727670" cy="823360"/>
          </a:xfrm>
          <a:prstGeom prst="rect">
            <a:avLst/>
          </a:prstGeom>
          <a:noFill/>
          <a:ln>
            <a:noFill/>
          </a:ln>
        </p:spPr>
        <p:txBody>
          <a:bodyPr spcFirstLastPara="1" wrap="square" lIns="0" tIns="60933" rIns="0" bIns="60933" anchor="ctr" anchorCtr="0">
            <a:noAutofit/>
          </a:bodyPr>
          <a:lstStyle/>
          <a:p>
            <a:pPr defTabSz="1219140">
              <a:buClr>
                <a:srgbClr val="000000"/>
              </a:buClr>
              <a:defRPr/>
            </a:pPr>
            <a:r>
              <a:rPr lang="fr-FR" b="1" kern="0" dirty="0" smtClean="0">
                <a:solidFill>
                  <a:srgbClr val="000000"/>
                </a:solidFill>
                <a:latin typeface="Arial"/>
                <a:cs typeface="Arial"/>
                <a:sym typeface="Arial"/>
              </a:rPr>
              <a:t>Data </a:t>
            </a:r>
            <a:r>
              <a:rPr lang="fr-FR" b="1" kern="0" dirty="0" err="1" smtClean="0">
                <a:solidFill>
                  <a:srgbClr val="000000"/>
                </a:solidFill>
                <a:latin typeface="Arial"/>
                <a:cs typeface="Arial"/>
                <a:sym typeface="Arial"/>
              </a:rPr>
              <a:t>Owner</a:t>
            </a:r>
            <a:endParaRPr lang="fr-FR" b="1" kern="0" dirty="0">
              <a:solidFill>
                <a:srgbClr val="000000"/>
              </a:solidFill>
              <a:latin typeface="Arial"/>
              <a:cs typeface="Arial"/>
              <a:sym typeface="Arial"/>
            </a:endParaRPr>
          </a:p>
        </p:txBody>
      </p:sp>
      <p:sp>
        <p:nvSpPr>
          <p:cNvPr id="184" name="Rectangle 183">
            <a:extLst>
              <a:ext uri="{FF2B5EF4-FFF2-40B4-BE49-F238E27FC236}">
                <a16:creationId xmlns:a16="http://schemas.microsoft.com/office/drawing/2014/main" id="{82365EC9-2179-DD9A-1A93-DCDB52897532}"/>
              </a:ext>
            </a:extLst>
          </p:cNvPr>
          <p:cNvSpPr/>
          <p:nvPr/>
        </p:nvSpPr>
        <p:spPr>
          <a:xfrm>
            <a:off x="485647" y="1033568"/>
            <a:ext cx="8547260" cy="400110"/>
          </a:xfrm>
          <a:prstGeom prst="rect">
            <a:avLst/>
          </a:prstGeom>
          <a:solidFill>
            <a:srgbClr val="5B9BD5">
              <a:lumMod val="20000"/>
              <a:lumOff val="80000"/>
            </a:srgbClr>
          </a:solidFill>
        </p:spPr>
        <p:txBody>
          <a:bodyPr wrap="square">
            <a:spAutoFit/>
          </a:bodyPr>
          <a:lstStyle/>
          <a:p>
            <a:pPr marL="714357" marR="0" lvl="0" indent="0" defTabSz="121914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dirty="0">
                <a:ln>
                  <a:noFill/>
                </a:ln>
                <a:solidFill>
                  <a:srgbClr val="3B3B3B">
                    <a:lumMod val="60000"/>
                    <a:lumOff val="40000"/>
                  </a:srgbClr>
                </a:solidFill>
                <a:effectLst/>
                <a:uLnTx/>
                <a:uFillTx/>
                <a:ea typeface="+mn-ea"/>
              </a:rPr>
              <a:t>Porte l'identification des données clés, l'établissement des politiques de gestion des données et la coordination des activités liées à la qualité des données de son périmètre métier.</a:t>
            </a:r>
          </a:p>
        </p:txBody>
      </p:sp>
      <p:pic>
        <p:nvPicPr>
          <p:cNvPr id="185" name="Image 184">
            <a:extLst>
              <a:ext uri="{FF2B5EF4-FFF2-40B4-BE49-F238E27FC236}">
                <a16:creationId xmlns:a16="http://schemas.microsoft.com/office/drawing/2014/main" id="{9EB01914-ABD4-5B29-3953-71B2D009AABC}"/>
              </a:ext>
            </a:extLst>
          </p:cNvPr>
          <p:cNvPicPr>
            <a:picLocks noChangeAspect="1"/>
          </p:cNvPicPr>
          <p:nvPr/>
        </p:nvPicPr>
        <p:blipFill>
          <a:blip r:embed="rId3"/>
          <a:stretch>
            <a:fillRect/>
          </a:stretch>
        </p:blipFill>
        <p:spPr>
          <a:xfrm>
            <a:off x="527382" y="1045408"/>
            <a:ext cx="388270" cy="388270"/>
          </a:xfrm>
          <a:prstGeom prst="rect">
            <a:avLst/>
          </a:prstGeom>
        </p:spPr>
      </p:pic>
      <p:grpSp>
        <p:nvGrpSpPr>
          <p:cNvPr id="187" name="Groupe 186">
            <a:extLst>
              <a:ext uri="{FF2B5EF4-FFF2-40B4-BE49-F238E27FC236}">
                <a16:creationId xmlns:a16="http://schemas.microsoft.com/office/drawing/2014/main" id="{A711687C-8E12-8F70-5DEB-569D30000B36}"/>
              </a:ext>
            </a:extLst>
          </p:cNvPr>
          <p:cNvGrpSpPr/>
          <p:nvPr/>
        </p:nvGrpSpPr>
        <p:grpSpPr>
          <a:xfrm>
            <a:off x="527382" y="1403730"/>
            <a:ext cx="4764697" cy="277000"/>
            <a:chOff x="527381" y="1715833"/>
            <a:chExt cx="5952000" cy="382046"/>
          </a:xfrm>
        </p:grpSpPr>
        <p:cxnSp>
          <p:nvCxnSpPr>
            <p:cNvPr id="188" name="Connecteur droit 187">
              <a:extLst>
                <a:ext uri="{FF2B5EF4-FFF2-40B4-BE49-F238E27FC236}">
                  <a16:creationId xmlns:a16="http://schemas.microsoft.com/office/drawing/2014/main" id="{B6ADCEB9-1275-09C9-373E-09F48D7E18E9}"/>
                </a:ext>
              </a:extLst>
            </p:cNvPr>
            <p:cNvCxnSpPr/>
            <p:nvPr/>
          </p:nvCxnSpPr>
          <p:spPr>
            <a:xfrm>
              <a:off x="527381" y="2097879"/>
              <a:ext cx="5952000" cy="0"/>
            </a:xfrm>
            <a:prstGeom prst="line">
              <a:avLst/>
            </a:prstGeom>
            <a:ln w="25400">
              <a:solidFill>
                <a:srgbClr val="E4AC0E"/>
              </a:solidFill>
              <a:tailEnd type="none"/>
            </a:ln>
          </p:spPr>
          <p:style>
            <a:lnRef idx="1">
              <a:schemeClr val="accent1"/>
            </a:lnRef>
            <a:fillRef idx="0">
              <a:schemeClr val="accent1"/>
            </a:fillRef>
            <a:effectRef idx="0">
              <a:schemeClr val="accent1"/>
            </a:effectRef>
            <a:fontRef idx="minor">
              <a:schemeClr val="tx1"/>
            </a:fontRef>
          </p:style>
        </p:cxnSp>
        <p:sp>
          <p:nvSpPr>
            <p:cNvPr id="189" name="ZoneTexte 188">
              <a:extLst>
                <a:ext uri="{FF2B5EF4-FFF2-40B4-BE49-F238E27FC236}">
                  <a16:creationId xmlns:a16="http://schemas.microsoft.com/office/drawing/2014/main" id="{157A6F78-EA64-6510-284E-97614F2E5B1E}"/>
                </a:ext>
              </a:extLst>
            </p:cNvPr>
            <p:cNvSpPr txBox="1"/>
            <p:nvPr/>
          </p:nvSpPr>
          <p:spPr>
            <a:xfrm>
              <a:off x="2895014" y="1715833"/>
              <a:ext cx="1515484" cy="382045"/>
            </a:xfrm>
            <a:prstGeom prst="rect">
              <a:avLst/>
            </a:prstGeom>
            <a:noFill/>
          </p:spPr>
          <p:txBody>
            <a:bodyPr wrap="square" rtlCol="0">
              <a:spAutoFit/>
            </a:bodyPr>
            <a:lstStyle/>
            <a:p>
              <a:pPr defTabSz="1219140">
                <a:buClr>
                  <a:srgbClr val="000000"/>
                </a:buClr>
                <a:defRPr/>
              </a:pPr>
              <a:r>
                <a:rPr lang="fr-FR" sz="1200" b="1" kern="0" dirty="0">
                  <a:solidFill>
                    <a:srgbClr val="E4AC0E"/>
                  </a:solidFill>
                  <a:latin typeface="Arial"/>
                  <a:cs typeface="Arial"/>
                  <a:sym typeface="Arial"/>
                </a:rPr>
                <a:t>Tâches</a:t>
              </a:r>
            </a:p>
          </p:txBody>
        </p:sp>
      </p:grpSp>
      <p:sp>
        <p:nvSpPr>
          <p:cNvPr id="190" name="ZoneTexte 189">
            <a:extLst>
              <a:ext uri="{FF2B5EF4-FFF2-40B4-BE49-F238E27FC236}">
                <a16:creationId xmlns:a16="http://schemas.microsoft.com/office/drawing/2014/main" id="{A28464AD-86A7-11E3-CC6C-1B5ADCFE6575}"/>
              </a:ext>
            </a:extLst>
          </p:cNvPr>
          <p:cNvSpPr txBox="1"/>
          <p:nvPr/>
        </p:nvSpPr>
        <p:spPr>
          <a:xfrm>
            <a:off x="489236" y="1866911"/>
            <a:ext cx="4802843" cy="3331681"/>
          </a:xfrm>
          <a:prstGeom prst="rect">
            <a:avLst/>
          </a:prstGeom>
          <a:noFill/>
        </p:spPr>
        <p:txBody>
          <a:bodyPr wrap="square" rtlCol="0">
            <a:spAutoFit/>
          </a:bodyPr>
          <a:lstStyle/>
          <a:p>
            <a:pPr algn="just" defTabSz="1219170">
              <a:buClr>
                <a:srgbClr val="000000"/>
              </a:buClr>
              <a:defRPr/>
            </a:pPr>
            <a:r>
              <a:rPr lang="fr-FR" sz="1050" b="1" kern="0" dirty="0">
                <a:solidFill>
                  <a:srgbClr val="000000"/>
                </a:solidFill>
                <a:sym typeface="Arial"/>
              </a:rPr>
              <a:t>Responsable de la connaissance métier</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Identifier et cartographier les indicateurs clés de son domaine d’expertise.</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Documenter les règles de calcul et de gestion de ses indicateurs.</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Mettre en place des mécanismes de contrôle et de validation des données pour garantir leur exactitude et la bonne application des règles de gestion, que ce soit au sein de sa ligne métier, des autres lignes ou par les équipes IT.</a:t>
            </a:r>
          </a:p>
          <a:p>
            <a:pPr algn="just" defTabSz="1219170">
              <a:buClr>
                <a:srgbClr val="000000"/>
              </a:buClr>
              <a:defRPr/>
            </a:pPr>
            <a:endParaRPr lang="fr-FR" sz="1050" b="1" kern="0" dirty="0">
              <a:solidFill>
                <a:srgbClr val="000000"/>
              </a:solidFill>
              <a:sym typeface="Arial"/>
            </a:endParaRPr>
          </a:p>
          <a:p>
            <a:pPr algn="just" defTabSz="1219170">
              <a:buClr>
                <a:srgbClr val="000000"/>
              </a:buClr>
              <a:defRPr/>
            </a:pPr>
            <a:r>
              <a:rPr lang="fr-FR" sz="1050" b="1" kern="0" dirty="0">
                <a:solidFill>
                  <a:srgbClr val="000000"/>
                </a:solidFill>
                <a:sym typeface="Arial"/>
              </a:rPr>
              <a:t>Gestion de la qualité des données</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Établir et piloter la mise en œuvre des politiques, des normes et des procédures de gestion des données au sein de sa ligne métier pour garantir l'intégrité, la qualité et la sécurité des données.</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Piloter la surveillance et audit de la qualité des données, en identifiant et en corrigeant les anomalies, les incohérences et les lacunes.</a:t>
            </a:r>
          </a:p>
          <a:p>
            <a:pPr marL="228594" indent="-228594" algn="just" defTabSz="1219170">
              <a:buClr>
                <a:srgbClr val="000000"/>
              </a:buClr>
              <a:buFont typeface="Arial" panose="020B0604020202020204" pitchFamily="34" charset="0"/>
              <a:buChar char="–"/>
              <a:defRPr/>
            </a:pPr>
            <a:endPar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algn="just" defTabSz="1219170">
              <a:buClr>
                <a:srgbClr val="000000"/>
              </a:buClr>
              <a:defRPr/>
            </a:pPr>
            <a:r>
              <a:rPr lang="fr-FR" sz="1050" b="1" kern="0" dirty="0">
                <a:solidFill>
                  <a:srgbClr val="000000"/>
                </a:solidFill>
                <a:sym typeface="Arial"/>
              </a:rPr>
              <a:t>Gestion de la protection de données</a:t>
            </a:r>
            <a:endPar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Définir les règles d’autorisations d'accès aux données portées par la ligne métier.</a:t>
            </a:r>
          </a:p>
          <a:p>
            <a:pPr marL="228594" indent="-228594" algn="just" defTabSz="1219170">
              <a:buClr>
                <a:srgbClr val="000000"/>
              </a:buClr>
              <a:buFont typeface="Arial" panose="020B0604020202020204" pitchFamily="34" charset="0"/>
              <a:buChar char="–"/>
              <a:defRPr/>
            </a:pP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Sensibiliser ses équipes à la protection de la vie privée et </a:t>
            </a:r>
            <a:r>
              <a:rPr lang="fr-FR" sz="1050" kern="0" dirty="0" smtClean="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veiller </a:t>
            </a:r>
            <a:r>
              <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à l’application des exigences règlementaires.</a:t>
            </a:r>
          </a:p>
          <a:p>
            <a:pPr algn="just" defTabSz="1219170">
              <a:buClr>
                <a:srgbClr val="000000"/>
              </a:buClr>
              <a:defRPr/>
            </a:pPr>
            <a:endPar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algn="just" defTabSz="1219170">
              <a:buClr>
                <a:srgbClr val="000000"/>
              </a:buClr>
              <a:defRPr/>
            </a:pPr>
            <a:endParaRPr lang="fr-FR" sz="1100" b="1" kern="0" dirty="0">
              <a:solidFill>
                <a:srgbClr val="000000"/>
              </a:solidFill>
              <a:latin typeface="Arial"/>
              <a:cs typeface="Arial"/>
              <a:sym typeface="Arial"/>
            </a:endParaRPr>
          </a:p>
        </p:txBody>
      </p:sp>
      <p:grpSp>
        <p:nvGrpSpPr>
          <p:cNvPr id="191" name="Groupe 190">
            <a:extLst>
              <a:ext uri="{FF2B5EF4-FFF2-40B4-BE49-F238E27FC236}">
                <a16:creationId xmlns:a16="http://schemas.microsoft.com/office/drawing/2014/main" id="{A711687C-8E12-8F70-5DEB-569D30000B36}"/>
              </a:ext>
            </a:extLst>
          </p:cNvPr>
          <p:cNvGrpSpPr/>
          <p:nvPr/>
        </p:nvGrpSpPr>
        <p:grpSpPr>
          <a:xfrm>
            <a:off x="5436097" y="1414047"/>
            <a:ext cx="3528392" cy="276999"/>
            <a:chOff x="527381" y="1730064"/>
            <a:chExt cx="5952000" cy="382045"/>
          </a:xfrm>
        </p:grpSpPr>
        <p:cxnSp>
          <p:nvCxnSpPr>
            <p:cNvPr id="192" name="Connecteur droit 191">
              <a:extLst>
                <a:ext uri="{FF2B5EF4-FFF2-40B4-BE49-F238E27FC236}">
                  <a16:creationId xmlns:a16="http://schemas.microsoft.com/office/drawing/2014/main" id="{B6ADCEB9-1275-09C9-373E-09F48D7E18E9}"/>
                </a:ext>
              </a:extLst>
            </p:cNvPr>
            <p:cNvCxnSpPr/>
            <p:nvPr/>
          </p:nvCxnSpPr>
          <p:spPr>
            <a:xfrm>
              <a:off x="527381" y="2097879"/>
              <a:ext cx="5952000" cy="0"/>
            </a:xfrm>
            <a:prstGeom prst="line">
              <a:avLst/>
            </a:prstGeom>
            <a:ln w="25400">
              <a:solidFill>
                <a:srgbClr val="E4AC0E"/>
              </a:solidFill>
              <a:tailEnd type="none"/>
            </a:ln>
          </p:spPr>
          <p:style>
            <a:lnRef idx="1">
              <a:schemeClr val="accent1"/>
            </a:lnRef>
            <a:fillRef idx="0">
              <a:schemeClr val="accent1"/>
            </a:fillRef>
            <a:effectRef idx="0">
              <a:schemeClr val="accent1"/>
            </a:effectRef>
            <a:fontRef idx="minor">
              <a:schemeClr val="tx1"/>
            </a:fontRef>
          </p:style>
        </p:cxnSp>
        <p:sp>
          <p:nvSpPr>
            <p:cNvPr id="193" name="ZoneTexte 192">
              <a:extLst>
                <a:ext uri="{FF2B5EF4-FFF2-40B4-BE49-F238E27FC236}">
                  <a16:creationId xmlns:a16="http://schemas.microsoft.com/office/drawing/2014/main" id="{157A6F78-EA64-6510-284E-97614F2E5B1E}"/>
                </a:ext>
              </a:extLst>
            </p:cNvPr>
            <p:cNvSpPr txBox="1"/>
            <p:nvPr/>
          </p:nvSpPr>
          <p:spPr>
            <a:xfrm>
              <a:off x="1914176" y="1730064"/>
              <a:ext cx="3275772" cy="382045"/>
            </a:xfrm>
            <a:prstGeom prst="rect">
              <a:avLst/>
            </a:prstGeom>
            <a:noFill/>
          </p:spPr>
          <p:txBody>
            <a:bodyPr wrap="square" rtlCol="0">
              <a:spAutoFit/>
            </a:bodyPr>
            <a:lstStyle/>
            <a:p>
              <a:pPr defTabSz="1219140">
                <a:buClr>
                  <a:srgbClr val="000000"/>
                </a:buClr>
                <a:defRPr/>
              </a:pPr>
              <a:r>
                <a:rPr lang="fr-FR" sz="1200" b="1" kern="0" dirty="0" smtClean="0">
                  <a:solidFill>
                    <a:srgbClr val="E4AC0E"/>
                  </a:solidFill>
                  <a:latin typeface="Arial"/>
                  <a:cs typeface="Arial"/>
                  <a:sym typeface="Arial"/>
                </a:rPr>
                <a:t>Compétences requises</a:t>
              </a:r>
              <a:endParaRPr lang="fr-FR" sz="1200" b="1" kern="0" dirty="0">
                <a:solidFill>
                  <a:srgbClr val="E4AC0E"/>
                </a:solidFill>
                <a:latin typeface="Arial"/>
                <a:cs typeface="Arial"/>
                <a:sym typeface="Arial"/>
              </a:endParaRPr>
            </a:p>
          </p:txBody>
        </p:sp>
      </p:grpSp>
      <p:pic>
        <p:nvPicPr>
          <p:cNvPr id="4" name="Image 3"/>
          <p:cNvPicPr>
            <a:picLocks noChangeAspect="1"/>
          </p:cNvPicPr>
          <p:nvPr/>
        </p:nvPicPr>
        <p:blipFill rotWithShape="1">
          <a:blip r:embed="rId4"/>
          <a:srcRect t="5655"/>
          <a:stretch/>
        </p:blipFill>
        <p:spPr>
          <a:xfrm>
            <a:off x="5462017" y="1720857"/>
            <a:ext cx="3502472" cy="3340042"/>
          </a:xfrm>
          <a:prstGeom prst="rect">
            <a:avLst/>
          </a:prstGeom>
        </p:spPr>
      </p:pic>
    </p:spTree>
    <p:extLst>
      <p:ext uri="{BB962C8B-B14F-4D97-AF65-F5344CB8AC3E}">
        <p14:creationId xmlns:p14="http://schemas.microsoft.com/office/powerpoint/2010/main" val="256431432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F42BBF91-F5CA-47D2-8FB8-98FB6AA4BAE4}"/>
              </a:ext>
            </a:extLst>
          </p:cNvPr>
          <p:cNvSpPr txBox="1">
            <a:spLocks noChangeArrowheads="1"/>
          </p:cNvSpPr>
          <p:nvPr/>
        </p:nvSpPr>
        <p:spPr bwMode="auto">
          <a:xfrm>
            <a:off x="611560" y="154223"/>
            <a:ext cx="7484156" cy="432237"/>
          </a:xfrm>
          <a:prstGeom prst="rect">
            <a:avLst/>
          </a:prstGeom>
          <a:noFill/>
          <a:ln w="9525" algn="ctr">
            <a:noFill/>
            <a:miter lim="800000"/>
            <a:headEnd/>
            <a:tailEnd/>
          </a:ln>
        </p:spPr>
        <p:txBody>
          <a:bodyPr vert="horz" wrap="square" lIns="0" tIns="45713" rIns="0" bIns="45713"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600" i="1" dirty="0" smtClean="0">
                <a:solidFill>
                  <a:srgbClr val="3B3B3B"/>
                </a:solidFill>
                <a:ea typeface="+mj-ea"/>
              </a:rPr>
              <a:t>Rôles clés : Data </a:t>
            </a:r>
            <a:r>
              <a:rPr lang="fr-FR" sz="1600" i="1" dirty="0" err="1" smtClean="0">
                <a:solidFill>
                  <a:srgbClr val="3B3B3B"/>
                </a:solidFill>
                <a:ea typeface="+mj-ea"/>
              </a:rPr>
              <a:t>Owner</a:t>
            </a:r>
            <a:r>
              <a:rPr lang="fr-FR" sz="1600" i="1" dirty="0" smtClean="0">
                <a:solidFill>
                  <a:srgbClr val="3B3B3B"/>
                </a:solidFill>
                <a:ea typeface="+mj-ea"/>
              </a:rPr>
              <a:t> et Data Steward</a:t>
            </a:r>
          </a:p>
        </p:txBody>
      </p:sp>
      <p:sp>
        <p:nvSpPr>
          <p:cNvPr id="182" name="Google Shape;416;p3">
            <a:extLst>
              <a:ext uri="{FF2B5EF4-FFF2-40B4-BE49-F238E27FC236}">
                <a16:creationId xmlns:a16="http://schemas.microsoft.com/office/drawing/2014/main" id="{97710903-2726-793D-998C-18F302F00F0A}"/>
              </a:ext>
            </a:extLst>
          </p:cNvPr>
          <p:cNvSpPr txBox="1"/>
          <p:nvPr/>
        </p:nvSpPr>
        <p:spPr>
          <a:xfrm>
            <a:off x="611560" y="410263"/>
            <a:ext cx="1727670" cy="823360"/>
          </a:xfrm>
          <a:prstGeom prst="rect">
            <a:avLst/>
          </a:prstGeom>
          <a:noFill/>
          <a:ln>
            <a:noFill/>
          </a:ln>
        </p:spPr>
        <p:txBody>
          <a:bodyPr spcFirstLastPara="1" wrap="square" lIns="0" tIns="60933" rIns="0" bIns="60933" anchor="ctr" anchorCtr="0">
            <a:noAutofit/>
          </a:bodyPr>
          <a:lstStyle/>
          <a:p>
            <a:pPr defTabSz="1219140">
              <a:buClr>
                <a:srgbClr val="000000"/>
              </a:buClr>
              <a:defRPr/>
            </a:pPr>
            <a:r>
              <a:rPr lang="fr-FR" b="1" kern="0" dirty="0" smtClean="0">
                <a:solidFill>
                  <a:srgbClr val="000000"/>
                </a:solidFill>
                <a:latin typeface="Arial"/>
                <a:cs typeface="Arial"/>
                <a:sym typeface="Arial"/>
              </a:rPr>
              <a:t>Data </a:t>
            </a:r>
            <a:r>
              <a:rPr lang="fr-FR" b="1" dirty="0" smtClean="0"/>
              <a:t>Steward</a:t>
            </a:r>
            <a:endParaRPr lang="fr-FR" b="1" kern="0" dirty="0">
              <a:solidFill>
                <a:srgbClr val="000000"/>
              </a:solidFill>
              <a:latin typeface="Arial"/>
              <a:cs typeface="Arial"/>
              <a:sym typeface="Arial"/>
            </a:endParaRPr>
          </a:p>
        </p:txBody>
      </p:sp>
      <p:sp>
        <p:nvSpPr>
          <p:cNvPr id="184" name="Rectangle 183">
            <a:extLst>
              <a:ext uri="{FF2B5EF4-FFF2-40B4-BE49-F238E27FC236}">
                <a16:creationId xmlns:a16="http://schemas.microsoft.com/office/drawing/2014/main" id="{82365EC9-2179-DD9A-1A93-DCDB52897532}"/>
              </a:ext>
            </a:extLst>
          </p:cNvPr>
          <p:cNvSpPr/>
          <p:nvPr/>
        </p:nvSpPr>
        <p:spPr>
          <a:xfrm>
            <a:off x="485647" y="1033568"/>
            <a:ext cx="8547260" cy="400110"/>
          </a:xfrm>
          <a:prstGeom prst="rect">
            <a:avLst/>
          </a:prstGeom>
          <a:solidFill>
            <a:srgbClr val="5B9BD5">
              <a:lumMod val="20000"/>
              <a:lumOff val="80000"/>
            </a:srgbClr>
          </a:solidFill>
        </p:spPr>
        <p:txBody>
          <a:bodyPr wrap="square">
            <a:spAutoFit/>
          </a:bodyPr>
          <a:lstStyle/>
          <a:p>
            <a:pPr marL="714357" marR="0" lvl="0" indent="0" defTabSz="121914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dirty="0">
                <a:ln>
                  <a:noFill/>
                </a:ln>
                <a:solidFill>
                  <a:srgbClr val="3B3B3B">
                    <a:lumMod val="60000"/>
                    <a:lumOff val="40000"/>
                  </a:srgbClr>
                </a:solidFill>
                <a:effectLst/>
                <a:uLnTx/>
                <a:uFillTx/>
                <a:ea typeface="+mn-ea"/>
              </a:rPr>
              <a:t>Porte l'identification des données clés, l'établissement des politiques de gestion des données et la coordination des activités liées à la qualité des données de son périmètre métier.</a:t>
            </a:r>
          </a:p>
        </p:txBody>
      </p:sp>
      <p:pic>
        <p:nvPicPr>
          <p:cNvPr id="185" name="Image 184">
            <a:extLst>
              <a:ext uri="{FF2B5EF4-FFF2-40B4-BE49-F238E27FC236}">
                <a16:creationId xmlns:a16="http://schemas.microsoft.com/office/drawing/2014/main" id="{9EB01914-ABD4-5B29-3953-71B2D009AABC}"/>
              </a:ext>
            </a:extLst>
          </p:cNvPr>
          <p:cNvPicPr>
            <a:picLocks noChangeAspect="1"/>
          </p:cNvPicPr>
          <p:nvPr/>
        </p:nvPicPr>
        <p:blipFill>
          <a:blip r:embed="rId3"/>
          <a:stretch>
            <a:fillRect/>
          </a:stretch>
        </p:blipFill>
        <p:spPr>
          <a:xfrm>
            <a:off x="527382" y="1045408"/>
            <a:ext cx="388270" cy="388270"/>
          </a:xfrm>
          <a:prstGeom prst="rect">
            <a:avLst/>
          </a:prstGeom>
        </p:spPr>
      </p:pic>
      <p:grpSp>
        <p:nvGrpSpPr>
          <p:cNvPr id="187" name="Groupe 186">
            <a:extLst>
              <a:ext uri="{FF2B5EF4-FFF2-40B4-BE49-F238E27FC236}">
                <a16:creationId xmlns:a16="http://schemas.microsoft.com/office/drawing/2014/main" id="{A711687C-8E12-8F70-5DEB-569D30000B36}"/>
              </a:ext>
            </a:extLst>
          </p:cNvPr>
          <p:cNvGrpSpPr/>
          <p:nvPr/>
        </p:nvGrpSpPr>
        <p:grpSpPr>
          <a:xfrm>
            <a:off x="527382" y="1403730"/>
            <a:ext cx="4764697" cy="277000"/>
            <a:chOff x="527381" y="1715833"/>
            <a:chExt cx="5952000" cy="382046"/>
          </a:xfrm>
        </p:grpSpPr>
        <p:cxnSp>
          <p:nvCxnSpPr>
            <p:cNvPr id="188" name="Connecteur droit 187">
              <a:extLst>
                <a:ext uri="{FF2B5EF4-FFF2-40B4-BE49-F238E27FC236}">
                  <a16:creationId xmlns:a16="http://schemas.microsoft.com/office/drawing/2014/main" id="{B6ADCEB9-1275-09C9-373E-09F48D7E18E9}"/>
                </a:ext>
              </a:extLst>
            </p:cNvPr>
            <p:cNvCxnSpPr/>
            <p:nvPr/>
          </p:nvCxnSpPr>
          <p:spPr>
            <a:xfrm>
              <a:off x="527381" y="2097879"/>
              <a:ext cx="5952000" cy="0"/>
            </a:xfrm>
            <a:prstGeom prst="line">
              <a:avLst/>
            </a:prstGeom>
            <a:ln w="25400">
              <a:solidFill>
                <a:srgbClr val="E4AC0E"/>
              </a:solidFill>
              <a:tailEnd type="none"/>
            </a:ln>
          </p:spPr>
          <p:style>
            <a:lnRef idx="1">
              <a:schemeClr val="accent1"/>
            </a:lnRef>
            <a:fillRef idx="0">
              <a:schemeClr val="accent1"/>
            </a:fillRef>
            <a:effectRef idx="0">
              <a:schemeClr val="accent1"/>
            </a:effectRef>
            <a:fontRef idx="minor">
              <a:schemeClr val="tx1"/>
            </a:fontRef>
          </p:style>
        </p:cxnSp>
        <p:sp>
          <p:nvSpPr>
            <p:cNvPr id="189" name="ZoneTexte 188">
              <a:extLst>
                <a:ext uri="{FF2B5EF4-FFF2-40B4-BE49-F238E27FC236}">
                  <a16:creationId xmlns:a16="http://schemas.microsoft.com/office/drawing/2014/main" id="{157A6F78-EA64-6510-284E-97614F2E5B1E}"/>
                </a:ext>
              </a:extLst>
            </p:cNvPr>
            <p:cNvSpPr txBox="1"/>
            <p:nvPr/>
          </p:nvSpPr>
          <p:spPr>
            <a:xfrm>
              <a:off x="2895014" y="1715833"/>
              <a:ext cx="1515484" cy="382045"/>
            </a:xfrm>
            <a:prstGeom prst="rect">
              <a:avLst/>
            </a:prstGeom>
            <a:noFill/>
          </p:spPr>
          <p:txBody>
            <a:bodyPr wrap="square" rtlCol="0">
              <a:spAutoFit/>
            </a:bodyPr>
            <a:lstStyle/>
            <a:p>
              <a:pPr defTabSz="1219140">
                <a:buClr>
                  <a:srgbClr val="000000"/>
                </a:buClr>
                <a:defRPr/>
              </a:pPr>
              <a:r>
                <a:rPr lang="fr-FR" sz="1200" b="1" kern="0" dirty="0">
                  <a:solidFill>
                    <a:srgbClr val="E4AC0E"/>
                  </a:solidFill>
                  <a:latin typeface="Arial"/>
                  <a:cs typeface="Arial"/>
                  <a:sym typeface="Arial"/>
                </a:rPr>
                <a:t>Tâches</a:t>
              </a:r>
            </a:p>
          </p:txBody>
        </p:sp>
      </p:grpSp>
      <p:sp>
        <p:nvSpPr>
          <p:cNvPr id="190" name="ZoneTexte 189">
            <a:extLst>
              <a:ext uri="{FF2B5EF4-FFF2-40B4-BE49-F238E27FC236}">
                <a16:creationId xmlns:a16="http://schemas.microsoft.com/office/drawing/2014/main" id="{A28464AD-86A7-11E3-CC6C-1B5ADCFE6575}"/>
              </a:ext>
            </a:extLst>
          </p:cNvPr>
          <p:cNvSpPr txBox="1"/>
          <p:nvPr/>
        </p:nvSpPr>
        <p:spPr>
          <a:xfrm>
            <a:off x="489236" y="1866911"/>
            <a:ext cx="4802843" cy="2877711"/>
          </a:xfrm>
          <a:prstGeom prst="rect">
            <a:avLst/>
          </a:prstGeom>
          <a:noFill/>
        </p:spPr>
        <p:txBody>
          <a:bodyPr wrap="square" rtlCol="0">
            <a:spAutoFit/>
          </a:bodyPr>
          <a:lstStyle/>
          <a:p>
            <a:pPr algn="just"/>
            <a:r>
              <a:rPr lang="fr-FR" sz="1100" b="1" dirty="0"/>
              <a:t>Responsable de la gestion quotidienne des données au niveau de chaque métier</a:t>
            </a:r>
          </a:p>
          <a:p>
            <a:pPr marL="171450" lvl="0" indent="-171450" algn="just">
              <a:buFont typeface="Arial" panose="020B0604020202020204" pitchFamily="34" charset="0"/>
              <a:buChar char="–"/>
            </a:pPr>
            <a:r>
              <a:rPr lang="fr-FR" sz="1050" dirty="0">
                <a:latin typeface="Calibri" panose="020F0502020204030204" pitchFamily="34" charset="0"/>
                <a:ea typeface="Calibri" panose="020F0502020204030204" pitchFamily="34" charset="0"/>
                <a:cs typeface="Calibri" panose="020F0502020204030204" pitchFamily="34" charset="0"/>
              </a:rPr>
              <a:t>Collecter, valider et documenter les données provenant de différentes sources.</a:t>
            </a:r>
          </a:p>
          <a:p>
            <a:pPr marL="171450" lvl="0" indent="-171450" algn="just">
              <a:buFont typeface="Arial" panose="020B0604020202020204" pitchFamily="34" charset="0"/>
              <a:buChar char="–"/>
            </a:pPr>
            <a:r>
              <a:rPr lang="fr-FR" sz="1050" dirty="0">
                <a:latin typeface="Calibri" panose="020F0502020204030204" pitchFamily="34" charset="0"/>
                <a:ea typeface="Calibri" panose="020F0502020204030204" pitchFamily="34" charset="0"/>
                <a:cs typeface="Calibri" panose="020F0502020204030204" pitchFamily="34" charset="0"/>
              </a:rPr>
              <a:t>Classer, organiser et structurer les données conformément aux normes et aux politiques de l'entreprise.</a:t>
            </a:r>
          </a:p>
          <a:p>
            <a:pPr lvl="0" algn="just"/>
            <a:endParaRPr lang="fr-FR" sz="105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t>Mise en place de processus de contrôle pour vérifier la data </a:t>
            </a:r>
            <a:r>
              <a:rPr lang="fr-FR" sz="1100" b="1" dirty="0" err="1"/>
              <a:t>quality</a:t>
            </a:r>
            <a:endParaRPr lang="fr-FR" sz="1100" b="1" dirty="0"/>
          </a:p>
          <a:p>
            <a:pPr marL="171450" lvl="0" indent="-171450" algn="just">
              <a:buFont typeface="Arial" panose="020B0604020202020204" pitchFamily="34" charset="0"/>
              <a:buChar char="–"/>
            </a:pPr>
            <a:r>
              <a:rPr lang="fr-FR" sz="1050" dirty="0">
                <a:latin typeface="Calibri" panose="020F0502020204030204" pitchFamily="34" charset="0"/>
                <a:ea typeface="Calibri" panose="020F0502020204030204" pitchFamily="34" charset="0"/>
                <a:cs typeface="Calibri" panose="020F0502020204030204" pitchFamily="34" charset="0"/>
              </a:rPr>
              <a:t>Vérifier la qualité des données, en identifiant et en corrigeant les erreurs, les incohérences et les duplications.</a:t>
            </a:r>
          </a:p>
          <a:p>
            <a:pPr marL="171450" lvl="0" indent="-171450" algn="just">
              <a:buFont typeface="Arial" panose="020B0604020202020204" pitchFamily="34" charset="0"/>
              <a:buChar char="–"/>
            </a:pPr>
            <a:r>
              <a:rPr lang="fr-FR" sz="1050" dirty="0">
                <a:latin typeface="Calibri" panose="020F0502020204030204" pitchFamily="34" charset="0"/>
                <a:ea typeface="Calibri" panose="020F0502020204030204" pitchFamily="34" charset="0"/>
                <a:cs typeface="Calibri" panose="020F0502020204030204" pitchFamily="34" charset="0"/>
              </a:rPr>
              <a:t>Collaborer avec les équipes techniques et métier pour résoudre les problèmes liés aux données et améliorer les processus.</a:t>
            </a:r>
          </a:p>
          <a:p>
            <a:pPr lvl="0" algn="just"/>
            <a:endParaRPr lang="fr-FR" sz="1050" dirty="0">
              <a:latin typeface="Calibri" panose="020F0502020204030204" pitchFamily="34" charset="0"/>
              <a:ea typeface="Calibri" panose="020F0502020204030204" pitchFamily="34" charset="0"/>
              <a:cs typeface="Calibri" panose="020F0502020204030204" pitchFamily="34" charset="0"/>
            </a:endParaRPr>
          </a:p>
          <a:p>
            <a:pPr algn="just"/>
            <a:r>
              <a:rPr lang="fr-FR" sz="1100" b="1" dirty="0"/>
              <a:t>Documentation des métadonnées</a:t>
            </a:r>
          </a:p>
          <a:p>
            <a:pPr marL="171450" indent="-171450" algn="just">
              <a:buFont typeface="Arial" panose="020B0604020202020204" pitchFamily="34" charset="0"/>
              <a:buChar char="–"/>
            </a:pPr>
            <a:r>
              <a:rPr lang="fr-FR" sz="1050" dirty="0">
                <a:latin typeface="Calibri" panose="020F0502020204030204" pitchFamily="34" charset="0"/>
                <a:ea typeface="Calibri" panose="020F0502020204030204" pitchFamily="34" charset="0"/>
                <a:cs typeface="Calibri" panose="020F0502020204030204" pitchFamily="34" charset="0"/>
              </a:rPr>
              <a:t>Maintenir une documentation à jour sur les définitions, les métadonnées et les règles de gouvernance des données.</a:t>
            </a:r>
          </a:p>
          <a:p>
            <a:pPr algn="just" defTabSz="1219170">
              <a:buClr>
                <a:srgbClr val="000000"/>
              </a:buClr>
              <a:defRPr/>
            </a:pPr>
            <a:endParaRPr lang="fr-FR" sz="1050"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algn="just" defTabSz="1219170">
              <a:buClr>
                <a:srgbClr val="000000"/>
              </a:buClr>
              <a:defRPr/>
            </a:pPr>
            <a:endParaRPr lang="fr-FR" sz="1100" b="1" kern="0" dirty="0">
              <a:solidFill>
                <a:srgbClr val="000000"/>
              </a:solidFill>
              <a:latin typeface="Arial"/>
              <a:cs typeface="Arial"/>
              <a:sym typeface="Arial"/>
            </a:endParaRPr>
          </a:p>
        </p:txBody>
      </p:sp>
      <p:grpSp>
        <p:nvGrpSpPr>
          <p:cNvPr id="191" name="Groupe 190">
            <a:extLst>
              <a:ext uri="{FF2B5EF4-FFF2-40B4-BE49-F238E27FC236}">
                <a16:creationId xmlns:a16="http://schemas.microsoft.com/office/drawing/2014/main" id="{A711687C-8E12-8F70-5DEB-569D30000B36}"/>
              </a:ext>
            </a:extLst>
          </p:cNvPr>
          <p:cNvGrpSpPr/>
          <p:nvPr/>
        </p:nvGrpSpPr>
        <p:grpSpPr>
          <a:xfrm>
            <a:off x="5436097" y="1414047"/>
            <a:ext cx="3528392" cy="276999"/>
            <a:chOff x="527381" y="1730064"/>
            <a:chExt cx="5952000" cy="382045"/>
          </a:xfrm>
        </p:grpSpPr>
        <p:cxnSp>
          <p:nvCxnSpPr>
            <p:cNvPr id="192" name="Connecteur droit 191">
              <a:extLst>
                <a:ext uri="{FF2B5EF4-FFF2-40B4-BE49-F238E27FC236}">
                  <a16:creationId xmlns:a16="http://schemas.microsoft.com/office/drawing/2014/main" id="{B6ADCEB9-1275-09C9-373E-09F48D7E18E9}"/>
                </a:ext>
              </a:extLst>
            </p:cNvPr>
            <p:cNvCxnSpPr/>
            <p:nvPr/>
          </p:nvCxnSpPr>
          <p:spPr>
            <a:xfrm>
              <a:off x="527381" y="2097879"/>
              <a:ext cx="5952000" cy="0"/>
            </a:xfrm>
            <a:prstGeom prst="line">
              <a:avLst/>
            </a:prstGeom>
            <a:ln w="25400">
              <a:solidFill>
                <a:srgbClr val="E4AC0E"/>
              </a:solidFill>
              <a:tailEnd type="none"/>
            </a:ln>
          </p:spPr>
          <p:style>
            <a:lnRef idx="1">
              <a:schemeClr val="accent1"/>
            </a:lnRef>
            <a:fillRef idx="0">
              <a:schemeClr val="accent1"/>
            </a:fillRef>
            <a:effectRef idx="0">
              <a:schemeClr val="accent1"/>
            </a:effectRef>
            <a:fontRef idx="minor">
              <a:schemeClr val="tx1"/>
            </a:fontRef>
          </p:style>
        </p:cxnSp>
        <p:sp>
          <p:nvSpPr>
            <p:cNvPr id="193" name="ZoneTexte 192">
              <a:extLst>
                <a:ext uri="{FF2B5EF4-FFF2-40B4-BE49-F238E27FC236}">
                  <a16:creationId xmlns:a16="http://schemas.microsoft.com/office/drawing/2014/main" id="{157A6F78-EA64-6510-284E-97614F2E5B1E}"/>
                </a:ext>
              </a:extLst>
            </p:cNvPr>
            <p:cNvSpPr txBox="1"/>
            <p:nvPr/>
          </p:nvSpPr>
          <p:spPr>
            <a:xfrm>
              <a:off x="1914176" y="1730064"/>
              <a:ext cx="3275772" cy="382045"/>
            </a:xfrm>
            <a:prstGeom prst="rect">
              <a:avLst/>
            </a:prstGeom>
            <a:noFill/>
          </p:spPr>
          <p:txBody>
            <a:bodyPr wrap="square" rtlCol="0">
              <a:spAutoFit/>
            </a:bodyPr>
            <a:lstStyle/>
            <a:p>
              <a:pPr defTabSz="1219140">
                <a:buClr>
                  <a:srgbClr val="000000"/>
                </a:buClr>
                <a:defRPr/>
              </a:pPr>
              <a:r>
                <a:rPr lang="fr-FR" sz="1200" b="1" kern="0" dirty="0" smtClean="0">
                  <a:solidFill>
                    <a:srgbClr val="E4AC0E"/>
                  </a:solidFill>
                  <a:latin typeface="Arial"/>
                  <a:cs typeface="Arial"/>
                  <a:sym typeface="Arial"/>
                </a:rPr>
                <a:t>Compétences requises</a:t>
              </a:r>
              <a:endParaRPr lang="fr-FR" sz="1200" b="1" kern="0" dirty="0">
                <a:solidFill>
                  <a:srgbClr val="E4AC0E"/>
                </a:solidFill>
                <a:latin typeface="Arial"/>
                <a:cs typeface="Arial"/>
                <a:sym typeface="Arial"/>
              </a:endParaRPr>
            </a:p>
          </p:txBody>
        </p:sp>
      </p:grpSp>
      <p:pic>
        <p:nvPicPr>
          <p:cNvPr id="2" name="Image 1"/>
          <p:cNvPicPr>
            <a:picLocks noChangeAspect="1"/>
          </p:cNvPicPr>
          <p:nvPr/>
        </p:nvPicPr>
        <p:blipFill>
          <a:blip r:embed="rId4"/>
          <a:stretch>
            <a:fillRect/>
          </a:stretch>
        </p:blipFill>
        <p:spPr>
          <a:xfrm>
            <a:off x="5473895" y="1691046"/>
            <a:ext cx="3452795" cy="3241587"/>
          </a:xfrm>
          <a:prstGeom prst="rect">
            <a:avLst/>
          </a:prstGeom>
        </p:spPr>
      </p:pic>
    </p:spTree>
    <p:extLst>
      <p:ext uri="{BB962C8B-B14F-4D97-AF65-F5344CB8AC3E}">
        <p14:creationId xmlns:p14="http://schemas.microsoft.com/office/powerpoint/2010/main" val="2193782874"/>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marR="0" lvl="0" indent="0" algn="l" defTabSz="685800" rtl="0" eaLnBrk="1" fontAlgn="auto" latinLnBrk="0" hangingPunct="1">
              <a:lnSpc>
                <a:spcPct val="100000"/>
              </a:lnSpc>
              <a:spcBef>
                <a:spcPts val="0"/>
              </a:spcBef>
              <a:spcAft>
                <a:spcPts val="0"/>
              </a:spcAft>
              <a:buClrTx/>
              <a:buSzTx/>
              <a:buFont typeface="Arial"/>
              <a:buNone/>
              <a:tabLst/>
              <a:defRPr/>
            </a:pPr>
            <a:endParaRPr kumimoji="0" lang="fr-FR" sz="1350" b="0" i="0" u="none" strike="noStrike" kern="1200" cap="none" spc="0" normalizeH="0" baseline="0" noProof="0">
              <a:ln>
                <a:noFill/>
              </a:ln>
              <a:solidFill>
                <a:srgbClr val="051922"/>
              </a:solidFill>
              <a:effectLst/>
              <a:uLnTx/>
              <a:uFillTx/>
              <a:latin typeface="Arial"/>
              <a:ea typeface="+mn-ea"/>
              <a:cs typeface="Arial"/>
              <a:sym typeface="Arial"/>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46077" y="115662"/>
            <a:ext cx="7206242" cy="718031"/>
          </a:xfrm>
        </p:spPr>
        <p:txBody>
          <a:bodyPr/>
          <a:lstStyle/>
          <a:p>
            <a:r>
              <a:rPr lang="fr-FR" dirty="0">
                <a:latin typeface="Arial" panose="020B0604020202020204" pitchFamily="34" charset="0"/>
                <a:cs typeface="Arial" panose="020B0604020202020204" pitchFamily="34" charset="0"/>
              </a:rPr>
              <a:t>EXEMPLES D’illustration du TDB PERFORMANCE GLOBALE </a:t>
            </a:r>
            <a:r>
              <a:rPr lang="fr-FR" dirty="0" smtClean="0">
                <a:latin typeface="Arial" panose="020B0604020202020204" pitchFamily="34" charset="0"/>
                <a:cs typeface="Arial" panose="020B0604020202020204" pitchFamily="34" charset="0"/>
              </a:rPr>
              <a:t>(1/3</a:t>
            </a:r>
            <a:r>
              <a:rPr lang="fr-FR" dirty="0">
                <a:latin typeface="Arial" panose="020B0604020202020204" pitchFamily="34" charset="0"/>
                <a:cs typeface="Arial" panose="020B0604020202020204" pitchFamily="34" charset="0"/>
              </a:rPr>
              <a:t>)</a:t>
            </a:r>
          </a:p>
          <a:p>
            <a:r>
              <a:rPr lang="fr-FR" sz="1100" b="0" i="1" dirty="0" smtClean="0">
                <a:solidFill>
                  <a:srgbClr val="37373A"/>
                </a:solidFill>
                <a:latin typeface="Arial" panose="020B0604020202020204" pitchFamily="34" charset="0"/>
                <a:cs typeface="Arial" panose="020B0604020202020204" pitchFamily="34" charset="0"/>
              </a:rPr>
              <a:t>Domaine « Production »</a:t>
            </a: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3"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4"/>
          <a:stretch>
            <a:fillRect/>
          </a:stretch>
        </p:blipFill>
        <p:spPr>
          <a:xfrm>
            <a:off x="6891377" y="122934"/>
            <a:ext cx="920983" cy="504600"/>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5656" y="1419622"/>
            <a:ext cx="5976664" cy="3361874"/>
          </a:xfrm>
          <a:prstGeom prst="rect">
            <a:avLst/>
          </a:prstGeom>
          <a:ln>
            <a:solidFill>
              <a:schemeClr val="tx1"/>
            </a:solidFill>
          </a:ln>
        </p:spPr>
      </p:pic>
      <p:sp>
        <p:nvSpPr>
          <p:cNvPr id="9" name="ZoneTexte 8"/>
          <p:cNvSpPr txBox="1"/>
          <p:nvPr/>
        </p:nvSpPr>
        <p:spPr>
          <a:xfrm rot="2018589">
            <a:off x="6919511" y="1330646"/>
            <a:ext cx="1065617" cy="288032"/>
          </a:xfrm>
          <a:prstGeom prst="rect">
            <a:avLst/>
          </a:prstGeom>
          <a:solidFill>
            <a:srgbClr val="FFFF00"/>
          </a:solidFill>
          <a:ln w="9525" cap="rnd">
            <a:noFill/>
            <a:prstDash val="solid"/>
            <a:roun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50" b="0" i="0" u="none" strike="noStrike" kern="0" cap="none" spc="0" normalizeH="0" baseline="0" noProof="0" dirty="0" smtClean="0">
                <a:ln>
                  <a:noFill/>
                </a:ln>
                <a:solidFill>
                  <a:prstClr val="black"/>
                </a:solidFill>
                <a:effectLst/>
                <a:uLnTx/>
                <a:uFillTx/>
                <a:latin typeface="Trebuchet MS"/>
                <a:ea typeface="+mn-ea"/>
                <a:cs typeface="+mn-cs"/>
                <a:sym typeface="Arial"/>
              </a:rPr>
              <a:t>Illustration</a:t>
            </a:r>
          </a:p>
        </p:txBody>
      </p:sp>
      <p:sp>
        <p:nvSpPr>
          <p:cNvPr id="10" name="Rectangle 9"/>
          <p:cNvSpPr/>
          <p:nvPr/>
        </p:nvSpPr>
        <p:spPr>
          <a:xfrm>
            <a:off x="0" y="791875"/>
            <a:ext cx="9144000" cy="263333"/>
          </a:xfrm>
          <a:prstGeom prst="rect">
            <a:avLst/>
          </a:prstGeom>
          <a:solidFill>
            <a:schemeClr val="bg1">
              <a:lumMod val="95000"/>
            </a:schemeClr>
          </a:solidFill>
        </p:spPr>
        <p:txBody>
          <a:bodyPr wrap="square" lIns="77907" tIns="38953" rIns="77907" bIns="38953" anchor="ct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smtClean="0">
                <a:ln>
                  <a:noFill/>
                </a:ln>
                <a:solidFill>
                  <a:srgbClr val="000000"/>
                </a:solidFill>
                <a:effectLst/>
                <a:uLnTx/>
                <a:uFillTx/>
                <a:latin typeface="Arial"/>
                <a:cs typeface="Arial"/>
                <a:sym typeface="Arial"/>
              </a:rPr>
              <a:t>Ci-après une illustration non représentative du tableau de bord Production :</a:t>
            </a:r>
            <a:endParaRPr kumimoji="0" lang="fr-FR" sz="12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7819396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5141" y="1311490"/>
            <a:ext cx="6107931" cy="3435711"/>
          </a:xfrm>
          <a:prstGeom prst="rect">
            <a:avLst/>
          </a:prstGeom>
          <a:ln>
            <a:solidFill>
              <a:schemeClr val="tx1"/>
            </a:solidFill>
          </a:ln>
        </p:spPr>
      </p:pic>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marR="0" lvl="0" indent="0" algn="l" defTabSz="685800" rtl="0" eaLnBrk="1" fontAlgn="auto" latinLnBrk="0" hangingPunct="1">
              <a:lnSpc>
                <a:spcPct val="100000"/>
              </a:lnSpc>
              <a:spcBef>
                <a:spcPts val="0"/>
              </a:spcBef>
              <a:spcAft>
                <a:spcPts val="0"/>
              </a:spcAft>
              <a:buClrTx/>
              <a:buSzTx/>
              <a:buFont typeface="Arial"/>
              <a:buNone/>
              <a:tabLst/>
              <a:defRPr/>
            </a:pPr>
            <a:endParaRPr kumimoji="0" lang="fr-FR" sz="1350" b="0" i="0" u="none" strike="noStrike" kern="1200" cap="none" spc="0" normalizeH="0" baseline="0" noProof="0">
              <a:ln>
                <a:noFill/>
              </a:ln>
              <a:solidFill>
                <a:srgbClr val="051922"/>
              </a:solidFill>
              <a:effectLst/>
              <a:uLnTx/>
              <a:uFillTx/>
              <a:latin typeface="Arial"/>
              <a:ea typeface="+mn-ea"/>
              <a:cs typeface="Arial"/>
              <a:sym typeface="Arial"/>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39791" y="71657"/>
            <a:ext cx="7206242" cy="718031"/>
          </a:xfrm>
        </p:spPr>
        <p:txBody>
          <a:bodyPr/>
          <a:lstStyle/>
          <a:p>
            <a:r>
              <a:rPr lang="fr-FR" dirty="0">
                <a:latin typeface="Arial" panose="020B0604020202020204" pitchFamily="34" charset="0"/>
                <a:cs typeface="Arial" panose="020B0604020202020204" pitchFamily="34" charset="0"/>
              </a:rPr>
              <a:t>EXEMPLES D’illustration du TDB PERFORMANCE GLOBALE </a:t>
            </a:r>
            <a:r>
              <a:rPr lang="fr-FR" dirty="0" smtClean="0">
                <a:latin typeface="Arial" panose="020B0604020202020204" pitchFamily="34" charset="0"/>
                <a:cs typeface="Arial" panose="020B0604020202020204" pitchFamily="34" charset="0"/>
              </a:rPr>
              <a:t>(2/3</a:t>
            </a:r>
            <a:r>
              <a:rPr lang="fr-FR" dirty="0">
                <a:latin typeface="Arial" panose="020B0604020202020204" pitchFamily="34" charset="0"/>
                <a:cs typeface="Arial" panose="020B0604020202020204" pitchFamily="34" charset="0"/>
              </a:rPr>
              <a:t>)</a:t>
            </a:r>
          </a:p>
          <a:p>
            <a:r>
              <a:rPr lang="fr-FR" sz="1100" b="0" i="1" dirty="0" smtClean="0">
                <a:solidFill>
                  <a:srgbClr val="37373A"/>
                </a:solidFill>
                <a:latin typeface="Arial" panose="020B0604020202020204" pitchFamily="34" charset="0"/>
                <a:cs typeface="Arial" panose="020B0604020202020204" pitchFamily="34" charset="0"/>
              </a:rPr>
              <a:t>Domaine « ATTRITION »</a:t>
            </a: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4"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5"/>
          <a:stretch>
            <a:fillRect/>
          </a:stretch>
        </p:blipFill>
        <p:spPr>
          <a:xfrm>
            <a:off x="6891377" y="122934"/>
            <a:ext cx="920983" cy="504600"/>
          </a:xfrm>
          <a:prstGeom prst="rect">
            <a:avLst/>
          </a:prstGeom>
        </p:spPr>
      </p:pic>
      <p:sp>
        <p:nvSpPr>
          <p:cNvPr id="9" name="ZoneTexte 8"/>
          <p:cNvSpPr txBox="1"/>
          <p:nvPr/>
        </p:nvSpPr>
        <p:spPr>
          <a:xfrm rot="2018589">
            <a:off x="6919511" y="1330646"/>
            <a:ext cx="1065617" cy="288032"/>
          </a:xfrm>
          <a:prstGeom prst="rect">
            <a:avLst/>
          </a:prstGeom>
          <a:solidFill>
            <a:srgbClr val="FFFF00"/>
          </a:solidFill>
          <a:ln w="9525" cap="rnd">
            <a:noFill/>
            <a:prstDash val="solid"/>
            <a:roun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50" b="0" i="0" u="none" strike="noStrike" kern="0" cap="none" spc="0" normalizeH="0" baseline="0" noProof="0" dirty="0" smtClean="0">
                <a:ln>
                  <a:noFill/>
                </a:ln>
                <a:solidFill>
                  <a:prstClr val="black"/>
                </a:solidFill>
                <a:effectLst/>
                <a:uLnTx/>
                <a:uFillTx/>
                <a:latin typeface="Trebuchet MS"/>
                <a:ea typeface="+mn-ea"/>
                <a:cs typeface="+mn-cs"/>
                <a:sym typeface="Arial"/>
              </a:rPr>
              <a:t>Illustration</a:t>
            </a:r>
          </a:p>
        </p:txBody>
      </p:sp>
      <p:sp>
        <p:nvSpPr>
          <p:cNvPr id="10" name="Rectangle 9"/>
          <p:cNvSpPr/>
          <p:nvPr/>
        </p:nvSpPr>
        <p:spPr>
          <a:xfrm>
            <a:off x="0" y="791875"/>
            <a:ext cx="9144000" cy="263333"/>
          </a:xfrm>
          <a:prstGeom prst="rect">
            <a:avLst/>
          </a:prstGeom>
          <a:solidFill>
            <a:schemeClr val="bg1">
              <a:lumMod val="95000"/>
            </a:schemeClr>
          </a:solidFill>
        </p:spPr>
        <p:txBody>
          <a:bodyPr wrap="square" lIns="77907" tIns="38953" rIns="77907" bIns="38953" anchor="ct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smtClean="0">
                <a:ln>
                  <a:noFill/>
                </a:ln>
                <a:solidFill>
                  <a:srgbClr val="000000"/>
                </a:solidFill>
                <a:effectLst/>
                <a:uLnTx/>
                <a:uFillTx/>
                <a:latin typeface="Arial"/>
                <a:cs typeface="Arial"/>
                <a:sym typeface="Arial"/>
              </a:rPr>
              <a:t>Ci-après une illustration non représentative du tableau de bord Attrition :</a:t>
            </a:r>
            <a:endParaRPr kumimoji="0" lang="fr-FR" sz="12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946165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1410621"/>
            <a:ext cx="5904656" cy="3321369"/>
          </a:xfrm>
          <a:prstGeom prst="rect">
            <a:avLst/>
          </a:prstGeom>
          <a:ln>
            <a:solidFill>
              <a:schemeClr val="tx1"/>
            </a:solidFill>
          </a:ln>
        </p:spPr>
      </p:pic>
      <p:sp>
        <p:nvSpPr>
          <p:cNvPr id="41" name="Rectangle 2">
            <a:extLst>
              <a:ext uri="{FF2B5EF4-FFF2-40B4-BE49-F238E27FC236}">
                <a16:creationId xmlns:a16="http://schemas.microsoft.com/office/drawing/2014/main" id="{2F479A84-A5D8-D743-A89D-8591C6041267}"/>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marL="0" marR="0" lvl="0" indent="0" algn="l" defTabSz="685800" rtl="0" eaLnBrk="1" fontAlgn="auto" latinLnBrk="0" hangingPunct="1">
              <a:lnSpc>
                <a:spcPct val="100000"/>
              </a:lnSpc>
              <a:spcBef>
                <a:spcPts val="0"/>
              </a:spcBef>
              <a:spcAft>
                <a:spcPts val="0"/>
              </a:spcAft>
              <a:buClrTx/>
              <a:buSzTx/>
              <a:buFont typeface="Arial"/>
              <a:buNone/>
              <a:tabLst/>
              <a:defRPr/>
            </a:pPr>
            <a:endParaRPr kumimoji="0" lang="fr-FR" sz="1350" b="0" i="0" u="none" strike="noStrike" kern="1200" cap="none" spc="0" normalizeH="0" baseline="0" noProof="0">
              <a:ln>
                <a:noFill/>
              </a:ln>
              <a:solidFill>
                <a:srgbClr val="051922"/>
              </a:solidFill>
              <a:effectLst/>
              <a:uLnTx/>
              <a:uFillTx/>
              <a:latin typeface="Arial"/>
              <a:ea typeface="+mn-ea"/>
              <a:cs typeface="Arial"/>
              <a:sym typeface="Arial"/>
            </a:endParaRPr>
          </a:p>
        </p:txBody>
      </p:sp>
      <p:sp>
        <p:nvSpPr>
          <p:cNvPr id="8"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40473" y="122934"/>
            <a:ext cx="7206242" cy="718031"/>
          </a:xfrm>
        </p:spPr>
        <p:txBody>
          <a:bodyPr/>
          <a:lstStyle/>
          <a:p>
            <a:r>
              <a:rPr lang="fr-FR" dirty="0" smtClean="0">
                <a:latin typeface="Arial" panose="020B0604020202020204" pitchFamily="34" charset="0"/>
                <a:cs typeface="Arial" panose="020B0604020202020204" pitchFamily="34" charset="0"/>
              </a:rPr>
              <a:t>EXEMPLES D’illustration du TDB PERFORMANCE GLOBALE (3/3)</a:t>
            </a:r>
          </a:p>
          <a:p>
            <a:r>
              <a:rPr lang="fr-FR" sz="1100" b="0" i="1" dirty="0" smtClean="0">
                <a:solidFill>
                  <a:srgbClr val="37373A"/>
                </a:solidFill>
                <a:latin typeface="Arial" panose="020B0604020202020204" pitchFamily="34" charset="0"/>
                <a:cs typeface="Arial" panose="020B0604020202020204" pitchFamily="34" charset="0"/>
              </a:rPr>
              <a:t>Domaine « ENCOURS »</a:t>
            </a:r>
          </a:p>
        </p:txBody>
      </p:sp>
      <p:pic>
        <p:nvPicPr>
          <p:cNvPr id="29" name="Image 28" descr="logo SEVEN-01.png">
            <a:extLst>
              <a:ext uri="{FF2B5EF4-FFF2-40B4-BE49-F238E27FC236}">
                <a16:creationId xmlns:a16="http://schemas.microsoft.com/office/drawing/2014/main" id="{57DFB0E4-A7A8-7FF0-15CB-E152F471A153}"/>
              </a:ext>
            </a:extLst>
          </p:cNvPr>
          <p:cNvPicPr>
            <a:picLocks noChangeAspect="1"/>
          </p:cNvPicPr>
          <p:nvPr/>
        </p:nvPicPr>
        <p:blipFill>
          <a:blip r:embed="rId4" cstate="print"/>
          <a:stretch>
            <a:fillRect/>
          </a:stretch>
        </p:blipFill>
        <p:spPr>
          <a:xfrm>
            <a:off x="8172400" y="115662"/>
            <a:ext cx="585429" cy="525840"/>
          </a:xfrm>
          <a:prstGeom prst="rect">
            <a:avLst/>
          </a:prstGeom>
        </p:spPr>
      </p:pic>
      <p:pic>
        <p:nvPicPr>
          <p:cNvPr id="30" name="Image 29"/>
          <p:cNvPicPr>
            <a:picLocks noChangeAspect="1"/>
          </p:cNvPicPr>
          <p:nvPr/>
        </p:nvPicPr>
        <p:blipFill>
          <a:blip r:embed="rId5"/>
          <a:stretch>
            <a:fillRect/>
          </a:stretch>
        </p:blipFill>
        <p:spPr>
          <a:xfrm>
            <a:off x="6891377" y="122934"/>
            <a:ext cx="920983" cy="504600"/>
          </a:xfrm>
          <a:prstGeom prst="rect">
            <a:avLst/>
          </a:prstGeom>
        </p:spPr>
      </p:pic>
      <p:sp>
        <p:nvSpPr>
          <p:cNvPr id="9" name="ZoneTexte 8"/>
          <p:cNvSpPr txBox="1"/>
          <p:nvPr/>
        </p:nvSpPr>
        <p:spPr>
          <a:xfrm rot="2018589">
            <a:off x="6919511" y="1330646"/>
            <a:ext cx="1065617" cy="288032"/>
          </a:xfrm>
          <a:prstGeom prst="rect">
            <a:avLst/>
          </a:prstGeom>
          <a:solidFill>
            <a:srgbClr val="FFFF00"/>
          </a:solidFill>
          <a:ln w="9525" cap="rnd">
            <a:noFill/>
            <a:prstDash val="solid"/>
            <a:roun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50" b="0" i="0" u="none" strike="noStrike" kern="0" cap="none" spc="0" normalizeH="0" baseline="0" noProof="0" dirty="0" smtClean="0">
                <a:ln>
                  <a:noFill/>
                </a:ln>
                <a:solidFill>
                  <a:prstClr val="black"/>
                </a:solidFill>
                <a:effectLst/>
                <a:uLnTx/>
                <a:uFillTx/>
                <a:latin typeface="Trebuchet MS"/>
                <a:ea typeface="+mn-ea"/>
                <a:cs typeface="+mn-cs"/>
                <a:sym typeface="Arial"/>
              </a:rPr>
              <a:t>Illustration</a:t>
            </a:r>
          </a:p>
        </p:txBody>
      </p:sp>
      <p:sp>
        <p:nvSpPr>
          <p:cNvPr id="10" name="Rectangle 9"/>
          <p:cNvSpPr/>
          <p:nvPr/>
        </p:nvSpPr>
        <p:spPr>
          <a:xfrm>
            <a:off x="0" y="791875"/>
            <a:ext cx="9144000" cy="263333"/>
          </a:xfrm>
          <a:prstGeom prst="rect">
            <a:avLst/>
          </a:prstGeom>
          <a:solidFill>
            <a:schemeClr val="bg1">
              <a:lumMod val="95000"/>
            </a:schemeClr>
          </a:solidFill>
        </p:spPr>
        <p:txBody>
          <a:bodyPr wrap="square" lIns="77907" tIns="38953" rIns="77907" bIns="38953" anchor="ct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smtClean="0">
                <a:ln>
                  <a:noFill/>
                </a:ln>
                <a:solidFill>
                  <a:srgbClr val="000000"/>
                </a:solidFill>
                <a:effectLst/>
                <a:uLnTx/>
                <a:uFillTx/>
                <a:latin typeface="Arial"/>
                <a:cs typeface="Arial"/>
                <a:sym typeface="Arial"/>
              </a:rPr>
              <a:t>Ci-après une illustration non représentative du tableau de bord Encours :</a:t>
            </a:r>
            <a:endParaRPr kumimoji="0" lang="fr-FR" sz="12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284905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6891377" y="122934"/>
            <a:ext cx="920983" cy="504600"/>
          </a:xfrm>
          <a:prstGeom prst="rect">
            <a:avLst/>
          </a:prstGeom>
        </p:spPr>
      </p:pic>
      <p:sp>
        <p:nvSpPr>
          <p:cNvPr id="4"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51520" y="188923"/>
            <a:ext cx="7776864" cy="372621"/>
          </a:xfrm>
        </p:spPr>
        <p:txBody>
          <a:bodyPr/>
          <a:lstStyle/>
          <a:p>
            <a:r>
              <a:rPr lang="fr-FR" sz="1400" b="1" dirty="0" smtClean="0">
                <a:latin typeface="Arial" panose="020B0604020202020204" pitchFamily="34" charset="0"/>
                <a:cs typeface="Arial" panose="020B0604020202020204" pitchFamily="34" charset="0"/>
              </a:rPr>
              <a:t>Liste exhaustive des </a:t>
            </a:r>
            <a:r>
              <a:rPr lang="fr-FR" sz="1400" b="1" dirty="0" err="1" smtClean="0">
                <a:latin typeface="Arial" panose="020B0604020202020204" pitchFamily="34" charset="0"/>
                <a:cs typeface="Arial" panose="020B0604020202020204" pitchFamily="34" charset="0"/>
              </a:rPr>
              <a:t>KPIs</a:t>
            </a:r>
            <a:r>
              <a:rPr lang="fr-FR" sz="1400" b="1" dirty="0" smtClean="0">
                <a:latin typeface="Arial" panose="020B0604020202020204" pitchFamily="34" charset="0"/>
                <a:cs typeface="Arial" panose="020B0604020202020204" pitchFamily="34" charset="0"/>
              </a:rPr>
              <a:t> identifiés sur le </a:t>
            </a:r>
            <a:r>
              <a:rPr lang="fr-FR" sz="1400" b="1" dirty="0" err="1" smtClean="0">
                <a:latin typeface="Arial" panose="020B0604020202020204" pitchFamily="34" charset="0"/>
                <a:cs typeface="Arial" panose="020B0604020202020204" pitchFamily="34" charset="0"/>
              </a:rPr>
              <a:t>TdB</a:t>
            </a:r>
            <a:r>
              <a:rPr lang="fr-FR" sz="1400" b="1" dirty="0" smtClean="0">
                <a:latin typeface="Arial" panose="020B0604020202020204" pitchFamily="34" charset="0"/>
                <a:cs typeface="Arial" panose="020B0604020202020204" pitchFamily="34" charset="0"/>
              </a:rPr>
              <a:t> « Performance Globale »</a:t>
            </a:r>
            <a:endParaRPr lang="fr-FR" sz="1400" b="1" dirty="0">
              <a:solidFill>
                <a:schemeClr val="bg1">
                  <a:lumMod val="10000"/>
                </a:schemeClr>
              </a:solidFill>
              <a:latin typeface="Arial" panose="020B0604020202020204" pitchFamily="34" charset="0"/>
              <a:cs typeface="Arial" panose="020B0604020202020204" pitchFamily="34" charset="0"/>
            </a:endParaRPr>
          </a:p>
        </p:txBody>
      </p:sp>
      <p:sp>
        <p:nvSpPr>
          <p:cNvPr id="2" name="ZoneTexte 1"/>
          <p:cNvSpPr txBox="1"/>
          <p:nvPr/>
        </p:nvSpPr>
        <p:spPr>
          <a:xfrm>
            <a:off x="395536" y="555526"/>
            <a:ext cx="1152128" cy="261610"/>
          </a:xfrm>
          <a:prstGeom prst="rect">
            <a:avLst/>
          </a:prstGeom>
          <a:noFill/>
        </p:spPr>
        <p:txBody>
          <a:bodyPr wrap="square" rtlCol="0">
            <a:spAutoFit/>
          </a:bodyPr>
          <a:lstStyle/>
          <a:p>
            <a:r>
              <a:rPr lang="fr-FR" sz="1100" b="1" i="1" dirty="0" smtClean="0"/>
              <a:t>Production :</a:t>
            </a:r>
            <a:endParaRPr lang="fr-FR" sz="1100" b="1" i="1" dirty="0"/>
          </a:p>
        </p:txBody>
      </p:sp>
      <p:graphicFrame>
        <p:nvGraphicFramePr>
          <p:cNvPr id="5" name="Tableau 4"/>
          <p:cNvGraphicFramePr>
            <a:graphicFrameLocks noGrp="1"/>
          </p:cNvGraphicFramePr>
          <p:nvPr>
            <p:extLst/>
          </p:nvPr>
        </p:nvGraphicFramePr>
        <p:xfrm>
          <a:off x="395536" y="817137"/>
          <a:ext cx="8136904" cy="1828800"/>
        </p:xfrm>
        <a:graphic>
          <a:graphicData uri="http://schemas.openxmlformats.org/drawingml/2006/table">
            <a:tbl>
              <a:tblPr firstRow="1" bandRow="1">
                <a:tableStyleId>{5C22544A-7EE6-4342-B048-85BDC9FD1C3A}</a:tableStyleId>
              </a:tblPr>
              <a:tblGrid>
                <a:gridCol w="2114549">
                  <a:extLst>
                    <a:ext uri="{9D8B030D-6E8A-4147-A177-3AD203B41FA5}">
                      <a16:colId xmlns:a16="http://schemas.microsoft.com/office/drawing/2014/main" val="3198696160"/>
                    </a:ext>
                  </a:extLst>
                </a:gridCol>
                <a:gridCol w="6022355">
                  <a:extLst>
                    <a:ext uri="{9D8B030D-6E8A-4147-A177-3AD203B41FA5}">
                      <a16:colId xmlns:a16="http://schemas.microsoft.com/office/drawing/2014/main" val="2293671362"/>
                    </a:ext>
                  </a:extLst>
                </a:gridCol>
              </a:tblGrid>
              <a:tr h="157140">
                <a:tc>
                  <a:txBody>
                    <a:bodyPr/>
                    <a:lstStyle/>
                    <a:p>
                      <a:pPr algn="ctr"/>
                      <a:r>
                        <a:rPr lang="fr-FR" sz="1000" dirty="0" smtClean="0">
                          <a:solidFill>
                            <a:schemeClr val="tx1"/>
                          </a:solidFill>
                        </a:rPr>
                        <a:t>KPI</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fr-FR" sz="1000" dirty="0" smtClean="0">
                          <a:solidFill>
                            <a:schemeClr val="tx1"/>
                          </a:solidFill>
                        </a:rPr>
                        <a:t>Définition</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996905845"/>
                  </a:ext>
                </a:extLst>
              </a:tr>
              <a:tr h="333922">
                <a:tc>
                  <a:txBody>
                    <a:bodyPr/>
                    <a:lstStyle/>
                    <a:p>
                      <a:r>
                        <a:rPr lang="fr-FR" sz="800" b="1" dirty="0" smtClean="0"/>
                        <a:t>Montant de la production nette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fr-FR" sz="700" b="1" dirty="0" smtClean="0"/>
                        <a:t>Crédit classique : </a:t>
                      </a:r>
                      <a:r>
                        <a:rPr lang="fr-FR" sz="700" dirty="0" smtClean="0"/>
                        <a:t>Montant net additionnel qui correspond au montant octroyé au client suite à une opération de rachat d'un encours existant.</a:t>
                      </a:r>
                    </a:p>
                    <a:p>
                      <a:r>
                        <a:rPr lang="fr-FR" sz="700" dirty="0" smtClean="0"/>
                        <a:t>Dans le cas où il s'agit d'un montage sans RPA, le montant net correspond au montant de crédit.</a:t>
                      </a:r>
                    </a:p>
                    <a:p>
                      <a:endParaRPr lang="fr-FR" sz="700" dirty="0" smtClean="0"/>
                    </a:p>
                    <a:p>
                      <a:r>
                        <a:rPr lang="fr-FR" sz="700" b="1" dirty="0" smtClean="0"/>
                        <a:t>LOA : </a:t>
                      </a:r>
                      <a:r>
                        <a:rPr lang="fr-FR" sz="700" dirty="0" smtClean="0"/>
                        <a:t>Montant de crédit déduction faite du dépôt de garantie et du PLM (Premier loyer majoré).</a:t>
                      </a:r>
                      <a:endParaRPr lang="fr-FR" sz="7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188214"/>
                  </a:ext>
                </a:extLst>
              </a:tr>
              <a:tr h="137497">
                <a:tc>
                  <a:txBody>
                    <a:bodyPr/>
                    <a:lstStyle/>
                    <a:p>
                      <a:r>
                        <a:rPr lang="fr-FR" sz="800" b="1" dirty="0" smtClean="0"/>
                        <a:t>Nombre de clients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Nombre de clients distincts associés au nombre de dossiers financés.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905654"/>
                  </a:ext>
                </a:extLst>
              </a:tr>
              <a:tr h="137497">
                <a:tc>
                  <a:txBody>
                    <a:bodyPr/>
                    <a:lstStyle/>
                    <a:p>
                      <a:r>
                        <a:rPr lang="fr-FR" sz="800" b="1" dirty="0" smtClean="0"/>
                        <a:t>Part</a:t>
                      </a:r>
                      <a:r>
                        <a:rPr lang="fr-FR" sz="800" b="1" baseline="0" dirty="0" smtClean="0"/>
                        <a:t> des clients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clients par axe d'analyse et le nombre total de clients .</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272069"/>
                  </a:ext>
                </a:extLst>
              </a:tr>
              <a:tr h="137497">
                <a:tc>
                  <a:txBody>
                    <a:bodyPr/>
                    <a:lstStyle/>
                    <a:p>
                      <a:r>
                        <a:rPr lang="fr-FR" sz="800" b="1" dirty="0" smtClean="0"/>
                        <a:t>Nombre de nouveaux clients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Nombre</a:t>
                      </a:r>
                      <a:r>
                        <a:rPr lang="fr-FR" sz="700" b="0" kern="1200" baseline="0" dirty="0" smtClean="0">
                          <a:solidFill>
                            <a:schemeClr val="dk1"/>
                          </a:solidFill>
                          <a:latin typeface="+mn-lt"/>
                          <a:ea typeface="+mn-ea"/>
                          <a:cs typeface="+mn-cs"/>
                        </a:rPr>
                        <a:t> de</a:t>
                      </a:r>
                      <a:r>
                        <a:rPr lang="fr-FR" sz="700" b="0" kern="1200" dirty="0" smtClean="0">
                          <a:solidFill>
                            <a:schemeClr val="dk1"/>
                          </a:solidFill>
                          <a:latin typeface="+mn-lt"/>
                          <a:ea typeface="+mn-ea"/>
                          <a:cs typeface="+mn-cs"/>
                        </a:rPr>
                        <a:t> clients n’ayant jamais contracté de crédit auprès d'</a:t>
                      </a:r>
                      <a:r>
                        <a:rPr lang="fr-FR" sz="700" b="0" kern="1200" dirty="0" err="1" smtClean="0">
                          <a:solidFill>
                            <a:schemeClr val="dk1"/>
                          </a:solidFill>
                          <a:latin typeface="+mn-lt"/>
                          <a:ea typeface="+mn-ea"/>
                          <a:cs typeface="+mn-cs"/>
                        </a:rPr>
                        <a:t>Eqdom</a:t>
                      </a:r>
                      <a:r>
                        <a:rPr lang="fr-FR" sz="700" b="0" kern="1200" dirty="0" smtClean="0">
                          <a:solidFill>
                            <a:schemeClr val="dk1"/>
                          </a:solidFill>
                          <a:latin typeface="+mn-lt"/>
                          <a:ea typeface="+mn-ea"/>
                          <a:cs typeface="+mn-cs"/>
                        </a:rPr>
                        <a:t>.</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842647"/>
                  </a:ext>
                </a:extLst>
              </a:tr>
              <a:tr h="137497">
                <a:tc>
                  <a:txBody>
                    <a:bodyPr/>
                    <a:lstStyle/>
                    <a:p>
                      <a:r>
                        <a:rPr lang="fr-FR" sz="800" b="1" dirty="0" smtClean="0"/>
                        <a:t>Nombre de dossiers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Nombre de dossiers financés / ayant subi un déblocage.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01016"/>
                  </a:ext>
                </a:extLst>
              </a:tr>
              <a:tr h="137497">
                <a:tc>
                  <a:txBody>
                    <a:bodyPr/>
                    <a:lstStyle/>
                    <a:p>
                      <a:r>
                        <a:rPr lang="fr-FR" sz="800" b="1" dirty="0" smtClean="0"/>
                        <a:t>Part des dossiers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dossiers financés par axe d'analyse et le nombre total de dossiers financés.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3389749"/>
                  </a:ext>
                </a:extLst>
              </a:tr>
            </a:tbl>
          </a:graphicData>
        </a:graphic>
      </p:graphicFrame>
      <p:sp>
        <p:nvSpPr>
          <p:cNvPr id="6" name="ZoneTexte 5"/>
          <p:cNvSpPr txBox="1"/>
          <p:nvPr/>
        </p:nvSpPr>
        <p:spPr>
          <a:xfrm>
            <a:off x="395536" y="2854940"/>
            <a:ext cx="1152128" cy="261610"/>
          </a:xfrm>
          <a:prstGeom prst="rect">
            <a:avLst/>
          </a:prstGeom>
          <a:noFill/>
        </p:spPr>
        <p:txBody>
          <a:bodyPr wrap="square" rtlCol="0">
            <a:spAutoFit/>
          </a:bodyPr>
          <a:lstStyle/>
          <a:p>
            <a:r>
              <a:rPr lang="fr-FR" sz="1100" b="1" i="1" dirty="0" smtClean="0"/>
              <a:t>Encours :</a:t>
            </a:r>
            <a:endParaRPr lang="fr-FR" sz="1100" b="1" i="1" dirty="0"/>
          </a:p>
        </p:txBody>
      </p:sp>
      <p:graphicFrame>
        <p:nvGraphicFramePr>
          <p:cNvPr id="7" name="Tableau 6"/>
          <p:cNvGraphicFramePr>
            <a:graphicFrameLocks noGrp="1"/>
          </p:cNvGraphicFramePr>
          <p:nvPr>
            <p:extLst/>
          </p:nvPr>
        </p:nvGraphicFramePr>
        <p:xfrm>
          <a:off x="395536" y="3116550"/>
          <a:ext cx="8136904" cy="1431202"/>
        </p:xfrm>
        <a:graphic>
          <a:graphicData uri="http://schemas.openxmlformats.org/drawingml/2006/table">
            <a:tbl>
              <a:tblPr firstRow="1" bandRow="1">
                <a:tableStyleId>{5C22544A-7EE6-4342-B048-85BDC9FD1C3A}</a:tableStyleId>
              </a:tblPr>
              <a:tblGrid>
                <a:gridCol w="2114549">
                  <a:extLst>
                    <a:ext uri="{9D8B030D-6E8A-4147-A177-3AD203B41FA5}">
                      <a16:colId xmlns:a16="http://schemas.microsoft.com/office/drawing/2014/main" val="3198696160"/>
                    </a:ext>
                  </a:extLst>
                </a:gridCol>
                <a:gridCol w="6022355">
                  <a:extLst>
                    <a:ext uri="{9D8B030D-6E8A-4147-A177-3AD203B41FA5}">
                      <a16:colId xmlns:a16="http://schemas.microsoft.com/office/drawing/2014/main" val="2293671362"/>
                    </a:ext>
                  </a:extLst>
                </a:gridCol>
              </a:tblGrid>
              <a:tr h="0">
                <a:tc>
                  <a:txBody>
                    <a:bodyPr/>
                    <a:lstStyle/>
                    <a:p>
                      <a:pPr algn="ctr"/>
                      <a:r>
                        <a:rPr lang="fr-FR" sz="1000" dirty="0" smtClean="0">
                          <a:solidFill>
                            <a:schemeClr val="tx1"/>
                          </a:solidFill>
                        </a:rPr>
                        <a:t>KPI</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fr-FR" sz="1000" dirty="0" smtClean="0">
                          <a:solidFill>
                            <a:schemeClr val="tx1"/>
                          </a:solidFill>
                        </a:rPr>
                        <a:t>Définition</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996905845"/>
                  </a:ext>
                </a:extLst>
              </a:tr>
              <a:tr h="333922">
                <a:tc>
                  <a:txBody>
                    <a:bodyPr/>
                    <a:lstStyle/>
                    <a:p>
                      <a:r>
                        <a:rPr lang="fr-FR" sz="800" b="1" dirty="0" smtClean="0"/>
                        <a:t>Encours brut financier</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fr-FR" sz="700" b="0" dirty="0" smtClean="0"/>
                        <a:t>Capital à échoir sommé au capital échu + intérêts échus + TVA échue</a:t>
                      </a:r>
                    </a:p>
                    <a:p>
                      <a:r>
                        <a:rPr lang="fr-FR" sz="700" b="0" dirty="0" smtClean="0"/>
                        <a:t>Spécificité LOA au niveau de la formule de calcul.</a:t>
                      </a:r>
                      <a:endParaRPr lang="fr-FR" sz="7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188214"/>
                  </a:ext>
                </a:extLst>
              </a:tr>
              <a:tr h="137497">
                <a:tc>
                  <a:txBody>
                    <a:bodyPr/>
                    <a:lstStyle/>
                    <a:p>
                      <a:r>
                        <a:rPr lang="fr-FR" sz="800" b="1" dirty="0" smtClean="0"/>
                        <a:t>Encours sain</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(Capital à échoir sommé au capital échu + intérêts échus + TVA échue) des dossiers en situation saine.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905654"/>
                  </a:ext>
                </a:extLst>
              </a:tr>
              <a:tr h="137497">
                <a:tc>
                  <a:txBody>
                    <a:bodyPr/>
                    <a:lstStyle/>
                    <a:p>
                      <a:r>
                        <a:rPr lang="fr-FR" sz="800" b="1" dirty="0" smtClean="0"/>
                        <a:t>Nombre de clients actifs sains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Nombre de clients actifs à la date de l'arrêté (encours &gt; 0) dont tous / au moins un dossier sont en situation saine.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272069"/>
                  </a:ext>
                </a:extLst>
              </a:tr>
              <a:tr h="137497">
                <a:tc>
                  <a:txBody>
                    <a:bodyPr/>
                    <a:lstStyle/>
                    <a:p>
                      <a:r>
                        <a:rPr lang="fr-FR" sz="800" b="1" dirty="0" smtClean="0"/>
                        <a:t>Encours en défaut</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Somme des encours relatifs aux dossiers en situation de défaut.</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842647"/>
                  </a:ext>
                </a:extLst>
              </a:tr>
              <a:tr h="137497">
                <a:tc>
                  <a:txBody>
                    <a:bodyPr/>
                    <a:lstStyle/>
                    <a:p>
                      <a:r>
                        <a:rPr lang="fr-FR" sz="800" b="1" dirty="0" smtClean="0"/>
                        <a:t>Taux de NPL</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les encours en défaut et les encours bruts.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01016"/>
                  </a:ext>
                </a:extLst>
              </a:tr>
            </a:tbl>
          </a:graphicData>
        </a:graphic>
      </p:graphicFrame>
    </p:spTree>
    <p:extLst>
      <p:ext uri="{BB962C8B-B14F-4D97-AF65-F5344CB8AC3E}">
        <p14:creationId xmlns:p14="http://schemas.microsoft.com/office/powerpoint/2010/main" val="15791804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6891377" y="122934"/>
            <a:ext cx="920983" cy="504600"/>
          </a:xfrm>
          <a:prstGeom prst="rect">
            <a:avLst/>
          </a:prstGeom>
        </p:spPr>
      </p:pic>
      <p:sp>
        <p:nvSpPr>
          <p:cNvPr id="4"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51520" y="188923"/>
            <a:ext cx="7776864" cy="372621"/>
          </a:xfrm>
        </p:spPr>
        <p:txBody>
          <a:bodyPr/>
          <a:lstStyle/>
          <a:p>
            <a:r>
              <a:rPr lang="fr-FR" sz="1400" b="1" dirty="0" smtClean="0">
                <a:latin typeface="Arial" panose="020B0604020202020204" pitchFamily="34" charset="0"/>
                <a:cs typeface="Arial" panose="020B0604020202020204" pitchFamily="34" charset="0"/>
              </a:rPr>
              <a:t>Liste exhaustive des </a:t>
            </a:r>
            <a:r>
              <a:rPr lang="fr-FR" sz="1400" b="1" dirty="0" err="1" smtClean="0">
                <a:latin typeface="Arial" panose="020B0604020202020204" pitchFamily="34" charset="0"/>
                <a:cs typeface="Arial" panose="020B0604020202020204" pitchFamily="34" charset="0"/>
              </a:rPr>
              <a:t>KPIs</a:t>
            </a:r>
            <a:r>
              <a:rPr lang="fr-FR" sz="1400" b="1" dirty="0" smtClean="0">
                <a:latin typeface="Arial" panose="020B0604020202020204" pitchFamily="34" charset="0"/>
                <a:cs typeface="Arial" panose="020B0604020202020204" pitchFamily="34" charset="0"/>
              </a:rPr>
              <a:t> identifiés sur le </a:t>
            </a:r>
            <a:r>
              <a:rPr lang="fr-FR" sz="1400" b="1" dirty="0" err="1" smtClean="0">
                <a:latin typeface="Arial" panose="020B0604020202020204" pitchFamily="34" charset="0"/>
                <a:cs typeface="Arial" panose="020B0604020202020204" pitchFamily="34" charset="0"/>
              </a:rPr>
              <a:t>TdB</a:t>
            </a:r>
            <a:r>
              <a:rPr lang="fr-FR" sz="1400" b="1" dirty="0" smtClean="0">
                <a:latin typeface="Arial" panose="020B0604020202020204" pitchFamily="34" charset="0"/>
                <a:cs typeface="Arial" panose="020B0604020202020204" pitchFamily="34" charset="0"/>
              </a:rPr>
              <a:t> « Performance Globale »</a:t>
            </a:r>
            <a:endParaRPr lang="fr-FR" sz="1400" b="1" dirty="0">
              <a:solidFill>
                <a:schemeClr val="bg1">
                  <a:lumMod val="10000"/>
                </a:schemeClr>
              </a:solidFill>
              <a:latin typeface="Arial" panose="020B0604020202020204" pitchFamily="34" charset="0"/>
              <a:cs typeface="Arial" panose="020B0604020202020204" pitchFamily="34" charset="0"/>
            </a:endParaRPr>
          </a:p>
        </p:txBody>
      </p:sp>
      <p:sp>
        <p:nvSpPr>
          <p:cNvPr id="2" name="ZoneTexte 1"/>
          <p:cNvSpPr txBox="1"/>
          <p:nvPr/>
        </p:nvSpPr>
        <p:spPr>
          <a:xfrm>
            <a:off x="395536" y="483518"/>
            <a:ext cx="1152128" cy="261610"/>
          </a:xfrm>
          <a:prstGeom prst="rect">
            <a:avLst/>
          </a:prstGeom>
          <a:noFill/>
        </p:spPr>
        <p:txBody>
          <a:bodyPr wrap="square" rtlCol="0">
            <a:spAutoFit/>
          </a:bodyPr>
          <a:lstStyle/>
          <a:p>
            <a:r>
              <a:rPr lang="fr-FR" sz="1100" b="1" i="1" dirty="0" smtClean="0"/>
              <a:t>Délai :</a:t>
            </a:r>
            <a:endParaRPr lang="fr-FR" sz="1100" b="1" i="1" dirty="0"/>
          </a:p>
        </p:txBody>
      </p:sp>
      <p:graphicFrame>
        <p:nvGraphicFramePr>
          <p:cNvPr id="5" name="Tableau 4"/>
          <p:cNvGraphicFramePr>
            <a:graphicFrameLocks noGrp="1"/>
          </p:cNvGraphicFramePr>
          <p:nvPr>
            <p:extLst/>
          </p:nvPr>
        </p:nvGraphicFramePr>
        <p:xfrm>
          <a:off x="395536" y="745129"/>
          <a:ext cx="8136904" cy="2072640"/>
        </p:xfrm>
        <a:graphic>
          <a:graphicData uri="http://schemas.openxmlformats.org/drawingml/2006/table">
            <a:tbl>
              <a:tblPr firstRow="1" bandRow="1">
                <a:tableStyleId>{5C22544A-7EE6-4342-B048-85BDC9FD1C3A}</a:tableStyleId>
              </a:tblPr>
              <a:tblGrid>
                <a:gridCol w="2114549">
                  <a:extLst>
                    <a:ext uri="{9D8B030D-6E8A-4147-A177-3AD203B41FA5}">
                      <a16:colId xmlns:a16="http://schemas.microsoft.com/office/drawing/2014/main" val="3198696160"/>
                    </a:ext>
                  </a:extLst>
                </a:gridCol>
                <a:gridCol w="6022355">
                  <a:extLst>
                    <a:ext uri="{9D8B030D-6E8A-4147-A177-3AD203B41FA5}">
                      <a16:colId xmlns:a16="http://schemas.microsoft.com/office/drawing/2014/main" val="2293671362"/>
                    </a:ext>
                  </a:extLst>
                </a:gridCol>
              </a:tblGrid>
              <a:tr h="172539">
                <a:tc>
                  <a:txBody>
                    <a:bodyPr/>
                    <a:lstStyle/>
                    <a:p>
                      <a:pPr algn="ctr"/>
                      <a:r>
                        <a:rPr lang="fr-FR" sz="1000" dirty="0" smtClean="0">
                          <a:solidFill>
                            <a:schemeClr val="tx1"/>
                          </a:solidFill>
                        </a:rPr>
                        <a:t>KPI</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fr-FR" sz="1000" dirty="0" smtClean="0">
                          <a:solidFill>
                            <a:schemeClr val="tx1"/>
                          </a:solidFill>
                        </a:rPr>
                        <a:t>Définition</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996905845"/>
                  </a:ext>
                </a:extLst>
              </a:tr>
              <a:tr h="150972">
                <a:tc>
                  <a:txBody>
                    <a:bodyPr/>
                    <a:lstStyle/>
                    <a:p>
                      <a:r>
                        <a:rPr lang="en-US" sz="800" b="1" dirty="0" smtClean="0"/>
                        <a:t>TTS </a:t>
                      </a:r>
                      <a:r>
                        <a:rPr lang="en-US" sz="800" b="1" dirty="0" err="1" smtClean="0"/>
                        <a:t>moyen</a:t>
                      </a:r>
                      <a:r>
                        <a:rPr lang="en-US" sz="800" b="1" dirty="0" smtClean="0"/>
                        <a:t> (Time to submit)</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fr-FR" sz="700" b="0" dirty="0" smtClean="0"/>
                        <a:t>Délai en heure entre le dépôt du dossier et sa soumission. (Hors jours fériés, heures non ouvrées, Hors Week-ends.)</a:t>
                      </a:r>
                      <a:endParaRPr lang="fr-FR" sz="7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188214"/>
                  </a:ext>
                </a:extLst>
              </a:tr>
              <a:tr h="215674">
                <a:tc>
                  <a:txBody>
                    <a:bodyPr/>
                    <a:lstStyle/>
                    <a:p>
                      <a:r>
                        <a:rPr lang="en-US" sz="800" b="1" dirty="0" smtClean="0"/>
                        <a:t>TTY </a:t>
                      </a:r>
                      <a:r>
                        <a:rPr lang="en-US" sz="800" b="1" dirty="0" err="1" smtClean="0"/>
                        <a:t>moyen</a:t>
                      </a:r>
                      <a:r>
                        <a:rPr lang="en-US" sz="800" b="1" dirty="0" smtClean="0"/>
                        <a:t> (Time to yes)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Délai en heure entre la soumission du dossier pour décision (passage au WF) et la 1ère décision (acceptée ou rejetée). (Hors jours fériés, heures non ouvrées, Hors Week-ends.)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905654"/>
                  </a:ext>
                </a:extLst>
              </a:tr>
              <a:tr h="215674">
                <a:tc>
                  <a:txBody>
                    <a:bodyPr/>
                    <a:lstStyle/>
                    <a:p>
                      <a:r>
                        <a:rPr lang="en-US" sz="800" b="1" dirty="0" smtClean="0"/>
                        <a:t>TTC </a:t>
                      </a:r>
                      <a:r>
                        <a:rPr lang="en-US" sz="800" b="1" dirty="0" err="1" smtClean="0"/>
                        <a:t>moyen</a:t>
                      </a:r>
                      <a:r>
                        <a:rPr lang="en-US" sz="800" b="1" dirty="0" smtClean="0"/>
                        <a:t> (Time to cash)</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Délai en heure entre la soumission du dossier pour décision (passage au WF) et le financement. (Hors jours fériés, heures non ouvrées, Hors Week-ends.)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272069"/>
                  </a:ext>
                </a:extLst>
              </a:tr>
              <a:tr h="237241">
                <a:tc>
                  <a:txBody>
                    <a:bodyPr/>
                    <a:lstStyle/>
                    <a:p>
                      <a:r>
                        <a:rPr lang="fr-FR" sz="800" b="1" dirty="0" smtClean="0"/>
                        <a:t>Part des dossiers acceptés en moins de 2H</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de dossiers acceptés en moins de 2H et le nombre total de dossiers acceptés.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842647"/>
                  </a:ext>
                </a:extLst>
              </a:tr>
              <a:tr h="237241">
                <a:tc>
                  <a:txBody>
                    <a:bodyPr/>
                    <a:lstStyle/>
                    <a:p>
                      <a:r>
                        <a:rPr lang="fr-FR" sz="800" b="1" dirty="0" smtClean="0"/>
                        <a:t>Part des dossiers acceptés en moins de 4H</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de dossiers acceptés en moins de 4H et le nombre total de dossiers acceptés.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01016"/>
                  </a:ext>
                </a:extLst>
              </a:tr>
              <a:tr h="237241">
                <a:tc>
                  <a:txBody>
                    <a:bodyPr/>
                    <a:lstStyle/>
                    <a:p>
                      <a:r>
                        <a:rPr lang="fr-FR" sz="800" b="1" dirty="0" smtClean="0"/>
                        <a:t>Part des dossiers acceptés en moins de 8H</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de dossiers acceptés en moins de 8H et le nombre total de dossiers acceptés.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3389749"/>
                  </a:ext>
                </a:extLst>
              </a:tr>
            </a:tbl>
          </a:graphicData>
        </a:graphic>
      </p:graphicFrame>
      <p:sp>
        <p:nvSpPr>
          <p:cNvPr id="6" name="ZoneTexte 5"/>
          <p:cNvSpPr txBox="1"/>
          <p:nvPr/>
        </p:nvSpPr>
        <p:spPr>
          <a:xfrm>
            <a:off x="395536" y="2859782"/>
            <a:ext cx="1152128" cy="261610"/>
          </a:xfrm>
          <a:prstGeom prst="rect">
            <a:avLst/>
          </a:prstGeom>
          <a:noFill/>
        </p:spPr>
        <p:txBody>
          <a:bodyPr wrap="square" rtlCol="0">
            <a:spAutoFit/>
          </a:bodyPr>
          <a:lstStyle/>
          <a:p>
            <a:r>
              <a:rPr lang="fr-FR" sz="1100" b="1" i="1" dirty="0" smtClean="0"/>
              <a:t>Risques :</a:t>
            </a:r>
            <a:endParaRPr lang="fr-FR" sz="1100" b="1" i="1" dirty="0"/>
          </a:p>
        </p:txBody>
      </p:sp>
      <p:graphicFrame>
        <p:nvGraphicFramePr>
          <p:cNvPr id="7" name="Tableau 6"/>
          <p:cNvGraphicFramePr>
            <a:graphicFrameLocks noGrp="1"/>
          </p:cNvGraphicFramePr>
          <p:nvPr>
            <p:extLst/>
          </p:nvPr>
        </p:nvGraphicFramePr>
        <p:xfrm>
          <a:off x="395536" y="3121392"/>
          <a:ext cx="8136904" cy="1981200"/>
        </p:xfrm>
        <a:graphic>
          <a:graphicData uri="http://schemas.openxmlformats.org/drawingml/2006/table">
            <a:tbl>
              <a:tblPr firstRow="1" bandRow="1">
                <a:tableStyleId>{5C22544A-7EE6-4342-B048-85BDC9FD1C3A}</a:tableStyleId>
              </a:tblPr>
              <a:tblGrid>
                <a:gridCol w="2114549">
                  <a:extLst>
                    <a:ext uri="{9D8B030D-6E8A-4147-A177-3AD203B41FA5}">
                      <a16:colId xmlns:a16="http://schemas.microsoft.com/office/drawing/2014/main" val="3198696160"/>
                    </a:ext>
                  </a:extLst>
                </a:gridCol>
                <a:gridCol w="6022355">
                  <a:extLst>
                    <a:ext uri="{9D8B030D-6E8A-4147-A177-3AD203B41FA5}">
                      <a16:colId xmlns:a16="http://schemas.microsoft.com/office/drawing/2014/main" val="2293671362"/>
                    </a:ext>
                  </a:extLst>
                </a:gridCol>
              </a:tblGrid>
              <a:tr h="158913">
                <a:tc>
                  <a:txBody>
                    <a:bodyPr/>
                    <a:lstStyle/>
                    <a:p>
                      <a:pPr algn="ctr"/>
                      <a:r>
                        <a:rPr lang="fr-FR" sz="1000" dirty="0" smtClean="0">
                          <a:solidFill>
                            <a:schemeClr val="tx1"/>
                          </a:solidFill>
                        </a:rPr>
                        <a:t>KPI</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fr-FR" sz="1000" dirty="0" smtClean="0">
                          <a:solidFill>
                            <a:schemeClr val="tx1"/>
                          </a:solidFill>
                        </a:rPr>
                        <a:t>Définition</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996905845"/>
                  </a:ext>
                </a:extLst>
              </a:tr>
              <a:tr h="217621">
                <a:tc>
                  <a:txBody>
                    <a:bodyPr/>
                    <a:lstStyle/>
                    <a:p>
                      <a:r>
                        <a:rPr lang="fr-FR" sz="800" b="1" dirty="0" smtClean="0"/>
                        <a:t>Taux de HR 4</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fr-FR" sz="700" b="0" dirty="0" smtClean="0"/>
                        <a:t>Taux de High </a:t>
                      </a:r>
                      <a:r>
                        <a:rPr lang="fr-FR" sz="700" b="0" dirty="0" err="1" smtClean="0"/>
                        <a:t>Risk</a:t>
                      </a:r>
                      <a:r>
                        <a:rPr lang="fr-FR" sz="700" b="0" dirty="0" smtClean="0"/>
                        <a:t> à 4 mois : Ratio entre le nombre de dossiers en défaut après 4 échéances et le nombre total de dossiers financés.</a:t>
                      </a:r>
                    </a:p>
                    <a:p>
                      <a:r>
                        <a:rPr lang="fr-FR" sz="700" b="0" dirty="0" smtClean="0"/>
                        <a:t>Pas de spécificité LOA.</a:t>
                      </a:r>
                      <a:endParaRPr lang="fr-FR" sz="7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188214"/>
                  </a:ext>
                </a:extLst>
              </a:tr>
              <a:tr h="268166">
                <a:tc>
                  <a:txBody>
                    <a:bodyPr/>
                    <a:lstStyle/>
                    <a:p>
                      <a:r>
                        <a:rPr lang="fr-FR" sz="800" b="1" dirty="0" smtClean="0"/>
                        <a:t>Taux de HR 4 Age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Taux de High </a:t>
                      </a:r>
                      <a:r>
                        <a:rPr lang="fr-FR" sz="700" b="0" kern="1200" dirty="0" err="1" smtClean="0">
                          <a:solidFill>
                            <a:schemeClr val="dk1"/>
                          </a:solidFill>
                          <a:latin typeface="+mn-lt"/>
                          <a:ea typeface="+mn-ea"/>
                          <a:cs typeface="+mn-cs"/>
                        </a:rPr>
                        <a:t>Risk</a:t>
                      </a:r>
                      <a:r>
                        <a:rPr lang="fr-FR" sz="700" b="0" kern="1200" dirty="0" smtClean="0">
                          <a:solidFill>
                            <a:schemeClr val="dk1"/>
                          </a:solidFill>
                          <a:latin typeface="+mn-lt"/>
                          <a:ea typeface="+mn-ea"/>
                          <a:cs typeface="+mn-cs"/>
                        </a:rPr>
                        <a:t> 4 mois basé sur l'âge de l'impayé : Ratio entre le nombre de dossiers avec un âge d'impayé supérieur ou égal à 3 et le nombre total de dossiers financés (observé au 4ème mois)</a:t>
                      </a:r>
                    </a:p>
                    <a:p>
                      <a:pPr marL="0" algn="l" defTabSz="778809" rtl="0" eaLnBrk="1" latinLnBrk="0" hangingPunct="1"/>
                      <a:r>
                        <a:rPr lang="fr-FR" sz="700" b="0" kern="1200" dirty="0" smtClean="0">
                          <a:solidFill>
                            <a:schemeClr val="dk1"/>
                          </a:solidFill>
                          <a:latin typeface="+mn-lt"/>
                          <a:ea typeface="+mn-ea"/>
                          <a:cs typeface="+mn-cs"/>
                        </a:rPr>
                        <a:t>Spécificité LOA au niveau de la formule de calcul.</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905654"/>
                  </a:ext>
                </a:extLst>
              </a:tr>
              <a:tr h="198642">
                <a:tc>
                  <a:txBody>
                    <a:bodyPr/>
                    <a:lstStyle/>
                    <a:p>
                      <a:r>
                        <a:rPr lang="fr-FR" sz="800" b="1" dirty="0" smtClean="0"/>
                        <a:t>Taux de HR 6</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Taux de High </a:t>
                      </a:r>
                      <a:r>
                        <a:rPr lang="fr-FR" sz="700" b="0" kern="1200" dirty="0" err="1" smtClean="0">
                          <a:solidFill>
                            <a:schemeClr val="dk1"/>
                          </a:solidFill>
                          <a:latin typeface="+mn-lt"/>
                          <a:ea typeface="+mn-ea"/>
                          <a:cs typeface="+mn-cs"/>
                        </a:rPr>
                        <a:t>Risk</a:t>
                      </a:r>
                      <a:r>
                        <a:rPr lang="fr-FR" sz="700" b="0" kern="1200" dirty="0" smtClean="0">
                          <a:solidFill>
                            <a:schemeClr val="dk1"/>
                          </a:solidFill>
                          <a:latin typeface="+mn-lt"/>
                          <a:ea typeface="+mn-ea"/>
                          <a:cs typeface="+mn-cs"/>
                        </a:rPr>
                        <a:t> à 6 mois : Ratio entre le nombre de dossiers en défaut après 6 échéances et le nombre total de dossiers financés.</a:t>
                      </a:r>
                    </a:p>
                    <a:p>
                      <a:pPr marL="0" algn="l" defTabSz="778809" rtl="0" eaLnBrk="1" latinLnBrk="0" hangingPunct="1"/>
                      <a:r>
                        <a:rPr lang="fr-FR" sz="700" b="0" kern="1200" dirty="0" smtClean="0">
                          <a:solidFill>
                            <a:schemeClr val="dk1"/>
                          </a:solidFill>
                          <a:latin typeface="+mn-lt"/>
                          <a:ea typeface="+mn-ea"/>
                          <a:cs typeface="+mn-cs"/>
                        </a:rPr>
                        <a:t>Pas de spécificité LOA.</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272069"/>
                  </a:ext>
                </a:extLst>
              </a:tr>
              <a:tr h="268166">
                <a:tc>
                  <a:txBody>
                    <a:bodyPr/>
                    <a:lstStyle/>
                    <a:p>
                      <a:r>
                        <a:rPr lang="fr-FR" sz="800" b="1" dirty="0" smtClean="0"/>
                        <a:t>Taux de HR 6</a:t>
                      </a:r>
                      <a:r>
                        <a:rPr lang="fr-FR" sz="800" b="1" baseline="0" dirty="0" smtClean="0"/>
                        <a:t> Age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Taux de High </a:t>
                      </a:r>
                      <a:r>
                        <a:rPr lang="fr-FR" sz="700" b="0" kern="1200" dirty="0" err="1" smtClean="0">
                          <a:solidFill>
                            <a:schemeClr val="dk1"/>
                          </a:solidFill>
                          <a:latin typeface="+mn-lt"/>
                          <a:ea typeface="+mn-ea"/>
                          <a:cs typeface="+mn-cs"/>
                        </a:rPr>
                        <a:t>Risk</a:t>
                      </a:r>
                      <a:r>
                        <a:rPr lang="fr-FR" sz="700" b="0" kern="1200" dirty="0" smtClean="0">
                          <a:solidFill>
                            <a:schemeClr val="dk1"/>
                          </a:solidFill>
                          <a:latin typeface="+mn-lt"/>
                          <a:ea typeface="+mn-ea"/>
                          <a:cs typeface="+mn-cs"/>
                        </a:rPr>
                        <a:t> 6 mois basé sur l'âge de l'impayé : Ratio entre le nombre de dossiers avec un âge d'impayé </a:t>
                      </a:r>
                      <a:r>
                        <a:rPr lang="fr-FR" sz="700" b="0" kern="1200" dirty="0" err="1" smtClean="0">
                          <a:solidFill>
                            <a:schemeClr val="dk1"/>
                          </a:solidFill>
                          <a:latin typeface="+mn-lt"/>
                          <a:ea typeface="+mn-ea"/>
                          <a:cs typeface="+mn-cs"/>
                        </a:rPr>
                        <a:t>superieur</a:t>
                      </a:r>
                      <a:r>
                        <a:rPr lang="fr-FR" sz="700" b="0" kern="1200" dirty="0" smtClean="0">
                          <a:solidFill>
                            <a:schemeClr val="dk1"/>
                          </a:solidFill>
                          <a:latin typeface="+mn-lt"/>
                          <a:ea typeface="+mn-ea"/>
                          <a:cs typeface="+mn-cs"/>
                        </a:rPr>
                        <a:t> ou égal à 3 et le nombre total de dossiers financés (observé au 6ème mois)</a:t>
                      </a:r>
                    </a:p>
                    <a:p>
                      <a:pPr marL="0" algn="l" defTabSz="778809" rtl="0" eaLnBrk="1" latinLnBrk="0" hangingPunct="1"/>
                      <a:r>
                        <a:rPr lang="fr-FR" sz="700" b="0" kern="1200" dirty="0" smtClean="0">
                          <a:solidFill>
                            <a:schemeClr val="dk1"/>
                          </a:solidFill>
                          <a:latin typeface="+mn-lt"/>
                          <a:ea typeface="+mn-ea"/>
                          <a:cs typeface="+mn-cs"/>
                        </a:rPr>
                        <a:t>Spécificité LOA au niveau de la formule de calcul.</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842647"/>
                  </a:ext>
                </a:extLst>
              </a:tr>
              <a:tr h="139049">
                <a:tc>
                  <a:txBody>
                    <a:bodyPr/>
                    <a:lstStyle/>
                    <a:p>
                      <a:r>
                        <a:rPr lang="fr-FR" sz="800" b="1" dirty="0" smtClean="0"/>
                        <a:t>CNR (Coût net de risque)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Variation de la provision entre le mois de l'arrêté et le mois de décembre de l'année précédente, sommés aux pertes passés jusqu'au mois d'arrêté déduction faite des récupérations dans l'exercice des dossiers soldés par perte.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01016"/>
                  </a:ext>
                </a:extLst>
              </a:tr>
            </a:tbl>
          </a:graphicData>
        </a:graphic>
      </p:graphicFrame>
    </p:spTree>
    <p:extLst>
      <p:ext uri="{BB962C8B-B14F-4D97-AF65-F5344CB8AC3E}">
        <p14:creationId xmlns:p14="http://schemas.microsoft.com/office/powerpoint/2010/main" val="32823070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6891377" y="122934"/>
            <a:ext cx="920983" cy="504600"/>
          </a:xfrm>
          <a:prstGeom prst="rect">
            <a:avLst/>
          </a:prstGeom>
        </p:spPr>
      </p:pic>
      <p:sp>
        <p:nvSpPr>
          <p:cNvPr id="4" name="Espace réservé du texte 7">
            <a:extLst>
              <a:ext uri="{FF2B5EF4-FFF2-40B4-BE49-F238E27FC236}">
                <a16:creationId xmlns:a16="http://schemas.microsoft.com/office/drawing/2014/main" id="{2E4523CC-CADD-8B2B-F484-CC5300972AB7}"/>
              </a:ext>
            </a:extLst>
          </p:cNvPr>
          <p:cNvSpPr>
            <a:spLocks noGrp="1"/>
          </p:cNvSpPr>
          <p:nvPr>
            <p:ph type="body" sz="quarter" idx="10"/>
          </p:nvPr>
        </p:nvSpPr>
        <p:spPr>
          <a:xfrm>
            <a:off x="251520" y="188923"/>
            <a:ext cx="7776864" cy="372621"/>
          </a:xfrm>
        </p:spPr>
        <p:txBody>
          <a:bodyPr/>
          <a:lstStyle/>
          <a:p>
            <a:r>
              <a:rPr lang="fr-FR" sz="1400" b="1" dirty="0" smtClean="0">
                <a:latin typeface="Arial" panose="020B0604020202020204" pitchFamily="34" charset="0"/>
                <a:cs typeface="Arial" panose="020B0604020202020204" pitchFamily="34" charset="0"/>
              </a:rPr>
              <a:t>Liste exhaustive des </a:t>
            </a:r>
            <a:r>
              <a:rPr lang="fr-FR" sz="1400" b="1" dirty="0" err="1" smtClean="0">
                <a:latin typeface="Arial" panose="020B0604020202020204" pitchFamily="34" charset="0"/>
                <a:cs typeface="Arial" panose="020B0604020202020204" pitchFamily="34" charset="0"/>
              </a:rPr>
              <a:t>KPIs</a:t>
            </a:r>
            <a:r>
              <a:rPr lang="fr-FR" sz="1400" b="1" dirty="0" smtClean="0">
                <a:latin typeface="Arial" panose="020B0604020202020204" pitchFamily="34" charset="0"/>
                <a:cs typeface="Arial" panose="020B0604020202020204" pitchFamily="34" charset="0"/>
              </a:rPr>
              <a:t> identifiés sur le </a:t>
            </a:r>
            <a:r>
              <a:rPr lang="fr-FR" sz="1400" b="1" dirty="0" err="1" smtClean="0">
                <a:latin typeface="Arial" panose="020B0604020202020204" pitchFamily="34" charset="0"/>
                <a:cs typeface="Arial" panose="020B0604020202020204" pitchFamily="34" charset="0"/>
              </a:rPr>
              <a:t>TdB</a:t>
            </a:r>
            <a:r>
              <a:rPr lang="fr-FR" sz="1400" b="1" dirty="0" smtClean="0">
                <a:latin typeface="Arial" panose="020B0604020202020204" pitchFamily="34" charset="0"/>
                <a:cs typeface="Arial" panose="020B0604020202020204" pitchFamily="34" charset="0"/>
              </a:rPr>
              <a:t> « Performance Globale »</a:t>
            </a:r>
            <a:endParaRPr lang="fr-FR" sz="1400" b="1" dirty="0">
              <a:solidFill>
                <a:schemeClr val="bg1">
                  <a:lumMod val="10000"/>
                </a:schemeClr>
              </a:solidFill>
              <a:latin typeface="Arial" panose="020B0604020202020204" pitchFamily="34" charset="0"/>
              <a:cs typeface="Arial" panose="020B0604020202020204" pitchFamily="34" charset="0"/>
            </a:endParaRPr>
          </a:p>
        </p:txBody>
      </p:sp>
      <p:sp>
        <p:nvSpPr>
          <p:cNvPr id="2" name="ZoneTexte 1"/>
          <p:cNvSpPr txBox="1"/>
          <p:nvPr/>
        </p:nvSpPr>
        <p:spPr>
          <a:xfrm>
            <a:off x="395536" y="627534"/>
            <a:ext cx="1152128" cy="261610"/>
          </a:xfrm>
          <a:prstGeom prst="rect">
            <a:avLst/>
          </a:prstGeom>
          <a:noFill/>
        </p:spPr>
        <p:txBody>
          <a:bodyPr wrap="square" rtlCol="0">
            <a:spAutoFit/>
          </a:bodyPr>
          <a:lstStyle/>
          <a:p>
            <a:r>
              <a:rPr lang="fr-FR" sz="1100" b="1" i="1" dirty="0" smtClean="0"/>
              <a:t>Attrition :</a:t>
            </a:r>
            <a:endParaRPr lang="fr-FR" sz="1100" b="1" i="1" dirty="0"/>
          </a:p>
        </p:txBody>
      </p:sp>
      <p:graphicFrame>
        <p:nvGraphicFramePr>
          <p:cNvPr id="5" name="Tableau 4"/>
          <p:cNvGraphicFramePr>
            <a:graphicFrameLocks noGrp="1"/>
          </p:cNvGraphicFramePr>
          <p:nvPr>
            <p:extLst/>
          </p:nvPr>
        </p:nvGraphicFramePr>
        <p:xfrm>
          <a:off x="395536" y="889145"/>
          <a:ext cx="8136904" cy="3108960"/>
        </p:xfrm>
        <a:graphic>
          <a:graphicData uri="http://schemas.openxmlformats.org/drawingml/2006/table">
            <a:tbl>
              <a:tblPr firstRow="1" bandRow="1">
                <a:tableStyleId>{5C22544A-7EE6-4342-B048-85BDC9FD1C3A}</a:tableStyleId>
              </a:tblPr>
              <a:tblGrid>
                <a:gridCol w="2114549">
                  <a:extLst>
                    <a:ext uri="{9D8B030D-6E8A-4147-A177-3AD203B41FA5}">
                      <a16:colId xmlns:a16="http://schemas.microsoft.com/office/drawing/2014/main" val="3198696160"/>
                    </a:ext>
                  </a:extLst>
                </a:gridCol>
                <a:gridCol w="6022355">
                  <a:extLst>
                    <a:ext uri="{9D8B030D-6E8A-4147-A177-3AD203B41FA5}">
                      <a16:colId xmlns:a16="http://schemas.microsoft.com/office/drawing/2014/main" val="2293671362"/>
                    </a:ext>
                  </a:extLst>
                </a:gridCol>
              </a:tblGrid>
              <a:tr h="216684">
                <a:tc>
                  <a:txBody>
                    <a:bodyPr/>
                    <a:lstStyle/>
                    <a:p>
                      <a:pPr algn="ctr"/>
                      <a:r>
                        <a:rPr lang="fr-FR" sz="1000" dirty="0" smtClean="0">
                          <a:solidFill>
                            <a:schemeClr val="tx1"/>
                          </a:solidFill>
                        </a:rPr>
                        <a:t>KPI</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fr-FR" sz="1000" dirty="0" smtClean="0">
                          <a:solidFill>
                            <a:schemeClr val="tx1"/>
                          </a:solidFill>
                        </a:rPr>
                        <a:t>Définition</a:t>
                      </a:r>
                      <a:endParaRPr lang="fr-FR"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996905845"/>
                  </a:ext>
                </a:extLst>
              </a:tr>
              <a:tr h="270855">
                <a:tc>
                  <a:txBody>
                    <a:bodyPr/>
                    <a:lstStyle/>
                    <a:p>
                      <a:r>
                        <a:rPr lang="en-US" sz="800" b="1" dirty="0" err="1" smtClean="0"/>
                        <a:t>Nombr</a:t>
                      </a:r>
                      <a:r>
                        <a:rPr lang="en-US" sz="800" b="1" baseline="0" dirty="0" err="1" smtClean="0"/>
                        <a:t>e</a:t>
                      </a:r>
                      <a:r>
                        <a:rPr lang="en-US" sz="800" b="1" baseline="0" dirty="0" smtClean="0"/>
                        <a:t> </a:t>
                      </a:r>
                      <a:r>
                        <a:rPr lang="en-US" sz="800" b="1" dirty="0" smtClean="0"/>
                        <a:t>de clients perdus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fr-FR" sz="700" b="0" dirty="0" smtClean="0"/>
                        <a:t>Nombre de clients dont tous les dossiers sains ont été soldés avant l'échéance fin théorique de 3 mois (les clients ayant soldé leurs dossiers 2 mois avant la fin de l'échéance ne sont pas considérés comme perdus).</a:t>
                      </a:r>
                      <a:endParaRPr lang="fr-FR" sz="7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188214"/>
                  </a:ext>
                </a:extLst>
              </a:tr>
              <a:tr h="270855">
                <a:tc>
                  <a:txBody>
                    <a:bodyPr/>
                    <a:lstStyle/>
                    <a:p>
                      <a:r>
                        <a:rPr lang="fr-FR" sz="800" b="1" dirty="0" smtClean="0"/>
                        <a:t>Nombre de clients perdus partiellement</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Nombre de clients ayant soldé au moins un dossier sain avant l'échéance fin théorique de 3 mois (les clients ayant soldé leurs dossiers 2 mois avant la fin de l'échéance ne sont pas considérés comme perdus) tout en restant actif à la date d'arrêté.</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905654"/>
                  </a:ext>
                </a:extLst>
              </a:tr>
              <a:tr h="297941">
                <a:tc>
                  <a:txBody>
                    <a:bodyPr/>
                    <a:lstStyle/>
                    <a:p>
                      <a:r>
                        <a:rPr lang="fr-FR" sz="800" b="1" dirty="0" smtClean="0"/>
                        <a:t>Part des clients perdus par rapport au stock de clients actifs (en nombre)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clients perdus et le stock de clients actifs (en nombre).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272069"/>
                  </a:ext>
                </a:extLst>
              </a:tr>
              <a:tr h="297941">
                <a:tc>
                  <a:txBody>
                    <a:bodyPr/>
                    <a:lstStyle/>
                    <a:p>
                      <a:r>
                        <a:rPr lang="fr-FR" sz="800" b="1" dirty="0" smtClean="0"/>
                        <a:t>Part des clients perdus par rapport au stock de clients actifs (en montant)</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montant des encours associés au nombre de clients perdus et le montant total des encours sains.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842647"/>
                  </a:ext>
                </a:extLst>
              </a:tr>
              <a:tr h="406283">
                <a:tc>
                  <a:txBody>
                    <a:bodyPr/>
                    <a:lstStyle/>
                    <a:p>
                      <a:r>
                        <a:rPr lang="fr-FR" sz="800" b="1" dirty="0" smtClean="0"/>
                        <a:t>Part des clients perdus partiellement par rapport au stock de clients actifs (en nombre)</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clients perdus partiellement et le stock de clients actifs (en nombre).</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01016"/>
                  </a:ext>
                </a:extLst>
              </a:tr>
              <a:tr h="406283">
                <a:tc>
                  <a:txBody>
                    <a:bodyPr/>
                    <a:lstStyle/>
                    <a:p>
                      <a:r>
                        <a:rPr lang="fr-FR" sz="800" b="1" dirty="0" smtClean="0"/>
                        <a:t>Part des clients perdus partiellement par rapport au stock de clients actifs (en montant)</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montant des encours associés au nombre de clients perdus partiellement et le montant total des encours sains.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3389749"/>
                  </a:ext>
                </a:extLst>
              </a:tr>
              <a:tr h="297941">
                <a:tc>
                  <a:txBody>
                    <a:bodyPr/>
                    <a:lstStyle/>
                    <a:p>
                      <a:r>
                        <a:rPr lang="fr-FR" sz="800" b="1" dirty="0" smtClean="0"/>
                        <a:t>Ratio clients perdus sur nouveaux clients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clients perdus et le nombre de nouveaux clients.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181671"/>
                  </a:ext>
                </a:extLst>
              </a:tr>
              <a:tr h="297941">
                <a:tc>
                  <a:txBody>
                    <a:bodyPr/>
                    <a:lstStyle/>
                    <a:p>
                      <a:r>
                        <a:rPr lang="fr-FR" sz="800" b="1" dirty="0" smtClean="0"/>
                        <a:t>Ratio clients perdus partiellement sur nouveaux clients</a:t>
                      </a:r>
                      <a:endParaRPr lang="fr-FR" sz="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algn="l" defTabSz="778809" rtl="0" eaLnBrk="1" latinLnBrk="0" hangingPunct="1"/>
                      <a:r>
                        <a:rPr lang="fr-FR" sz="700" b="0" kern="1200" dirty="0" smtClean="0">
                          <a:solidFill>
                            <a:schemeClr val="dk1"/>
                          </a:solidFill>
                          <a:latin typeface="+mn-lt"/>
                          <a:ea typeface="+mn-ea"/>
                          <a:cs typeface="+mn-cs"/>
                        </a:rPr>
                        <a:t>Ratio entre le nombre de clients perdus partiellement et le nombre de nouveaux clients.</a:t>
                      </a:r>
                      <a:endParaRPr lang="fr-FR" sz="700" b="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706287"/>
                  </a:ext>
                </a:extLst>
              </a:tr>
            </a:tbl>
          </a:graphicData>
        </a:graphic>
      </p:graphicFrame>
    </p:spTree>
    <p:extLst>
      <p:ext uri="{BB962C8B-B14F-4D97-AF65-F5344CB8AC3E}">
        <p14:creationId xmlns:p14="http://schemas.microsoft.com/office/powerpoint/2010/main" val="22664985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6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MM_SLIDE_TYPE" val="6"/>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9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3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6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nRTRj1GoeUayqW.AGFhnO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Tw2h3hzr1kmPWVpYhgxN9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GQ7UVmHZUoYEl5eXN2szD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VAV7RcslK023bITyTnVlQQ"/>
</p:tagLst>
</file>

<file path=ppt/theme/theme1.xml><?xml version="1.0" encoding="utf-8"?>
<a:theme xmlns:a="http://schemas.openxmlformats.org/drawingml/2006/main" name="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1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2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4.xml><?xml version="1.0" encoding="utf-8"?>
<a:theme xmlns:a="http://schemas.openxmlformats.org/drawingml/2006/main" name="3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5.xml><?xml version="1.0" encoding="utf-8"?>
<a:theme xmlns:a="http://schemas.openxmlformats.org/drawingml/2006/main" name="4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6.xml><?xml version="1.0" encoding="utf-8"?>
<a:theme xmlns:a="http://schemas.openxmlformats.org/drawingml/2006/main" name="5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7.xml><?xml version="1.0" encoding="utf-8"?>
<a:theme xmlns:a="http://schemas.openxmlformats.org/drawingml/2006/main" name="7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8.xml><?xml version="1.0" encoding="utf-8"?>
<a:theme xmlns:a="http://schemas.openxmlformats.org/drawingml/2006/main" name="8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9.xml><?xml version="1.0" encoding="utf-8"?>
<a:theme xmlns:a="http://schemas.openxmlformats.org/drawingml/2006/main" name="9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10.xml><?xml version="1.0" encoding="utf-8"?>
<a:theme xmlns:a="http://schemas.openxmlformats.org/drawingml/2006/main" name="10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11.xml><?xml version="1.0" encoding="utf-8"?>
<a:theme xmlns:a="http://schemas.openxmlformats.org/drawingml/2006/main" name="11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12.xml><?xml version="1.0" encoding="utf-8"?>
<a:theme xmlns:a="http://schemas.openxmlformats.org/drawingml/2006/main" name="Rhapsodies - Deep Ocean">
  <a:themeElements>
    <a:clrScheme name="Palissad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latin typeface="Century Gothic" panose="020B0502020202020204" pitchFamily="34" charset="0"/>
            <a:ea typeface="Helvetica" charset="0"/>
            <a:cs typeface="Helvetica"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_BCG Grid 16:9">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50000"/>
            <a:lumOff val="50000"/>
            <a:alpha val="20000"/>
          </a:schemeClr>
        </a:solidFill>
        <a:ln w="9525" cap="rnd" cmpd="sng" algn="ctr">
          <a:no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14.xml><?xml version="1.0" encoding="utf-8"?>
<a:theme xmlns:a="http://schemas.openxmlformats.org/drawingml/2006/main" name="1_BCG Grid 16:9">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15.xml><?xml version="1.0" encoding="utf-8"?>
<a:theme xmlns:a="http://schemas.openxmlformats.org/drawingml/2006/main" name="BCG Grid 16:9">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16.xml><?xml version="1.0" encoding="utf-8"?>
<a:theme xmlns:a="http://schemas.openxmlformats.org/drawingml/2006/main" name="4_BCG Grid 16:9">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17.xml><?xml version="1.0" encoding="utf-8"?>
<a:theme xmlns:a="http://schemas.openxmlformats.org/drawingml/2006/main" name="3_BCG Grid 16:9">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50000"/>
            <a:lumOff val="50000"/>
            <a:alpha val="20000"/>
          </a:schemeClr>
        </a:solidFill>
        <a:ln w="9525" cap="rnd" cmpd="sng" algn="ctr">
          <a:no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18.xml><?xml version="1.0" encoding="utf-8"?>
<a:theme xmlns:a="http://schemas.openxmlformats.org/drawingml/2006/main" name="12_Blank">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BFiv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lIns="72000" tIns="36000" rIns="72000" bIns="36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3366"/>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1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37431</TotalTime>
  <Words>4113</Words>
  <Application>Microsoft Office PowerPoint</Application>
  <PresentationFormat>Affichage à l'écran (16:9)</PresentationFormat>
  <Paragraphs>551</Paragraphs>
  <Slides>25</Slides>
  <Notes>16</Notes>
  <HiddenSlides>0</HiddenSlides>
  <MMClips>0</MMClips>
  <ScaleCrop>false</ScaleCrop>
  <HeadingPairs>
    <vt:vector size="8" baseType="variant">
      <vt:variant>
        <vt:lpstr>Polices utilisées</vt:lpstr>
      </vt:variant>
      <vt:variant>
        <vt:i4>17</vt:i4>
      </vt:variant>
      <vt:variant>
        <vt:lpstr>Thème</vt:lpstr>
      </vt:variant>
      <vt:variant>
        <vt:i4>18</vt:i4>
      </vt:variant>
      <vt:variant>
        <vt:lpstr>Serveurs OLE incorporés</vt:lpstr>
      </vt:variant>
      <vt:variant>
        <vt:i4>1</vt:i4>
      </vt:variant>
      <vt:variant>
        <vt:lpstr>Titres des diapositives</vt:lpstr>
      </vt:variant>
      <vt:variant>
        <vt:i4>25</vt:i4>
      </vt:variant>
    </vt:vector>
  </HeadingPairs>
  <TitlesOfParts>
    <vt:vector size="61" baseType="lpstr">
      <vt:lpstr>Courier New</vt:lpstr>
      <vt:lpstr>FangSong</vt:lpstr>
      <vt:lpstr>Poppins</vt:lpstr>
      <vt:lpstr>Source Sans Pro</vt:lpstr>
      <vt:lpstr>Wingdings</vt:lpstr>
      <vt:lpstr>Tahoma</vt:lpstr>
      <vt:lpstr>Calibri</vt:lpstr>
      <vt:lpstr>Cambria Math</vt:lpstr>
      <vt:lpstr>Arial Black</vt:lpstr>
      <vt:lpstr>Arial</vt:lpstr>
      <vt:lpstr>Arial Rounded MT Bold</vt:lpstr>
      <vt:lpstr>Helvetica</vt:lpstr>
      <vt:lpstr>DaunPenh</vt:lpstr>
      <vt:lpstr>Rockwell Condensed</vt:lpstr>
      <vt:lpstr>Lato</vt:lpstr>
      <vt:lpstr>Century Gothic</vt:lpstr>
      <vt:lpstr>Trebuchet MS</vt:lpstr>
      <vt:lpstr>Blank</vt:lpstr>
      <vt:lpstr>1_Blank</vt:lpstr>
      <vt:lpstr>2_Blank</vt:lpstr>
      <vt:lpstr>3_Blank</vt:lpstr>
      <vt:lpstr>4_Blank</vt:lpstr>
      <vt:lpstr>5_Blank</vt:lpstr>
      <vt:lpstr>7_Blank</vt:lpstr>
      <vt:lpstr>8_Blank</vt:lpstr>
      <vt:lpstr>9_Blank</vt:lpstr>
      <vt:lpstr>10_Blank</vt:lpstr>
      <vt:lpstr>11_Blank</vt:lpstr>
      <vt:lpstr>Rhapsodies - Deep Ocean</vt:lpstr>
      <vt:lpstr>2_BCG Grid 16:9</vt:lpstr>
      <vt:lpstr>1_BCG Grid 16:9</vt:lpstr>
      <vt:lpstr>BCG Grid 16:9</vt:lpstr>
      <vt:lpstr>4_BCG Grid 16:9</vt:lpstr>
      <vt:lpstr>3_BCG Grid 16:9</vt:lpstr>
      <vt:lpstr>12_Blank</vt:lpstr>
      <vt:lpstr>Diapositive think-cell</vt:lpstr>
      <vt:lpstr>Accompagnement à l’opérationnalisation de la stratégie digitale d’EQDOM</vt:lpstr>
      <vt:lpstr>Agenda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Accompagnement à la structuration et opérationnalisation du DATA OFFICE</dc:title>
  <dc:creator>"Jalil Bennani" &lt;jalil.bennani@seven-app.net&gt;</dc:creator>
  <cp:lastModifiedBy>Jalil Bennani</cp:lastModifiedBy>
  <cp:revision>906</cp:revision>
  <dcterms:modified xsi:type="dcterms:W3CDTF">2025-05-02T11:24:31Z</dcterms:modified>
</cp:coreProperties>
</file>